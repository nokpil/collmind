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E650FE-FD47-4667-83E3-7171E5476F79}" v="1519" dt="2023-09-06T20:18:36.9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5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41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하 승웅" userId="f9089b053ea938d5" providerId="LiveId" clId="{19E650FE-FD47-4667-83E3-7171E5476F79}"/>
    <pc:docChg chg="undo redo custSel addSld modSld">
      <pc:chgData name="하 승웅" userId="f9089b053ea938d5" providerId="LiveId" clId="{19E650FE-FD47-4667-83E3-7171E5476F79}" dt="2023-09-06T20:18:51.927" v="1736" actId="1076"/>
      <pc:docMkLst>
        <pc:docMk/>
      </pc:docMkLst>
      <pc:sldChg chg="addSp delSp modSp mod">
        <pc:chgData name="하 승웅" userId="f9089b053ea938d5" providerId="LiveId" clId="{19E650FE-FD47-4667-83E3-7171E5476F79}" dt="2023-09-06T20:18:51.927" v="1736" actId="1076"/>
        <pc:sldMkLst>
          <pc:docMk/>
          <pc:sldMk cId="1990812192" sldId="260"/>
        </pc:sldMkLst>
        <pc:spChg chg="add del mod">
          <ac:chgData name="하 승웅" userId="f9089b053ea938d5" providerId="LiveId" clId="{19E650FE-FD47-4667-83E3-7171E5476F79}" dt="2023-09-05T17:32:15.570" v="34"/>
          <ac:spMkLst>
            <pc:docMk/>
            <pc:sldMk cId="1990812192" sldId="260"/>
            <ac:spMk id="2" creationId="{85084657-A70B-00EE-FFBB-FCC1DE8A1426}"/>
          </ac:spMkLst>
        </pc:spChg>
        <pc:spChg chg="add mod">
          <ac:chgData name="하 승웅" userId="f9089b053ea938d5" providerId="LiveId" clId="{19E650FE-FD47-4667-83E3-7171E5476F79}" dt="2023-09-06T20:16:22.719" v="1719" actId="20577"/>
          <ac:spMkLst>
            <pc:docMk/>
            <pc:sldMk cId="1990812192" sldId="260"/>
            <ac:spMk id="2" creationId="{F1F0E058-F82B-E34D-C5FB-7B4EFDF64318}"/>
          </ac:spMkLst>
        </pc:spChg>
        <pc:spChg chg="add mod">
          <ac:chgData name="하 승웅" userId="f9089b053ea938d5" providerId="LiveId" clId="{19E650FE-FD47-4667-83E3-7171E5476F79}" dt="2023-09-05T20:51:53.511" v="1096" actId="20577"/>
          <ac:spMkLst>
            <pc:docMk/>
            <pc:sldMk cId="1990812192" sldId="260"/>
            <ac:spMk id="3" creationId="{67B18926-E707-C7B3-9D21-8BD64ACFBB68}"/>
          </ac:spMkLst>
        </pc:spChg>
        <pc:spChg chg="add mod">
          <ac:chgData name="하 승웅" userId="f9089b053ea938d5" providerId="LiveId" clId="{19E650FE-FD47-4667-83E3-7171E5476F79}" dt="2023-09-06T20:16:04.898" v="1710" actId="20577"/>
          <ac:spMkLst>
            <pc:docMk/>
            <pc:sldMk cId="1990812192" sldId="260"/>
            <ac:spMk id="5" creationId="{49CFCAFE-BA29-EE6D-A607-32A40AD01458}"/>
          </ac:spMkLst>
        </pc:spChg>
        <pc:spChg chg="add mod">
          <ac:chgData name="하 승웅" userId="f9089b053ea938d5" providerId="LiveId" clId="{19E650FE-FD47-4667-83E3-7171E5476F79}" dt="2023-09-06T17:44:52.181" v="1572" actId="20577"/>
          <ac:spMkLst>
            <pc:docMk/>
            <pc:sldMk cId="1990812192" sldId="260"/>
            <ac:spMk id="8" creationId="{0502D44D-883F-31DF-49FA-A23DF31EED60}"/>
          </ac:spMkLst>
        </pc:spChg>
        <pc:spChg chg="add del mod">
          <ac:chgData name="하 승웅" userId="f9089b053ea938d5" providerId="LiveId" clId="{19E650FE-FD47-4667-83E3-7171E5476F79}" dt="2023-09-05T17:44:32.007" v="315" actId="478"/>
          <ac:spMkLst>
            <pc:docMk/>
            <pc:sldMk cId="1990812192" sldId="260"/>
            <ac:spMk id="9" creationId="{62C93D00-8D14-0EFE-8573-4473236B5B06}"/>
          </ac:spMkLst>
        </pc:spChg>
        <pc:spChg chg="add mod">
          <ac:chgData name="하 승웅" userId="f9089b053ea938d5" providerId="LiveId" clId="{19E650FE-FD47-4667-83E3-7171E5476F79}" dt="2023-09-06T20:16:31.861" v="1722" actId="1076"/>
          <ac:spMkLst>
            <pc:docMk/>
            <pc:sldMk cId="1990812192" sldId="260"/>
            <ac:spMk id="9" creationId="{743CE094-5B8F-6429-A977-C2CBCA7150D1}"/>
          </ac:spMkLst>
        </pc:spChg>
        <pc:spChg chg="add mod">
          <ac:chgData name="하 승웅" userId="f9089b053ea938d5" providerId="LiveId" clId="{19E650FE-FD47-4667-83E3-7171E5476F79}" dt="2023-09-06T17:45:03.340" v="1573" actId="20577"/>
          <ac:spMkLst>
            <pc:docMk/>
            <pc:sldMk cId="1990812192" sldId="260"/>
            <ac:spMk id="10" creationId="{11938604-9FD8-1CC9-5B2A-D175302A3119}"/>
          </ac:spMkLst>
        </pc:spChg>
        <pc:spChg chg="add mod">
          <ac:chgData name="하 승웅" userId="f9089b053ea938d5" providerId="LiveId" clId="{19E650FE-FD47-4667-83E3-7171E5476F79}" dt="2023-09-06T19:29:55.474" v="1623"/>
          <ac:spMkLst>
            <pc:docMk/>
            <pc:sldMk cId="1990812192" sldId="260"/>
            <ac:spMk id="12" creationId="{8FF866AB-3168-CB39-8299-36791F0504FB}"/>
          </ac:spMkLst>
        </pc:spChg>
        <pc:spChg chg="add mod">
          <ac:chgData name="하 승웅" userId="f9089b053ea938d5" providerId="LiveId" clId="{19E650FE-FD47-4667-83E3-7171E5476F79}" dt="2023-09-06T20:18:51.927" v="1736" actId="1076"/>
          <ac:spMkLst>
            <pc:docMk/>
            <pc:sldMk cId="1990812192" sldId="260"/>
            <ac:spMk id="14" creationId="{48AAEF07-5368-99E5-4B6A-219FFEB0CC39}"/>
          </ac:spMkLst>
        </pc:spChg>
        <pc:spChg chg="add mod">
          <ac:chgData name="하 승웅" userId="f9089b053ea938d5" providerId="LiveId" clId="{19E650FE-FD47-4667-83E3-7171E5476F79}" dt="2023-09-06T17:45:35.555" v="1574" actId="1076"/>
          <ac:spMkLst>
            <pc:docMk/>
            <pc:sldMk cId="1990812192" sldId="260"/>
            <ac:spMk id="16" creationId="{9279279C-1F46-7538-D766-5695E3472556}"/>
          </ac:spMkLst>
        </pc:spChg>
        <pc:spChg chg="add mod">
          <ac:chgData name="하 승웅" userId="f9089b053ea938d5" providerId="LiveId" clId="{19E650FE-FD47-4667-83E3-7171E5476F79}" dt="2023-09-06T19:23:40.745" v="1602" actId="1076"/>
          <ac:spMkLst>
            <pc:docMk/>
            <pc:sldMk cId="1990812192" sldId="260"/>
            <ac:spMk id="18" creationId="{C8E65061-B732-AFD3-3490-3FD7B05E9632}"/>
          </ac:spMkLst>
        </pc:spChg>
        <pc:spChg chg="add mod">
          <ac:chgData name="하 승웅" userId="f9089b053ea938d5" providerId="LiveId" clId="{19E650FE-FD47-4667-83E3-7171E5476F79}" dt="2023-09-06T19:29:27.878" v="1613" actId="1076"/>
          <ac:spMkLst>
            <pc:docMk/>
            <pc:sldMk cId="1990812192" sldId="260"/>
            <ac:spMk id="20" creationId="{26B90303-0B53-18BE-E9A4-3B1E74C650AA}"/>
          </ac:spMkLst>
        </pc:spChg>
        <pc:spChg chg="add mod">
          <ac:chgData name="하 승웅" userId="f9089b053ea938d5" providerId="LiveId" clId="{19E650FE-FD47-4667-83E3-7171E5476F79}" dt="2023-09-06T19:24:03.006" v="1604" actId="1076"/>
          <ac:spMkLst>
            <pc:docMk/>
            <pc:sldMk cId="1990812192" sldId="260"/>
            <ac:spMk id="21" creationId="{882DCC42-CBC0-2C7A-54CC-974AD2520F53}"/>
          </ac:spMkLst>
        </pc:spChg>
        <pc:spChg chg="add mod">
          <ac:chgData name="하 승웅" userId="f9089b053ea938d5" providerId="LiveId" clId="{19E650FE-FD47-4667-83E3-7171E5476F79}" dt="2023-09-06T19:20:32.062" v="1593" actId="20577"/>
          <ac:spMkLst>
            <pc:docMk/>
            <pc:sldMk cId="1990812192" sldId="260"/>
            <ac:spMk id="23" creationId="{78E7B0FE-ACC1-4FF7-1B92-CFFA46B70BAE}"/>
          </ac:spMkLst>
        </pc:spChg>
        <pc:spChg chg="add del mod">
          <ac:chgData name="하 승웅" userId="f9089b053ea938d5" providerId="LiveId" clId="{19E650FE-FD47-4667-83E3-7171E5476F79}" dt="2023-09-06T17:44:29.361" v="1568" actId="478"/>
          <ac:spMkLst>
            <pc:docMk/>
            <pc:sldMk cId="1990812192" sldId="260"/>
            <ac:spMk id="25" creationId="{9E58872D-EA03-A3A7-098B-53B7A45DAF75}"/>
          </ac:spMkLst>
        </pc:spChg>
        <pc:spChg chg="add del">
          <ac:chgData name="하 승웅" userId="f9089b053ea938d5" providerId="LiveId" clId="{19E650FE-FD47-4667-83E3-7171E5476F79}" dt="2023-09-05T22:09:31.277" v="1246" actId="22"/>
          <ac:spMkLst>
            <pc:docMk/>
            <pc:sldMk cId="1990812192" sldId="260"/>
            <ac:spMk id="27" creationId="{6D2D755A-BCC3-F03F-65FE-E5208F581626}"/>
          </ac:spMkLst>
        </pc:spChg>
        <pc:spChg chg="add mod">
          <ac:chgData name="하 승웅" userId="f9089b053ea938d5" providerId="LiveId" clId="{19E650FE-FD47-4667-83E3-7171E5476F79}" dt="2023-09-05T22:11:00.256" v="1339" actId="1076"/>
          <ac:spMkLst>
            <pc:docMk/>
            <pc:sldMk cId="1990812192" sldId="260"/>
            <ac:spMk id="29" creationId="{83FA670C-3F18-30D7-212C-C749B0F7119D}"/>
          </ac:spMkLst>
        </pc:spChg>
        <pc:spChg chg="mod">
          <ac:chgData name="하 승웅" userId="f9089b053ea938d5" providerId="LiveId" clId="{19E650FE-FD47-4667-83E3-7171E5476F79}" dt="2023-09-05T21:15:49.027" v="1170" actId="1076"/>
          <ac:spMkLst>
            <pc:docMk/>
            <pc:sldMk cId="1990812192" sldId="260"/>
            <ac:spMk id="79" creationId="{9C766AC5-A925-657F-9E5E-4DE29D7D67D9}"/>
          </ac:spMkLst>
        </pc:spChg>
        <pc:spChg chg="mod">
          <ac:chgData name="하 승웅" userId="f9089b053ea938d5" providerId="LiveId" clId="{19E650FE-FD47-4667-83E3-7171E5476F79}" dt="2023-09-05T19:26:22.996" v="905" actId="1076"/>
          <ac:spMkLst>
            <pc:docMk/>
            <pc:sldMk cId="1990812192" sldId="260"/>
            <ac:spMk id="153" creationId="{C0E8048A-9558-DA5F-6483-A26A0A522FDA}"/>
          </ac:spMkLst>
        </pc:spChg>
      </pc:sldChg>
      <pc:sldChg chg="addSp delSp modSp add mod">
        <pc:chgData name="하 승웅" userId="f9089b053ea938d5" providerId="LiveId" clId="{19E650FE-FD47-4667-83E3-7171E5476F79}" dt="2023-09-06T20:11:27.303" v="1705" actId="1076"/>
        <pc:sldMkLst>
          <pc:docMk/>
          <pc:sldMk cId="3188724677" sldId="261"/>
        </pc:sldMkLst>
        <pc:spChg chg="add del mod">
          <ac:chgData name="하 승웅" userId="f9089b053ea938d5" providerId="LiveId" clId="{19E650FE-FD47-4667-83E3-7171E5476F79}" dt="2023-09-06T20:06:24.058" v="1664" actId="478"/>
          <ac:spMkLst>
            <pc:docMk/>
            <pc:sldMk cId="3188724677" sldId="261"/>
            <ac:spMk id="4" creationId="{6EA46415-C91E-A1BD-4FF3-67350068FAFA}"/>
          </ac:spMkLst>
        </pc:spChg>
        <pc:spChg chg="mod">
          <ac:chgData name="하 승웅" userId="f9089b053ea938d5" providerId="LiveId" clId="{19E650FE-FD47-4667-83E3-7171E5476F79}" dt="2023-09-06T20:02:47.405" v="1649" actId="20577"/>
          <ac:spMkLst>
            <pc:docMk/>
            <pc:sldMk cId="3188724677" sldId="261"/>
            <ac:spMk id="8" creationId="{0502D44D-883F-31DF-49FA-A23DF31EED60}"/>
          </ac:spMkLst>
        </pc:spChg>
        <pc:spChg chg="add mod">
          <ac:chgData name="하 승웅" userId="f9089b053ea938d5" providerId="LiveId" clId="{19E650FE-FD47-4667-83E3-7171E5476F79}" dt="2023-09-06T20:11:27.303" v="1705" actId="1076"/>
          <ac:spMkLst>
            <pc:docMk/>
            <pc:sldMk cId="3188724677" sldId="261"/>
            <ac:spMk id="11" creationId="{A9ACA7E1-A7D0-6A17-CE4E-930C07B965A9}"/>
          </ac:spMkLst>
        </pc:spChg>
        <pc:spChg chg="mod">
          <ac:chgData name="하 승웅" userId="f9089b053ea938d5" providerId="LiveId" clId="{19E650FE-FD47-4667-83E3-7171E5476F79}" dt="2023-09-06T20:11:25.191" v="1704" actId="1076"/>
          <ac:spMkLst>
            <pc:docMk/>
            <pc:sldMk cId="3188724677" sldId="261"/>
            <ac:spMk id="14" creationId="{48AAEF07-5368-99E5-4B6A-219FFEB0CC39}"/>
          </ac:spMkLst>
        </pc:spChg>
      </pc:sldChg>
    </pc:docChg>
  </pc:docChgLst>
  <pc:docChgLst>
    <pc:chgData name="하 승웅" userId="f9089b053ea938d5" providerId="LiveId" clId="{E7C7E892-0CB8-48CE-BCD1-2104E53C57D0}"/>
    <pc:docChg chg="undo custSel addSld modSld">
      <pc:chgData name="하 승웅" userId="f9089b053ea938d5" providerId="LiveId" clId="{E7C7E892-0CB8-48CE-BCD1-2104E53C57D0}" dt="2023-07-15T03:26:19.378" v="2088" actId="1076"/>
      <pc:docMkLst>
        <pc:docMk/>
      </pc:docMkLst>
      <pc:sldChg chg="addSp mod">
        <pc:chgData name="하 승웅" userId="f9089b053ea938d5" providerId="LiveId" clId="{E7C7E892-0CB8-48CE-BCD1-2104E53C57D0}" dt="2023-07-05T17:32:55.697" v="95" actId="9405"/>
        <pc:sldMkLst>
          <pc:docMk/>
          <pc:sldMk cId="2276023957" sldId="256"/>
        </pc:sldMkLst>
        <pc:inkChg chg="add">
          <ac:chgData name="하 승웅" userId="f9089b053ea938d5" providerId="LiveId" clId="{E7C7E892-0CB8-48CE-BCD1-2104E53C57D0}" dt="2023-07-05T17:32:55.697" v="95" actId="9405"/>
          <ac:inkMkLst>
            <pc:docMk/>
            <pc:sldMk cId="2276023957" sldId="256"/>
            <ac:inkMk id="2" creationId="{9E3A9CD5-2534-7185-6E60-16068C454DFC}"/>
          </ac:inkMkLst>
        </pc:inkChg>
      </pc:sldChg>
      <pc:sldChg chg="addSp delSp modSp new mod">
        <pc:chgData name="하 승웅" userId="f9089b053ea938d5" providerId="LiveId" clId="{E7C7E892-0CB8-48CE-BCD1-2104E53C57D0}" dt="2023-07-14T19:54:49.945" v="285"/>
        <pc:sldMkLst>
          <pc:docMk/>
          <pc:sldMk cId="3745310151" sldId="259"/>
        </pc:sldMkLst>
        <pc:spChg chg="del">
          <ac:chgData name="하 승웅" userId="f9089b053ea938d5" providerId="LiveId" clId="{E7C7E892-0CB8-48CE-BCD1-2104E53C57D0}" dt="2023-07-03T16:51:23.648" v="1" actId="478"/>
          <ac:spMkLst>
            <pc:docMk/>
            <pc:sldMk cId="3745310151" sldId="259"/>
            <ac:spMk id="2" creationId="{56EA2E11-FB1D-C561-8AC5-1292DC7A9B1A}"/>
          </ac:spMkLst>
        </pc:spChg>
        <pc:spChg chg="del">
          <ac:chgData name="하 승웅" userId="f9089b053ea938d5" providerId="LiveId" clId="{E7C7E892-0CB8-48CE-BCD1-2104E53C57D0}" dt="2023-07-03T16:51:23.648" v="1" actId="478"/>
          <ac:spMkLst>
            <pc:docMk/>
            <pc:sldMk cId="3745310151" sldId="259"/>
            <ac:spMk id="3" creationId="{E8622853-4346-F9EB-7455-7B66F1681435}"/>
          </ac:spMkLst>
        </pc:spChg>
        <pc:grpChg chg="mod">
          <ac:chgData name="하 승웅" userId="f9089b053ea938d5" providerId="LiveId" clId="{E7C7E892-0CB8-48CE-BCD1-2104E53C57D0}" dt="2023-07-03T16:51:52.293" v="25"/>
          <ac:grpSpMkLst>
            <pc:docMk/>
            <pc:sldMk cId="3745310151" sldId="259"/>
            <ac:grpSpMk id="22" creationId="{0A73B24D-B73D-8470-1B0A-0C17EF1FBA26}"/>
          </ac:grpSpMkLst>
        </pc:grpChg>
        <pc:grpChg chg="del mod">
          <ac:chgData name="하 승웅" userId="f9089b053ea938d5" providerId="LiveId" clId="{E7C7E892-0CB8-48CE-BCD1-2104E53C57D0}" dt="2023-07-03T16:51:57.719" v="34"/>
          <ac:grpSpMkLst>
            <pc:docMk/>
            <pc:sldMk cId="3745310151" sldId="259"/>
            <ac:grpSpMk id="25" creationId="{D0C5EA7B-102F-A22F-F6FA-974C6B1DEB41}"/>
          </ac:grpSpMkLst>
        </pc:grpChg>
        <pc:grpChg chg="del mod">
          <ac:chgData name="하 승웅" userId="f9089b053ea938d5" providerId="LiveId" clId="{E7C7E892-0CB8-48CE-BCD1-2104E53C57D0}" dt="2023-07-03T16:51:58.323" v="36"/>
          <ac:grpSpMkLst>
            <pc:docMk/>
            <pc:sldMk cId="3745310151" sldId="259"/>
            <ac:grpSpMk id="27" creationId="{2863085E-8F0F-1108-5FC3-0A6AA64799DB}"/>
          </ac:grpSpMkLst>
        </pc:grpChg>
        <pc:grpChg chg="del mod">
          <ac:chgData name="하 승웅" userId="f9089b053ea938d5" providerId="LiveId" clId="{E7C7E892-0CB8-48CE-BCD1-2104E53C57D0}" dt="2023-07-03T16:52:01.427" v="39"/>
          <ac:grpSpMkLst>
            <pc:docMk/>
            <pc:sldMk cId="3745310151" sldId="259"/>
            <ac:grpSpMk id="29" creationId="{3485B808-DB32-A3F0-54B6-8F336CAE5E88}"/>
          </ac:grpSpMkLst>
        </pc:grpChg>
        <pc:grpChg chg="del mod">
          <ac:chgData name="하 승웅" userId="f9089b053ea938d5" providerId="LiveId" clId="{E7C7E892-0CB8-48CE-BCD1-2104E53C57D0}" dt="2023-07-14T19:51:42.174" v="96" actId="478"/>
          <ac:grpSpMkLst>
            <pc:docMk/>
            <pc:sldMk cId="3745310151" sldId="259"/>
            <ac:grpSpMk id="32" creationId="{6A2F7C3D-A243-9472-9959-C1287A3CB602}"/>
          </ac:grpSpMkLst>
        </pc:grpChg>
        <pc:grpChg chg="del mod">
          <ac:chgData name="하 승웅" userId="f9089b053ea938d5" providerId="LiveId" clId="{E7C7E892-0CB8-48CE-BCD1-2104E53C57D0}" dt="2023-07-14T19:51:42.174" v="96" actId="478"/>
          <ac:grpSpMkLst>
            <pc:docMk/>
            <pc:sldMk cId="3745310151" sldId="259"/>
            <ac:grpSpMk id="46" creationId="{1B6CD18A-9E0B-8A22-CEEE-A6C0190D56A4}"/>
          </ac:grpSpMkLst>
        </pc:grpChg>
        <pc:grpChg chg="del mod">
          <ac:chgData name="하 승웅" userId="f9089b053ea938d5" providerId="LiveId" clId="{E7C7E892-0CB8-48CE-BCD1-2104E53C57D0}" dt="2023-07-14T19:51:42.174" v="96" actId="478"/>
          <ac:grpSpMkLst>
            <pc:docMk/>
            <pc:sldMk cId="3745310151" sldId="259"/>
            <ac:grpSpMk id="60" creationId="{5A0EDDE7-4E9A-EA8F-7A83-4C8D428A8568}"/>
          </ac:grpSpMkLst>
        </pc:grpChg>
        <pc:grpChg chg="del mod">
          <ac:chgData name="하 승웅" userId="f9089b053ea938d5" providerId="LiveId" clId="{E7C7E892-0CB8-48CE-BCD1-2104E53C57D0}" dt="2023-07-03T16:52:28.801" v="69"/>
          <ac:grpSpMkLst>
            <pc:docMk/>
            <pc:sldMk cId="3745310151" sldId="259"/>
            <ac:grpSpMk id="61" creationId="{088CA186-A1B8-55DB-3C1B-7EBBA4EEAF0C}"/>
          </ac:grpSpMkLst>
        </pc:grpChg>
        <pc:grpChg chg="del mod">
          <ac:chgData name="하 승웅" userId="f9089b053ea938d5" providerId="LiveId" clId="{E7C7E892-0CB8-48CE-BCD1-2104E53C57D0}" dt="2023-07-14T19:51:42.174" v="96" actId="478"/>
          <ac:grpSpMkLst>
            <pc:docMk/>
            <pc:sldMk cId="3745310151" sldId="259"/>
            <ac:grpSpMk id="62" creationId="{D483B370-7C46-CD0B-2126-C1F7457713F6}"/>
          </ac:grpSpMkLst>
        </pc:grpChg>
        <pc:grpChg chg="mod">
          <ac:chgData name="하 승웅" userId="f9089b053ea938d5" providerId="LiveId" clId="{E7C7E892-0CB8-48CE-BCD1-2104E53C57D0}" dt="2023-07-03T16:52:35.621" v="76"/>
          <ac:grpSpMkLst>
            <pc:docMk/>
            <pc:sldMk cId="3745310151" sldId="259"/>
            <ac:grpSpMk id="67" creationId="{6877E91B-1CE8-6FB4-8158-232847FCF85B}"/>
          </ac:grpSpMkLst>
        </pc:grpChg>
        <pc:grpChg chg="del mod">
          <ac:chgData name="하 승웅" userId="f9089b053ea938d5" providerId="LiveId" clId="{E7C7E892-0CB8-48CE-BCD1-2104E53C57D0}" dt="2023-07-14T19:51:42.174" v="96" actId="478"/>
          <ac:grpSpMkLst>
            <pc:docMk/>
            <pc:sldMk cId="3745310151" sldId="259"/>
            <ac:grpSpMk id="71" creationId="{0C199C01-761C-70A4-6F46-E9F27A290725}"/>
          </ac:grpSpMkLst>
        </pc:grpChg>
        <pc:grpChg chg="del mod">
          <ac:chgData name="하 승웅" userId="f9089b053ea938d5" providerId="LiveId" clId="{E7C7E892-0CB8-48CE-BCD1-2104E53C57D0}" dt="2023-07-14T19:53:34.028" v="253"/>
          <ac:grpSpMkLst>
            <pc:docMk/>
            <pc:sldMk cId="3745310151" sldId="259"/>
            <ac:grpSpMk id="79" creationId="{4F04422B-DCBE-EBF1-53BA-8C3027134634}"/>
          </ac:grpSpMkLst>
        </pc:grpChg>
        <pc:grpChg chg="del mod">
          <ac:chgData name="하 승웅" userId="f9089b053ea938d5" providerId="LiveId" clId="{E7C7E892-0CB8-48CE-BCD1-2104E53C57D0}" dt="2023-07-03T16:52:47.610" v="90"/>
          <ac:grpSpMkLst>
            <pc:docMk/>
            <pc:sldMk cId="3745310151" sldId="259"/>
            <ac:grpSpMk id="79" creationId="{B2C48299-9058-9700-E7C9-83CCCDC4B4A0}"/>
          </ac:grpSpMkLst>
        </pc:grpChg>
        <pc:grpChg chg="del mod">
          <ac:chgData name="하 승웅" userId="f9089b053ea938d5" providerId="LiveId" clId="{E7C7E892-0CB8-48CE-BCD1-2104E53C57D0}" dt="2023-07-14T19:53:13.401" v="230"/>
          <ac:grpSpMkLst>
            <pc:docMk/>
            <pc:sldMk cId="3745310151" sldId="259"/>
            <ac:grpSpMk id="80" creationId="{9D075E9F-5FBC-B9C5-B4C9-5F6A36BEF046}"/>
          </ac:grpSpMkLst>
        </pc:grpChg>
        <pc:grpChg chg="del mod">
          <ac:chgData name="하 승웅" userId="f9089b053ea938d5" providerId="LiveId" clId="{E7C7E892-0CB8-48CE-BCD1-2104E53C57D0}" dt="2023-07-03T16:52:55.436" v="94"/>
          <ac:grpSpMkLst>
            <pc:docMk/>
            <pc:sldMk cId="3745310151" sldId="259"/>
            <ac:grpSpMk id="80" creationId="{CC8992F8-C53A-0AC5-8985-5C0D56C85134}"/>
          </ac:grpSpMkLst>
        </pc:grpChg>
        <pc:grpChg chg="del mod">
          <ac:chgData name="하 승웅" userId="f9089b053ea938d5" providerId="LiveId" clId="{E7C7E892-0CB8-48CE-BCD1-2104E53C57D0}" dt="2023-07-14T19:51:42.174" v="96" actId="478"/>
          <ac:grpSpMkLst>
            <pc:docMk/>
            <pc:sldMk cId="3745310151" sldId="259"/>
            <ac:grpSpMk id="84" creationId="{E62A44F3-74EE-8D28-D5DB-D66A4241B1FB}"/>
          </ac:grpSpMkLst>
        </pc:grpChg>
        <pc:grpChg chg="del mod">
          <ac:chgData name="하 승웅" userId="f9089b053ea938d5" providerId="LiveId" clId="{E7C7E892-0CB8-48CE-BCD1-2104E53C57D0}" dt="2023-07-14T19:52:31.147" v="157"/>
          <ac:grpSpMkLst>
            <pc:docMk/>
            <pc:sldMk cId="3745310151" sldId="259"/>
            <ac:grpSpMk id="85" creationId="{E3D28AF2-4F8E-E0C9-8BC0-5FC768268CD4}"/>
          </ac:grpSpMkLst>
        </pc:grpChg>
        <pc:grpChg chg="del mod">
          <ac:chgData name="하 승웅" userId="f9089b053ea938d5" providerId="LiveId" clId="{E7C7E892-0CB8-48CE-BCD1-2104E53C57D0}" dt="2023-07-14T19:53:34.028" v="253"/>
          <ac:grpSpMkLst>
            <pc:docMk/>
            <pc:sldMk cId="3745310151" sldId="259"/>
            <ac:grpSpMk id="88" creationId="{FF1B080A-D16E-BD78-ABD0-AA163E0BB219}"/>
          </ac:grpSpMkLst>
        </pc:grpChg>
        <pc:grpChg chg="del mod">
          <ac:chgData name="하 승웅" userId="f9089b053ea938d5" providerId="LiveId" clId="{E7C7E892-0CB8-48CE-BCD1-2104E53C57D0}" dt="2023-07-14T19:52:17.198" v="138"/>
          <ac:grpSpMkLst>
            <pc:docMk/>
            <pc:sldMk cId="3745310151" sldId="259"/>
            <ac:grpSpMk id="92" creationId="{CFB2FB04-DF76-5E24-D3F5-014119BC1E36}"/>
          </ac:grpSpMkLst>
        </pc:grpChg>
        <pc:grpChg chg="del mod">
          <ac:chgData name="하 승웅" userId="f9089b053ea938d5" providerId="LiveId" clId="{E7C7E892-0CB8-48CE-BCD1-2104E53C57D0}" dt="2023-07-14T19:53:34.028" v="253"/>
          <ac:grpSpMkLst>
            <pc:docMk/>
            <pc:sldMk cId="3745310151" sldId="259"/>
            <ac:grpSpMk id="104" creationId="{E0AFD278-2CF7-DB9F-A2C4-BFE8BF271D6C}"/>
          </ac:grpSpMkLst>
        </pc:grpChg>
        <pc:grpChg chg="del mod">
          <ac:chgData name="하 승웅" userId="f9089b053ea938d5" providerId="LiveId" clId="{E7C7E892-0CB8-48CE-BCD1-2104E53C57D0}" dt="2023-07-14T19:53:34.028" v="253"/>
          <ac:grpSpMkLst>
            <pc:docMk/>
            <pc:sldMk cId="3745310151" sldId="259"/>
            <ac:grpSpMk id="114" creationId="{D9A16FF9-6276-A1B9-7AD9-A697E5B6B168}"/>
          </ac:grpSpMkLst>
        </pc:grpChg>
        <pc:grpChg chg="del mod">
          <ac:chgData name="하 승웅" userId="f9089b053ea938d5" providerId="LiveId" clId="{E7C7E892-0CB8-48CE-BCD1-2104E53C57D0}" dt="2023-07-14T19:53:34.028" v="253"/>
          <ac:grpSpMkLst>
            <pc:docMk/>
            <pc:sldMk cId="3745310151" sldId="259"/>
            <ac:grpSpMk id="122" creationId="{47ECE9DB-50D0-1D8B-1824-1A6C1037ADB9}"/>
          </ac:grpSpMkLst>
        </pc:grpChg>
        <pc:grpChg chg="del mod">
          <ac:chgData name="하 승웅" userId="f9089b053ea938d5" providerId="LiveId" clId="{E7C7E892-0CB8-48CE-BCD1-2104E53C57D0}" dt="2023-07-14T19:53:03.998" v="213"/>
          <ac:grpSpMkLst>
            <pc:docMk/>
            <pc:sldMk cId="3745310151" sldId="259"/>
            <ac:grpSpMk id="123" creationId="{3F6EBEB8-1CAA-E28E-9B92-9B787E3EB86B}"/>
          </ac:grpSpMkLst>
        </pc:grpChg>
        <pc:grpChg chg="mod">
          <ac:chgData name="하 승웅" userId="f9089b053ea938d5" providerId="LiveId" clId="{E7C7E892-0CB8-48CE-BCD1-2104E53C57D0}" dt="2023-07-14T19:52:34.949" v="163"/>
          <ac:grpSpMkLst>
            <pc:docMk/>
            <pc:sldMk cId="3745310151" sldId="259"/>
            <ac:grpSpMk id="127" creationId="{F8EA92C2-3FDF-9506-DEBC-6164AB2A5A77}"/>
          </ac:grpSpMkLst>
        </pc:grpChg>
        <pc:grpChg chg="mod">
          <ac:chgData name="하 승웅" userId="f9089b053ea938d5" providerId="LiveId" clId="{E7C7E892-0CB8-48CE-BCD1-2104E53C57D0}" dt="2023-07-14T19:52:40.132" v="178"/>
          <ac:grpSpMkLst>
            <pc:docMk/>
            <pc:sldMk cId="3745310151" sldId="259"/>
            <ac:grpSpMk id="136" creationId="{C61E92B2-3B42-033D-E7E4-741CEA7EA485}"/>
          </ac:grpSpMkLst>
        </pc:grpChg>
        <pc:grpChg chg="mod">
          <ac:chgData name="하 승웅" userId="f9089b053ea938d5" providerId="LiveId" clId="{E7C7E892-0CB8-48CE-BCD1-2104E53C57D0}" dt="2023-07-14T19:52:40.132" v="178"/>
          <ac:grpSpMkLst>
            <pc:docMk/>
            <pc:sldMk cId="3745310151" sldId="259"/>
            <ac:grpSpMk id="137" creationId="{3683EAF7-F3E0-5399-D64C-99B16BF0F522}"/>
          </ac:grpSpMkLst>
        </pc:grpChg>
        <pc:grpChg chg="del mod">
          <ac:chgData name="하 승웅" userId="f9089b053ea938d5" providerId="LiveId" clId="{E7C7E892-0CB8-48CE-BCD1-2104E53C57D0}" dt="2023-07-14T19:53:34.028" v="253"/>
          <ac:grpSpMkLst>
            <pc:docMk/>
            <pc:sldMk cId="3745310151" sldId="259"/>
            <ac:grpSpMk id="142" creationId="{38176428-78AC-9953-9B2A-B7D12E968B7A}"/>
          </ac:grpSpMkLst>
        </pc:grpChg>
        <pc:grpChg chg="del mod">
          <ac:chgData name="하 승웅" userId="f9089b053ea938d5" providerId="LiveId" clId="{E7C7E892-0CB8-48CE-BCD1-2104E53C57D0}" dt="2023-07-14T19:53:34.028" v="253"/>
          <ac:grpSpMkLst>
            <pc:docMk/>
            <pc:sldMk cId="3745310151" sldId="259"/>
            <ac:grpSpMk id="157" creationId="{521A42BE-596E-8F32-28E6-2861A29E694B}"/>
          </ac:grpSpMkLst>
        </pc:grpChg>
        <pc:grpChg chg="del mod">
          <ac:chgData name="하 승웅" userId="f9089b053ea938d5" providerId="LiveId" clId="{E7C7E892-0CB8-48CE-BCD1-2104E53C57D0}" dt="2023-07-14T19:53:34.028" v="253"/>
          <ac:grpSpMkLst>
            <pc:docMk/>
            <pc:sldMk cId="3745310151" sldId="259"/>
            <ac:grpSpMk id="169" creationId="{E5E7D3C6-863D-2A8E-BFE4-554CF69CA9F8}"/>
          </ac:grpSpMkLst>
        </pc:grpChg>
        <pc:grpChg chg="del mod">
          <ac:chgData name="하 승웅" userId="f9089b053ea938d5" providerId="LiveId" clId="{E7C7E892-0CB8-48CE-BCD1-2104E53C57D0}" dt="2023-07-14T19:53:04.967" v="216"/>
          <ac:grpSpMkLst>
            <pc:docMk/>
            <pc:sldMk cId="3745310151" sldId="259"/>
            <ac:grpSpMk id="172" creationId="{7A53567C-0FA5-5BF9-1F7F-D8E9A2653697}"/>
          </ac:grpSpMkLst>
        </pc:grpChg>
        <pc:grpChg chg="del mod">
          <ac:chgData name="하 승웅" userId="f9089b053ea938d5" providerId="LiveId" clId="{E7C7E892-0CB8-48CE-BCD1-2104E53C57D0}" dt="2023-07-14T19:53:07.991" v="222"/>
          <ac:grpSpMkLst>
            <pc:docMk/>
            <pc:sldMk cId="3745310151" sldId="259"/>
            <ac:grpSpMk id="175" creationId="{F245FF23-D039-BCCC-020B-9B460624C1EA}"/>
          </ac:grpSpMkLst>
        </pc:grpChg>
        <pc:grpChg chg="del mod">
          <ac:chgData name="하 승웅" userId="f9089b053ea938d5" providerId="LiveId" clId="{E7C7E892-0CB8-48CE-BCD1-2104E53C57D0}" dt="2023-07-14T19:53:15.398" v="232"/>
          <ac:grpSpMkLst>
            <pc:docMk/>
            <pc:sldMk cId="3745310151" sldId="259"/>
            <ac:grpSpMk id="181" creationId="{6066A102-B73D-6B85-7622-5334DC72B05E}"/>
          </ac:grpSpMkLst>
        </pc:grpChg>
        <pc:grpChg chg="del mod">
          <ac:chgData name="하 승웅" userId="f9089b053ea938d5" providerId="LiveId" clId="{E7C7E892-0CB8-48CE-BCD1-2104E53C57D0}" dt="2023-07-14T19:53:34.028" v="253"/>
          <ac:grpSpMkLst>
            <pc:docMk/>
            <pc:sldMk cId="3745310151" sldId="259"/>
            <ac:grpSpMk id="189" creationId="{37492839-D1E0-912C-4530-EE6DA5F2A67F}"/>
          </ac:grpSpMkLst>
        </pc:grpChg>
        <pc:grpChg chg="del mod">
          <ac:chgData name="하 승웅" userId="f9089b053ea938d5" providerId="LiveId" clId="{E7C7E892-0CB8-48CE-BCD1-2104E53C57D0}" dt="2023-07-14T19:53:15.916" v="234"/>
          <ac:grpSpMkLst>
            <pc:docMk/>
            <pc:sldMk cId="3745310151" sldId="259"/>
            <ac:grpSpMk id="191" creationId="{7F3A14AF-0D7B-650E-1415-40B7A23E69F0}"/>
          </ac:grpSpMkLst>
        </pc:grpChg>
        <pc:grpChg chg="del mod">
          <ac:chgData name="하 승웅" userId="f9089b053ea938d5" providerId="LiveId" clId="{E7C7E892-0CB8-48CE-BCD1-2104E53C57D0}" dt="2023-07-14T19:53:17.764" v="237"/>
          <ac:grpSpMkLst>
            <pc:docMk/>
            <pc:sldMk cId="3745310151" sldId="259"/>
            <ac:grpSpMk id="193" creationId="{5F8C3DB5-6ACC-7857-B03E-5C3923DD15D7}"/>
          </ac:grpSpMkLst>
        </pc:grpChg>
        <pc:grpChg chg="del mod">
          <ac:chgData name="하 승웅" userId="f9089b053ea938d5" providerId="LiveId" clId="{E7C7E892-0CB8-48CE-BCD1-2104E53C57D0}" dt="2023-07-14T19:53:19.595" v="240"/>
          <ac:grpSpMkLst>
            <pc:docMk/>
            <pc:sldMk cId="3745310151" sldId="259"/>
            <ac:grpSpMk id="196" creationId="{39A74F29-FFE5-C593-1851-7FD69EE32971}"/>
          </ac:grpSpMkLst>
        </pc:grpChg>
        <pc:grpChg chg="del mod">
          <ac:chgData name="하 승웅" userId="f9089b053ea938d5" providerId="LiveId" clId="{E7C7E892-0CB8-48CE-BCD1-2104E53C57D0}" dt="2023-07-14T19:53:34.028" v="253"/>
          <ac:grpSpMkLst>
            <pc:docMk/>
            <pc:sldMk cId="3745310151" sldId="259"/>
            <ac:grpSpMk id="199" creationId="{C7A83FC9-B8A0-A2A6-2D56-B57F3D294545}"/>
          </ac:grpSpMkLst>
        </pc:grpChg>
        <pc:grpChg chg="del mod">
          <ac:chgData name="하 승웅" userId="f9089b053ea938d5" providerId="LiveId" clId="{E7C7E892-0CB8-48CE-BCD1-2104E53C57D0}" dt="2023-07-14T19:53:34.028" v="253"/>
          <ac:grpSpMkLst>
            <pc:docMk/>
            <pc:sldMk cId="3745310151" sldId="259"/>
            <ac:grpSpMk id="205" creationId="{71D15153-7FA1-B53F-B171-B1E22C7DA08C}"/>
          </ac:grpSpMkLst>
        </pc:grpChg>
        <pc:grpChg chg="del mod">
          <ac:chgData name="하 승웅" userId="f9089b053ea938d5" providerId="LiveId" clId="{E7C7E892-0CB8-48CE-BCD1-2104E53C57D0}" dt="2023-07-14T19:54:03.450" v="271"/>
          <ac:grpSpMkLst>
            <pc:docMk/>
            <pc:sldMk cId="3745310151" sldId="259"/>
            <ac:grpSpMk id="212" creationId="{CBEF2B5B-BF0F-9E40-AB02-9CDF78DA93A2}"/>
          </ac:grpSpMkLst>
        </pc:grpChg>
        <pc:grpChg chg="del mod">
          <ac:chgData name="하 승웅" userId="f9089b053ea938d5" providerId="LiveId" clId="{E7C7E892-0CB8-48CE-BCD1-2104E53C57D0}" dt="2023-07-14T19:54:03.450" v="271"/>
          <ac:grpSpMkLst>
            <pc:docMk/>
            <pc:sldMk cId="3745310151" sldId="259"/>
            <ac:grpSpMk id="227" creationId="{29CA2D30-F9E2-134D-D1D5-501B6844AEF9}"/>
          </ac:grpSpMkLst>
        </pc:grpChg>
        <pc:grpChg chg="del mod">
          <ac:chgData name="하 승웅" userId="f9089b053ea938d5" providerId="LiveId" clId="{E7C7E892-0CB8-48CE-BCD1-2104E53C57D0}" dt="2023-07-14T19:54:49.945" v="285"/>
          <ac:grpSpMkLst>
            <pc:docMk/>
            <pc:sldMk cId="3745310151" sldId="259"/>
            <ac:grpSpMk id="230" creationId="{DD02F7D8-3A97-F0BA-6913-F9737F09BF49}"/>
          </ac:grpSpMkLst>
        </pc:grpChg>
        <pc:grpChg chg="mod">
          <ac:chgData name="하 승웅" userId="f9089b053ea938d5" providerId="LiveId" clId="{E7C7E892-0CB8-48CE-BCD1-2104E53C57D0}" dt="2023-07-14T19:54:11.041" v="278"/>
          <ac:grpSpMkLst>
            <pc:docMk/>
            <pc:sldMk cId="3745310151" sldId="259"/>
            <ac:grpSpMk id="235" creationId="{6D917CC1-DC5F-5C36-F1A4-661BE69715CA}"/>
          </ac:grpSpMkLst>
        </pc:grpChg>
        <pc:grpChg chg="mod">
          <ac:chgData name="하 승웅" userId="f9089b053ea938d5" providerId="LiveId" clId="{E7C7E892-0CB8-48CE-BCD1-2104E53C57D0}" dt="2023-07-14T19:54:49.945" v="285"/>
          <ac:grpSpMkLst>
            <pc:docMk/>
            <pc:sldMk cId="3745310151" sldId="259"/>
            <ac:grpSpMk id="238" creationId="{DF874C21-74A5-E648-A94C-C2F562A8F128}"/>
          </ac:grpSpMkLst>
        </pc:grpChg>
        <pc:inkChg chg="add del">
          <ac:chgData name="하 승웅" userId="f9089b053ea938d5" providerId="LiveId" clId="{E7C7E892-0CB8-48CE-BCD1-2104E53C57D0}" dt="2023-07-14T19:51:50.348" v="98" actId="9405"/>
          <ac:inkMkLst>
            <pc:docMk/>
            <pc:sldMk cId="3745310151" sldId="259"/>
            <ac:inkMk id="2" creationId="{DDF955DB-9DC2-FA4E-5BE4-74CD33B56645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3" creationId="{A3079A5E-8CE1-C7DD-3072-A81374E81CD6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4" creationId="{0DC3A6F2-8474-25D6-7007-428BF4002BED}"/>
          </ac:inkMkLst>
        </pc:inkChg>
        <pc:inkChg chg="add del">
          <ac:chgData name="하 승웅" userId="f9089b053ea938d5" providerId="LiveId" clId="{E7C7E892-0CB8-48CE-BCD1-2104E53C57D0}" dt="2023-07-03T16:51:31.526" v="3" actId="9405"/>
          <ac:inkMkLst>
            <pc:docMk/>
            <pc:sldMk cId="3745310151" sldId="259"/>
            <ac:inkMk id="4" creationId="{9A4F8D4C-A2CD-746D-600B-CB60FBD1B1C6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5" creationId="{D5CA8C5C-9563-C5A6-CB18-B27640880AE0}"/>
          </ac:inkMkLst>
        </pc:inkChg>
        <pc:inkChg chg="add del">
          <ac:chgData name="하 승웅" userId="f9089b053ea938d5" providerId="LiveId" clId="{E7C7E892-0CB8-48CE-BCD1-2104E53C57D0}" dt="2023-07-03T16:51:35.676" v="7" actId="9405"/>
          <ac:inkMkLst>
            <pc:docMk/>
            <pc:sldMk cId="3745310151" sldId="259"/>
            <ac:inkMk id="5" creationId="{EC392921-265B-7CA5-7008-D1B3DDD046F5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6" creationId="{D2508AD3-F130-135B-CE8C-36A84AA3D7CA}"/>
          </ac:inkMkLst>
        </pc:inkChg>
        <pc:inkChg chg="add del">
          <ac:chgData name="하 승웅" userId="f9089b053ea938d5" providerId="LiveId" clId="{E7C7E892-0CB8-48CE-BCD1-2104E53C57D0}" dt="2023-07-03T16:51:35.473" v="6" actId="9405"/>
          <ac:inkMkLst>
            <pc:docMk/>
            <pc:sldMk cId="3745310151" sldId="259"/>
            <ac:inkMk id="6" creationId="{F2686C6E-E626-FBFF-83B7-D66A31559390}"/>
          </ac:inkMkLst>
        </pc:inkChg>
        <pc:inkChg chg="add mod">
          <ac:chgData name="하 승웅" userId="f9089b053ea938d5" providerId="LiveId" clId="{E7C7E892-0CB8-48CE-BCD1-2104E53C57D0}" dt="2023-07-03T16:52:20.644" v="55"/>
          <ac:inkMkLst>
            <pc:docMk/>
            <pc:sldMk cId="3745310151" sldId="259"/>
            <ac:inkMk id="7" creationId="{52EC4953-447D-8D55-4350-7945949D16AA}"/>
          </ac:inkMkLst>
        </pc:inkChg>
        <pc:inkChg chg="add mod">
          <ac:chgData name="하 승웅" userId="f9089b053ea938d5" providerId="LiveId" clId="{E7C7E892-0CB8-48CE-BCD1-2104E53C57D0}" dt="2023-07-03T16:52:20.644" v="55"/>
          <ac:inkMkLst>
            <pc:docMk/>
            <pc:sldMk cId="3745310151" sldId="259"/>
            <ac:inkMk id="8" creationId="{9AAFEACF-10B6-A33B-DC38-A99A9A813F01}"/>
          </ac:inkMkLst>
        </pc:inkChg>
        <pc:inkChg chg="add mod">
          <ac:chgData name="하 승웅" userId="f9089b053ea938d5" providerId="LiveId" clId="{E7C7E892-0CB8-48CE-BCD1-2104E53C57D0}" dt="2023-07-03T16:52:20.644" v="55"/>
          <ac:inkMkLst>
            <pc:docMk/>
            <pc:sldMk cId="3745310151" sldId="259"/>
            <ac:inkMk id="9" creationId="{5CB81183-4040-C51F-3166-C83E28043712}"/>
          </ac:inkMkLst>
        </pc:inkChg>
        <pc:inkChg chg="add mod">
          <ac:chgData name="하 승웅" userId="f9089b053ea938d5" providerId="LiveId" clId="{E7C7E892-0CB8-48CE-BCD1-2104E53C57D0}" dt="2023-07-03T16:52:20.644" v="55"/>
          <ac:inkMkLst>
            <pc:docMk/>
            <pc:sldMk cId="3745310151" sldId="259"/>
            <ac:inkMk id="10" creationId="{122662CC-0A0D-45CC-54A2-6215CD133D03}"/>
          </ac:inkMkLst>
        </pc:inkChg>
        <pc:inkChg chg="add mod">
          <ac:chgData name="하 승웅" userId="f9089b053ea938d5" providerId="LiveId" clId="{E7C7E892-0CB8-48CE-BCD1-2104E53C57D0}" dt="2023-07-03T16:52:20.644" v="55"/>
          <ac:inkMkLst>
            <pc:docMk/>
            <pc:sldMk cId="3745310151" sldId="259"/>
            <ac:inkMk id="11" creationId="{1C390D6B-274F-4413-1BBF-5338E311233B}"/>
          </ac:inkMkLst>
        </pc:inkChg>
        <pc:inkChg chg="add mod">
          <ac:chgData name="하 승웅" userId="f9089b053ea938d5" providerId="LiveId" clId="{E7C7E892-0CB8-48CE-BCD1-2104E53C57D0}" dt="2023-07-03T16:52:01.427" v="39"/>
          <ac:inkMkLst>
            <pc:docMk/>
            <pc:sldMk cId="3745310151" sldId="259"/>
            <ac:inkMk id="12" creationId="{A2516D17-54C3-5D4D-7083-AF21489FECFB}"/>
          </ac:inkMkLst>
        </pc:inkChg>
        <pc:inkChg chg="add mod">
          <ac:chgData name="하 승웅" userId="f9089b053ea938d5" providerId="LiveId" clId="{E7C7E892-0CB8-48CE-BCD1-2104E53C57D0}" dt="2023-07-03T16:52:01.427" v="39"/>
          <ac:inkMkLst>
            <pc:docMk/>
            <pc:sldMk cId="3745310151" sldId="259"/>
            <ac:inkMk id="13" creationId="{07F54F20-9AEF-575E-A75B-614B05F66602}"/>
          </ac:inkMkLst>
        </pc:inkChg>
        <pc:inkChg chg="add mod">
          <ac:chgData name="하 승웅" userId="f9089b053ea938d5" providerId="LiveId" clId="{E7C7E892-0CB8-48CE-BCD1-2104E53C57D0}" dt="2023-07-03T16:52:01.427" v="39"/>
          <ac:inkMkLst>
            <pc:docMk/>
            <pc:sldMk cId="3745310151" sldId="259"/>
            <ac:inkMk id="14" creationId="{A36BC576-902D-DB8B-12E3-30FBB0133368}"/>
          </ac:inkMkLst>
        </pc:inkChg>
        <pc:inkChg chg="add mod">
          <ac:chgData name="하 승웅" userId="f9089b053ea938d5" providerId="LiveId" clId="{E7C7E892-0CB8-48CE-BCD1-2104E53C57D0}" dt="2023-07-03T16:52:01.427" v="39"/>
          <ac:inkMkLst>
            <pc:docMk/>
            <pc:sldMk cId="3745310151" sldId="259"/>
            <ac:inkMk id="15" creationId="{8FD1950B-30FF-6CBE-EBBE-3ABCC936E61A}"/>
          </ac:inkMkLst>
        </pc:inkChg>
        <pc:inkChg chg="add mod">
          <ac:chgData name="하 승웅" userId="f9089b053ea938d5" providerId="LiveId" clId="{E7C7E892-0CB8-48CE-BCD1-2104E53C57D0}" dt="2023-07-03T16:52:01.427" v="39"/>
          <ac:inkMkLst>
            <pc:docMk/>
            <pc:sldMk cId="3745310151" sldId="259"/>
            <ac:inkMk id="16" creationId="{0E7DBC04-86EF-09C5-42FA-3376A463F225}"/>
          </ac:inkMkLst>
        </pc:inkChg>
        <pc:inkChg chg="add del mod">
          <ac:chgData name="하 승웅" userId="f9089b053ea938d5" providerId="LiveId" clId="{E7C7E892-0CB8-48CE-BCD1-2104E53C57D0}" dt="2023-07-03T16:51:53.432" v="29" actId="9405"/>
          <ac:inkMkLst>
            <pc:docMk/>
            <pc:sldMk cId="3745310151" sldId="259"/>
            <ac:inkMk id="17" creationId="{52174D30-ACC3-E08B-8424-2B87BD8F3652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7" creationId="{5F801D9F-9E32-E1CA-5F86-DEE4578614E5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8" creationId="{144F0CBA-C1FC-8E77-4241-1FF45AC72A02}"/>
          </ac:inkMkLst>
        </pc:inkChg>
        <pc:inkChg chg="add del mod">
          <ac:chgData name="하 승웅" userId="f9089b053ea938d5" providerId="LiveId" clId="{E7C7E892-0CB8-48CE-BCD1-2104E53C57D0}" dt="2023-07-03T16:51:53.160" v="28" actId="9405"/>
          <ac:inkMkLst>
            <pc:docMk/>
            <pc:sldMk cId="3745310151" sldId="259"/>
            <ac:inkMk id="18" creationId="{B8983457-9843-D270-9F5E-B585E5D22694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9" creationId="{1928E9F0-9F74-34FE-1054-3ABCEA550B76}"/>
          </ac:inkMkLst>
        </pc:inkChg>
        <pc:inkChg chg="add del mod">
          <ac:chgData name="하 승웅" userId="f9089b053ea938d5" providerId="LiveId" clId="{E7C7E892-0CB8-48CE-BCD1-2104E53C57D0}" dt="2023-07-03T16:51:52.891" v="27" actId="9405"/>
          <ac:inkMkLst>
            <pc:docMk/>
            <pc:sldMk cId="3745310151" sldId="259"/>
            <ac:inkMk id="19" creationId="{9139F28D-92CA-87B5-79CB-C8B0F836B4A5}"/>
          </ac:inkMkLst>
        </pc:inkChg>
        <pc:inkChg chg="add del mod">
          <ac:chgData name="하 승웅" userId="f9089b053ea938d5" providerId="LiveId" clId="{E7C7E892-0CB8-48CE-BCD1-2104E53C57D0}" dt="2023-07-03T16:51:52.591" v="26" actId="9405"/>
          <ac:inkMkLst>
            <pc:docMk/>
            <pc:sldMk cId="3745310151" sldId="259"/>
            <ac:inkMk id="20" creationId="{8035B2BD-F549-957D-1039-4C67CE03CC36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20" creationId="{A01BA4DB-5696-9F4C-8245-AD46151B16BB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21" creationId="{756D3276-59FC-754F-0B01-9DF5D473C434}"/>
          </ac:inkMkLst>
        </pc:inkChg>
        <pc:inkChg chg="add del mod">
          <ac:chgData name="하 승웅" userId="f9089b053ea938d5" providerId="LiveId" clId="{E7C7E892-0CB8-48CE-BCD1-2104E53C57D0}" dt="2023-07-03T16:51:52.293" v="25"/>
          <ac:inkMkLst>
            <pc:docMk/>
            <pc:sldMk cId="3745310151" sldId="259"/>
            <ac:inkMk id="21" creationId="{BFF73D92-7AD0-B0AA-DC66-4C5F32C9F254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22" creationId="{7C8ACE7C-32C1-95DD-64D1-FE6EEFA6DE0B}"/>
          </ac:inkMkLst>
        </pc:inkChg>
        <pc:inkChg chg="add mod">
          <ac:chgData name="하 승웅" userId="f9089b053ea938d5" providerId="LiveId" clId="{E7C7E892-0CB8-48CE-BCD1-2104E53C57D0}" dt="2023-07-03T16:52:01.427" v="39"/>
          <ac:inkMkLst>
            <pc:docMk/>
            <pc:sldMk cId="3745310151" sldId="259"/>
            <ac:inkMk id="23" creationId="{35868079-1682-2ECC-527F-178A3866CE76}"/>
          </ac:inkMkLst>
        </pc:inkChg>
        <pc:inkChg chg="add mod">
          <ac:chgData name="하 승웅" userId="f9089b053ea938d5" providerId="LiveId" clId="{E7C7E892-0CB8-48CE-BCD1-2104E53C57D0}" dt="2023-07-03T16:52:01.427" v="39"/>
          <ac:inkMkLst>
            <pc:docMk/>
            <pc:sldMk cId="3745310151" sldId="259"/>
            <ac:inkMk id="24" creationId="{D4D8E061-C2F6-E4CA-2D0B-6F4CA8079B20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25" creationId="{1911076E-C633-7CF5-48AE-8718A285E2E7}"/>
          </ac:inkMkLst>
        </pc:inkChg>
        <pc:inkChg chg="add mod">
          <ac:chgData name="하 승웅" userId="f9089b053ea938d5" providerId="LiveId" clId="{E7C7E892-0CB8-48CE-BCD1-2104E53C57D0}" dt="2023-07-03T16:52:01.427" v="39"/>
          <ac:inkMkLst>
            <pc:docMk/>
            <pc:sldMk cId="3745310151" sldId="259"/>
            <ac:inkMk id="26" creationId="{09C8D715-B485-E55D-505B-F38B677F3C1B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27" creationId="{3496099C-3286-DE6E-CD75-6349A6C10676}"/>
          </ac:inkMkLst>
        </pc:inkChg>
        <pc:inkChg chg="add mod">
          <ac:chgData name="하 승웅" userId="f9089b053ea938d5" providerId="LiveId" clId="{E7C7E892-0CB8-48CE-BCD1-2104E53C57D0}" dt="2023-07-03T16:52:01.427" v="39"/>
          <ac:inkMkLst>
            <pc:docMk/>
            <pc:sldMk cId="3745310151" sldId="259"/>
            <ac:inkMk id="28" creationId="{365BD86B-8DF0-24B7-7B14-FFF77E2C2DDB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29" creationId="{322A2468-E5F0-A190-81AE-B36969F3B8F4}"/>
          </ac:inkMkLst>
        </pc:inkChg>
        <pc:inkChg chg="add mod">
          <ac:chgData name="하 승웅" userId="f9089b053ea938d5" providerId="LiveId" clId="{E7C7E892-0CB8-48CE-BCD1-2104E53C57D0}" dt="2023-07-03T16:52:01.427" v="39"/>
          <ac:inkMkLst>
            <pc:docMk/>
            <pc:sldMk cId="3745310151" sldId="259"/>
            <ac:inkMk id="30" creationId="{E32B0109-A84F-9B8B-CB70-928B26E8717C}"/>
          </ac:inkMkLst>
        </pc:inkChg>
        <pc:inkChg chg="add mod">
          <ac:chgData name="하 승웅" userId="f9089b053ea938d5" providerId="LiveId" clId="{E7C7E892-0CB8-48CE-BCD1-2104E53C57D0}" dt="2023-07-03T16:52:01.427" v="39"/>
          <ac:inkMkLst>
            <pc:docMk/>
            <pc:sldMk cId="3745310151" sldId="259"/>
            <ac:inkMk id="31" creationId="{D397924A-0B10-ABAC-E0E2-96A34B0D8F2A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33" creationId="{C4EA7A4F-95FD-0F5E-57B4-AFDBF3B6CD00}"/>
          </ac:inkMkLst>
        </pc:inkChg>
        <pc:inkChg chg="add del">
          <ac:chgData name="하 승웅" userId="f9089b053ea938d5" providerId="LiveId" clId="{E7C7E892-0CB8-48CE-BCD1-2104E53C57D0}" dt="2023-07-03T16:52:09.664" v="41" actId="9405"/>
          <ac:inkMkLst>
            <pc:docMk/>
            <pc:sldMk cId="3745310151" sldId="259"/>
            <ac:inkMk id="33" creationId="{FE1F31E0-1D6E-322B-B691-15F0B1D28B83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34" creationId="{924E57D8-0C2E-9E41-E473-ED95F13842F9}"/>
          </ac:inkMkLst>
        </pc:inkChg>
        <pc:inkChg chg="add del">
          <ac:chgData name="하 승웅" userId="f9089b053ea938d5" providerId="LiveId" clId="{E7C7E892-0CB8-48CE-BCD1-2104E53C57D0}" dt="2023-07-03T16:52:12.188" v="43" actId="9405"/>
          <ac:inkMkLst>
            <pc:docMk/>
            <pc:sldMk cId="3745310151" sldId="259"/>
            <ac:inkMk id="34" creationId="{A05C5D13-2872-4355-37D4-7BC6D51214F7}"/>
          </ac:inkMkLst>
        </pc:inkChg>
        <pc:inkChg chg="add mod">
          <ac:chgData name="하 승웅" userId="f9089b053ea938d5" providerId="LiveId" clId="{E7C7E892-0CB8-48CE-BCD1-2104E53C57D0}" dt="2023-07-03T16:52:20.644" v="55"/>
          <ac:inkMkLst>
            <pc:docMk/>
            <pc:sldMk cId="3745310151" sldId="259"/>
            <ac:inkMk id="35" creationId="{35752759-0650-7096-7482-BBF4C762D263}"/>
          </ac:inkMkLst>
        </pc:inkChg>
        <pc:inkChg chg="add mod">
          <ac:chgData name="하 승웅" userId="f9089b053ea938d5" providerId="LiveId" clId="{E7C7E892-0CB8-48CE-BCD1-2104E53C57D0}" dt="2023-07-03T16:52:20.644" v="55"/>
          <ac:inkMkLst>
            <pc:docMk/>
            <pc:sldMk cId="3745310151" sldId="259"/>
            <ac:inkMk id="36" creationId="{EA5BDF2E-60B0-02A2-A565-1CE09BAEB454}"/>
          </ac:inkMkLst>
        </pc:inkChg>
        <pc:inkChg chg="add mod">
          <ac:chgData name="하 승웅" userId="f9089b053ea938d5" providerId="LiveId" clId="{E7C7E892-0CB8-48CE-BCD1-2104E53C57D0}" dt="2023-07-03T16:52:20.644" v="55"/>
          <ac:inkMkLst>
            <pc:docMk/>
            <pc:sldMk cId="3745310151" sldId="259"/>
            <ac:inkMk id="37" creationId="{058C1E6B-4274-FC24-3C9F-F851746F69DD}"/>
          </ac:inkMkLst>
        </pc:inkChg>
        <pc:inkChg chg="add mod">
          <ac:chgData name="하 승웅" userId="f9089b053ea938d5" providerId="LiveId" clId="{E7C7E892-0CB8-48CE-BCD1-2104E53C57D0}" dt="2023-07-03T16:52:20.644" v="55"/>
          <ac:inkMkLst>
            <pc:docMk/>
            <pc:sldMk cId="3745310151" sldId="259"/>
            <ac:inkMk id="38" creationId="{4D668F79-C26C-F8C2-C551-EFE2B85442FD}"/>
          </ac:inkMkLst>
        </pc:inkChg>
        <pc:inkChg chg="add mod">
          <ac:chgData name="하 승웅" userId="f9089b053ea938d5" providerId="LiveId" clId="{E7C7E892-0CB8-48CE-BCD1-2104E53C57D0}" dt="2023-07-03T16:52:20.644" v="55"/>
          <ac:inkMkLst>
            <pc:docMk/>
            <pc:sldMk cId="3745310151" sldId="259"/>
            <ac:inkMk id="39" creationId="{66FBDA30-B906-F1E6-0E70-EA256D267AF0}"/>
          </ac:inkMkLst>
        </pc:inkChg>
        <pc:inkChg chg="add mod">
          <ac:chgData name="하 승웅" userId="f9089b053ea938d5" providerId="LiveId" clId="{E7C7E892-0CB8-48CE-BCD1-2104E53C57D0}" dt="2023-07-03T16:52:20.644" v="55"/>
          <ac:inkMkLst>
            <pc:docMk/>
            <pc:sldMk cId="3745310151" sldId="259"/>
            <ac:inkMk id="40" creationId="{D2979581-F216-8B7B-4A35-62408D1ECAC6}"/>
          </ac:inkMkLst>
        </pc:inkChg>
        <pc:inkChg chg="add mod">
          <ac:chgData name="하 승웅" userId="f9089b053ea938d5" providerId="LiveId" clId="{E7C7E892-0CB8-48CE-BCD1-2104E53C57D0}" dt="2023-07-03T16:52:20.644" v="55"/>
          <ac:inkMkLst>
            <pc:docMk/>
            <pc:sldMk cId="3745310151" sldId="259"/>
            <ac:inkMk id="41" creationId="{CC4FA333-79CA-FE70-7C21-8A04ADE1B528}"/>
          </ac:inkMkLst>
        </pc:inkChg>
        <pc:inkChg chg="add mod">
          <ac:chgData name="하 승웅" userId="f9089b053ea938d5" providerId="LiveId" clId="{E7C7E892-0CB8-48CE-BCD1-2104E53C57D0}" dt="2023-07-03T16:52:20.644" v="55"/>
          <ac:inkMkLst>
            <pc:docMk/>
            <pc:sldMk cId="3745310151" sldId="259"/>
            <ac:inkMk id="42" creationId="{DC92BA6A-CAF1-15F6-1A8E-12B097B63B2A}"/>
          </ac:inkMkLst>
        </pc:inkChg>
        <pc:inkChg chg="add mod">
          <ac:chgData name="하 승웅" userId="f9089b053ea938d5" providerId="LiveId" clId="{E7C7E892-0CB8-48CE-BCD1-2104E53C57D0}" dt="2023-07-03T16:52:20.644" v="55"/>
          <ac:inkMkLst>
            <pc:docMk/>
            <pc:sldMk cId="3745310151" sldId="259"/>
            <ac:inkMk id="43" creationId="{56EFEDA7-617A-772A-F6AA-90A0233CE2CB}"/>
          </ac:inkMkLst>
        </pc:inkChg>
        <pc:inkChg chg="add mod">
          <ac:chgData name="하 승웅" userId="f9089b053ea938d5" providerId="LiveId" clId="{E7C7E892-0CB8-48CE-BCD1-2104E53C57D0}" dt="2023-07-03T16:52:20.644" v="55"/>
          <ac:inkMkLst>
            <pc:docMk/>
            <pc:sldMk cId="3745310151" sldId="259"/>
            <ac:inkMk id="44" creationId="{AD910A26-3349-5B58-D59C-66FF2E21967B}"/>
          </ac:inkMkLst>
        </pc:inkChg>
        <pc:inkChg chg="add mod">
          <ac:chgData name="하 승웅" userId="f9089b053ea938d5" providerId="LiveId" clId="{E7C7E892-0CB8-48CE-BCD1-2104E53C57D0}" dt="2023-07-03T16:52:20.644" v="55"/>
          <ac:inkMkLst>
            <pc:docMk/>
            <pc:sldMk cId="3745310151" sldId="259"/>
            <ac:inkMk id="45" creationId="{F78C864C-0DF9-EE14-F1FA-5329B3CB4A3F}"/>
          </ac:inkMkLst>
        </pc:inkChg>
        <pc:inkChg chg="add mod">
          <ac:chgData name="하 승웅" userId="f9089b053ea938d5" providerId="LiveId" clId="{E7C7E892-0CB8-48CE-BCD1-2104E53C57D0}" dt="2023-07-03T16:52:28.801" v="69"/>
          <ac:inkMkLst>
            <pc:docMk/>
            <pc:sldMk cId="3745310151" sldId="259"/>
            <ac:inkMk id="47" creationId="{B4524041-F1F6-EA94-1F09-47D6A28F0B56}"/>
          </ac:inkMkLst>
        </pc:inkChg>
        <pc:inkChg chg="add mod">
          <ac:chgData name="하 승웅" userId="f9089b053ea938d5" providerId="LiveId" clId="{E7C7E892-0CB8-48CE-BCD1-2104E53C57D0}" dt="2023-07-03T16:52:28.801" v="69"/>
          <ac:inkMkLst>
            <pc:docMk/>
            <pc:sldMk cId="3745310151" sldId="259"/>
            <ac:inkMk id="48" creationId="{697BBE98-1DA0-00AE-6832-5E4D87D4D159}"/>
          </ac:inkMkLst>
        </pc:inkChg>
        <pc:inkChg chg="add mod">
          <ac:chgData name="하 승웅" userId="f9089b053ea938d5" providerId="LiveId" clId="{E7C7E892-0CB8-48CE-BCD1-2104E53C57D0}" dt="2023-07-03T16:52:28.801" v="69"/>
          <ac:inkMkLst>
            <pc:docMk/>
            <pc:sldMk cId="3745310151" sldId="259"/>
            <ac:inkMk id="49" creationId="{C42FE764-98DD-AC42-8880-BA353EE2F434}"/>
          </ac:inkMkLst>
        </pc:inkChg>
        <pc:inkChg chg="add mod">
          <ac:chgData name="하 승웅" userId="f9089b053ea938d5" providerId="LiveId" clId="{E7C7E892-0CB8-48CE-BCD1-2104E53C57D0}" dt="2023-07-03T16:52:28.801" v="69"/>
          <ac:inkMkLst>
            <pc:docMk/>
            <pc:sldMk cId="3745310151" sldId="259"/>
            <ac:inkMk id="50" creationId="{5F0D7E81-7F24-3E73-93FD-5488E6DBBDFF}"/>
          </ac:inkMkLst>
        </pc:inkChg>
        <pc:inkChg chg="add mod">
          <ac:chgData name="하 승웅" userId="f9089b053ea938d5" providerId="LiveId" clId="{E7C7E892-0CB8-48CE-BCD1-2104E53C57D0}" dt="2023-07-03T16:52:28.801" v="69"/>
          <ac:inkMkLst>
            <pc:docMk/>
            <pc:sldMk cId="3745310151" sldId="259"/>
            <ac:inkMk id="51" creationId="{0A4571E9-D0A7-A9ED-69BF-3717972D6930}"/>
          </ac:inkMkLst>
        </pc:inkChg>
        <pc:inkChg chg="add mod">
          <ac:chgData name="하 승웅" userId="f9089b053ea938d5" providerId="LiveId" clId="{E7C7E892-0CB8-48CE-BCD1-2104E53C57D0}" dt="2023-07-03T16:52:28.801" v="69"/>
          <ac:inkMkLst>
            <pc:docMk/>
            <pc:sldMk cId="3745310151" sldId="259"/>
            <ac:inkMk id="52" creationId="{200FD855-F0EC-568D-C3E8-D8DF19E5F4C7}"/>
          </ac:inkMkLst>
        </pc:inkChg>
        <pc:inkChg chg="add mod">
          <ac:chgData name="하 승웅" userId="f9089b053ea938d5" providerId="LiveId" clId="{E7C7E892-0CB8-48CE-BCD1-2104E53C57D0}" dt="2023-07-03T16:52:28.801" v="69"/>
          <ac:inkMkLst>
            <pc:docMk/>
            <pc:sldMk cId="3745310151" sldId="259"/>
            <ac:inkMk id="53" creationId="{06DBC5E8-1875-EB72-7B32-BF8C0A8EB1C5}"/>
          </ac:inkMkLst>
        </pc:inkChg>
        <pc:inkChg chg="add mod">
          <ac:chgData name="하 승웅" userId="f9089b053ea938d5" providerId="LiveId" clId="{E7C7E892-0CB8-48CE-BCD1-2104E53C57D0}" dt="2023-07-03T16:52:28.801" v="69"/>
          <ac:inkMkLst>
            <pc:docMk/>
            <pc:sldMk cId="3745310151" sldId="259"/>
            <ac:inkMk id="54" creationId="{242CE79F-BD11-A0E7-5175-A7CCA231DF27}"/>
          </ac:inkMkLst>
        </pc:inkChg>
        <pc:inkChg chg="add mod">
          <ac:chgData name="하 승웅" userId="f9089b053ea938d5" providerId="LiveId" clId="{E7C7E892-0CB8-48CE-BCD1-2104E53C57D0}" dt="2023-07-03T16:52:28.801" v="69"/>
          <ac:inkMkLst>
            <pc:docMk/>
            <pc:sldMk cId="3745310151" sldId="259"/>
            <ac:inkMk id="55" creationId="{ADF80B64-B836-A312-C5DC-BFBF61047F8F}"/>
          </ac:inkMkLst>
        </pc:inkChg>
        <pc:inkChg chg="add mod">
          <ac:chgData name="하 승웅" userId="f9089b053ea938d5" providerId="LiveId" clId="{E7C7E892-0CB8-48CE-BCD1-2104E53C57D0}" dt="2023-07-03T16:52:28.801" v="69"/>
          <ac:inkMkLst>
            <pc:docMk/>
            <pc:sldMk cId="3745310151" sldId="259"/>
            <ac:inkMk id="56" creationId="{6B21096B-29B0-0E77-5DDE-CEFE22F4AE3A}"/>
          </ac:inkMkLst>
        </pc:inkChg>
        <pc:inkChg chg="add mod">
          <ac:chgData name="하 승웅" userId="f9089b053ea938d5" providerId="LiveId" clId="{E7C7E892-0CB8-48CE-BCD1-2104E53C57D0}" dt="2023-07-03T16:52:28.801" v="69"/>
          <ac:inkMkLst>
            <pc:docMk/>
            <pc:sldMk cId="3745310151" sldId="259"/>
            <ac:inkMk id="57" creationId="{7BD6DB9C-90DC-3439-C0DC-9C02924CDAD3}"/>
          </ac:inkMkLst>
        </pc:inkChg>
        <pc:inkChg chg="add mod">
          <ac:chgData name="하 승웅" userId="f9089b053ea938d5" providerId="LiveId" clId="{E7C7E892-0CB8-48CE-BCD1-2104E53C57D0}" dt="2023-07-03T16:52:28.801" v="69"/>
          <ac:inkMkLst>
            <pc:docMk/>
            <pc:sldMk cId="3745310151" sldId="259"/>
            <ac:inkMk id="58" creationId="{0372CB05-B0C8-8ECD-9BF2-B2AC2901C59E}"/>
          </ac:inkMkLst>
        </pc:inkChg>
        <pc:inkChg chg="add mod">
          <ac:chgData name="하 승웅" userId="f9089b053ea938d5" providerId="LiveId" clId="{E7C7E892-0CB8-48CE-BCD1-2104E53C57D0}" dt="2023-07-03T16:52:28.801" v="69"/>
          <ac:inkMkLst>
            <pc:docMk/>
            <pc:sldMk cId="3745310151" sldId="259"/>
            <ac:inkMk id="59" creationId="{E3D51069-005D-C834-107C-95A154C82CAA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61" creationId="{68C6372A-72DA-FF4F-8E0C-38B7688CA573}"/>
          </ac:inkMkLst>
        </pc:inkChg>
        <pc:inkChg chg="add del mod">
          <ac:chgData name="하 승웅" userId="f9089b053ea938d5" providerId="LiveId" clId="{E7C7E892-0CB8-48CE-BCD1-2104E53C57D0}" dt="2023-07-14T19:51:42.174" v="96" actId="478"/>
          <ac:inkMkLst>
            <pc:docMk/>
            <pc:sldMk cId="3745310151" sldId="259"/>
            <ac:inkMk id="63" creationId="{66533E5E-1B68-410B-5299-E3890D8674ED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64" creationId="{63014F12-7910-E0E0-7BAC-D1D80017B028}"/>
          </ac:inkMkLst>
        </pc:inkChg>
        <pc:inkChg chg="add del mod">
          <ac:chgData name="하 승웅" userId="f9089b053ea938d5" providerId="LiveId" clId="{E7C7E892-0CB8-48CE-BCD1-2104E53C57D0}" dt="2023-07-03T16:52:36.596" v="78" actId="9405"/>
          <ac:inkMkLst>
            <pc:docMk/>
            <pc:sldMk cId="3745310151" sldId="259"/>
            <ac:inkMk id="64" creationId="{663F19BE-0685-0A99-9A2A-CA809A642910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65" creationId="{8462247D-3474-8911-B4C1-567809824A6B}"/>
          </ac:inkMkLst>
        </pc:inkChg>
        <pc:inkChg chg="add del mod">
          <ac:chgData name="하 승웅" userId="f9089b053ea938d5" providerId="LiveId" clId="{E7C7E892-0CB8-48CE-BCD1-2104E53C57D0}" dt="2023-07-03T16:52:35.922" v="77" actId="9405"/>
          <ac:inkMkLst>
            <pc:docMk/>
            <pc:sldMk cId="3745310151" sldId="259"/>
            <ac:inkMk id="65" creationId="{B5656952-CBEA-5A8C-9F46-302CC48823CB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66" creationId="{1601702A-0524-BCC7-ADB4-178086AD522D}"/>
          </ac:inkMkLst>
        </pc:inkChg>
        <pc:inkChg chg="add del mod">
          <ac:chgData name="하 승웅" userId="f9089b053ea938d5" providerId="LiveId" clId="{E7C7E892-0CB8-48CE-BCD1-2104E53C57D0}" dt="2023-07-03T16:52:35.621" v="76"/>
          <ac:inkMkLst>
            <pc:docMk/>
            <pc:sldMk cId="3745310151" sldId="259"/>
            <ac:inkMk id="66" creationId="{6E82BC85-5D04-20C9-6ADC-F4D3B1F8C03E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67" creationId="{97582B47-917C-EE71-EB95-23F1550CDD02}"/>
          </ac:inkMkLst>
        </pc:inkChg>
        <pc:inkChg chg="add mod">
          <ac:chgData name="하 승웅" userId="f9089b053ea938d5" providerId="LiveId" clId="{E7C7E892-0CB8-48CE-BCD1-2104E53C57D0}" dt="2023-07-03T16:52:41.187" v="82"/>
          <ac:inkMkLst>
            <pc:docMk/>
            <pc:sldMk cId="3745310151" sldId="259"/>
            <ac:inkMk id="68" creationId="{5CEFD0EE-1D8F-CBB0-1636-D7E34F09FC26}"/>
          </ac:inkMkLst>
        </pc:inkChg>
        <pc:inkChg chg="add mod">
          <ac:chgData name="하 승웅" userId="f9089b053ea938d5" providerId="LiveId" clId="{E7C7E892-0CB8-48CE-BCD1-2104E53C57D0}" dt="2023-07-03T16:52:41.187" v="82"/>
          <ac:inkMkLst>
            <pc:docMk/>
            <pc:sldMk cId="3745310151" sldId="259"/>
            <ac:inkMk id="69" creationId="{FC49D09D-6EA4-6B7D-8724-C9993B686535}"/>
          </ac:inkMkLst>
        </pc:inkChg>
        <pc:inkChg chg="add mod">
          <ac:chgData name="하 승웅" userId="f9089b053ea938d5" providerId="LiveId" clId="{E7C7E892-0CB8-48CE-BCD1-2104E53C57D0}" dt="2023-07-03T16:52:41.187" v="82"/>
          <ac:inkMkLst>
            <pc:docMk/>
            <pc:sldMk cId="3745310151" sldId="259"/>
            <ac:inkMk id="70" creationId="{C6B8F5E9-A80D-4592-BC62-BB13A4E77748}"/>
          </ac:inkMkLst>
        </pc:inkChg>
        <pc:inkChg chg="add mod">
          <ac:chgData name="하 승웅" userId="f9089b053ea938d5" providerId="LiveId" clId="{E7C7E892-0CB8-48CE-BCD1-2104E53C57D0}" dt="2023-07-03T16:52:55.436" v="94"/>
          <ac:inkMkLst>
            <pc:docMk/>
            <pc:sldMk cId="3745310151" sldId="259"/>
            <ac:inkMk id="72" creationId="{BD3F9604-C4B5-897F-15EC-AF34A6BB09AC}"/>
          </ac:inkMkLst>
        </pc:inkChg>
        <pc:inkChg chg="add mod">
          <ac:chgData name="하 승웅" userId="f9089b053ea938d5" providerId="LiveId" clId="{E7C7E892-0CB8-48CE-BCD1-2104E53C57D0}" dt="2023-07-03T16:52:55.436" v="94"/>
          <ac:inkMkLst>
            <pc:docMk/>
            <pc:sldMk cId="3745310151" sldId="259"/>
            <ac:inkMk id="73" creationId="{79A93275-6AF2-8A6E-1807-11B60B2A20DF}"/>
          </ac:inkMkLst>
        </pc:inkChg>
        <pc:inkChg chg="add mod">
          <ac:chgData name="하 승웅" userId="f9089b053ea938d5" providerId="LiveId" clId="{E7C7E892-0CB8-48CE-BCD1-2104E53C57D0}" dt="2023-07-03T16:52:55.436" v="94"/>
          <ac:inkMkLst>
            <pc:docMk/>
            <pc:sldMk cId="3745310151" sldId="259"/>
            <ac:inkMk id="74" creationId="{798DBFC6-351B-A6DC-FF15-1A0CA46F85FC}"/>
          </ac:inkMkLst>
        </pc:inkChg>
        <pc:inkChg chg="add mod">
          <ac:chgData name="하 승웅" userId="f9089b053ea938d5" providerId="LiveId" clId="{E7C7E892-0CB8-48CE-BCD1-2104E53C57D0}" dt="2023-07-03T16:52:55.436" v="94"/>
          <ac:inkMkLst>
            <pc:docMk/>
            <pc:sldMk cId="3745310151" sldId="259"/>
            <ac:inkMk id="75" creationId="{A5660100-3582-4485-10F6-37E669CAAAE0}"/>
          </ac:inkMkLst>
        </pc:inkChg>
        <pc:inkChg chg="add mod">
          <ac:chgData name="하 승웅" userId="f9089b053ea938d5" providerId="LiveId" clId="{E7C7E892-0CB8-48CE-BCD1-2104E53C57D0}" dt="2023-07-03T16:52:55.436" v="94"/>
          <ac:inkMkLst>
            <pc:docMk/>
            <pc:sldMk cId="3745310151" sldId="259"/>
            <ac:inkMk id="76" creationId="{82807462-B51B-44FC-3A40-9FEE0221C2CB}"/>
          </ac:inkMkLst>
        </pc:inkChg>
        <pc:inkChg chg="add mod">
          <ac:chgData name="하 승웅" userId="f9089b053ea938d5" providerId="LiveId" clId="{E7C7E892-0CB8-48CE-BCD1-2104E53C57D0}" dt="2023-07-03T16:52:55.436" v="94"/>
          <ac:inkMkLst>
            <pc:docMk/>
            <pc:sldMk cId="3745310151" sldId="259"/>
            <ac:inkMk id="77" creationId="{BF8C6454-3086-6970-AEBF-5595B6E702EC}"/>
          </ac:inkMkLst>
        </pc:inkChg>
        <pc:inkChg chg="add mod">
          <ac:chgData name="하 승웅" userId="f9089b053ea938d5" providerId="LiveId" clId="{E7C7E892-0CB8-48CE-BCD1-2104E53C57D0}" dt="2023-07-03T16:52:55.436" v="94"/>
          <ac:inkMkLst>
            <pc:docMk/>
            <pc:sldMk cId="3745310151" sldId="259"/>
            <ac:inkMk id="78" creationId="{A1DE091C-4DA5-811F-9BDB-5101E2450690}"/>
          </ac:inkMkLst>
        </pc:inkChg>
        <pc:inkChg chg="add mod">
          <ac:chgData name="하 승웅" userId="f9089b053ea938d5" providerId="LiveId" clId="{E7C7E892-0CB8-48CE-BCD1-2104E53C57D0}" dt="2023-07-03T16:52:55.436" v="94"/>
          <ac:inkMkLst>
            <pc:docMk/>
            <pc:sldMk cId="3745310151" sldId="259"/>
            <ac:inkMk id="81" creationId="{8A3B3B7E-CA8D-643C-60AD-6EC58C975DCD}"/>
          </ac:inkMkLst>
        </pc:inkChg>
        <pc:inkChg chg="add mod">
          <ac:chgData name="하 승웅" userId="f9089b053ea938d5" providerId="LiveId" clId="{E7C7E892-0CB8-48CE-BCD1-2104E53C57D0}" dt="2023-07-03T16:52:55.436" v="94"/>
          <ac:inkMkLst>
            <pc:docMk/>
            <pc:sldMk cId="3745310151" sldId="259"/>
            <ac:inkMk id="82" creationId="{4E7810C3-F798-2CB2-5FD1-ED970F62F0D7}"/>
          </ac:inkMkLst>
        </pc:inkChg>
        <pc:inkChg chg="add del">
          <ac:chgData name="하 승웅" userId="f9089b053ea938d5" providerId="LiveId" clId="{E7C7E892-0CB8-48CE-BCD1-2104E53C57D0}" dt="2023-07-14T19:51:42.174" v="96" actId="478"/>
          <ac:inkMkLst>
            <pc:docMk/>
            <pc:sldMk cId="3745310151" sldId="259"/>
            <ac:inkMk id="83" creationId="{30B9FC0D-0CF7-3998-E9E0-E98765A1F98F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86" creationId="{FB816B5C-2B4F-B664-FAD4-95573733841B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87" creationId="{102368D1-0B85-9D4B-CF2B-28C4EB931B6D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89" creationId="{123950A9-2A14-82EB-CF73-72D8FFA7EB10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90" creationId="{B3B0C783-8DFF-9D57-50A5-369ECC95DA7F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91" creationId="{9B2678E3-0764-9E32-0B98-9207AC230634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93" creationId="{865C1293-58F3-B702-EFF1-EC4543F07083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94" creationId="{619CA6E9-6DCF-F5BE-460B-E228C511811C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95" creationId="{B2C72214-DD0D-65BB-826E-B2A6C4D8A491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96" creationId="{476FC0BA-5B6B-8AF7-186E-9D51E892BF59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97" creationId="{433279DE-A80F-8EF3-D3C5-B802AD95BA64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98" creationId="{81D6D8E6-72FD-9A0E-15A7-EB01E1D0ACA3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99" creationId="{48E16E79-909F-BDAD-6EAD-03098F1E7273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00" creationId="{26A28996-A4C8-81ED-A4FB-A758C9097F4B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01" creationId="{5EFCAF47-8BAE-9E6F-4B35-31BF0360D59D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02" creationId="{9F070FFC-4DBA-869D-5573-2A6EEA8A8EC8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03" creationId="{573A53E8-12C5-7EA4-48BA-D41C41DEC4E9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05" creationId="{567A3E9F-F185-6B26-F2BB-DE3A4A7460AB}"/>
          </ac:inkMkLst>
        </pc:inkChg>
        <pc:inkChg chg="add del">
          <ac:chgData name="하 승웅" userId="f9089b053ea938d5" providerId="LiveId" clId="{E7C7E892-0CB8-48CE-BCD1-2104E53C57D0}" dt="2023-07-14T19:52:19.610" v="141" actId="9405"/>
          <ac:inkMkLst>
            <pc:docMk/>
            <pc:sldMk cId="3745310151" sldId="259"/>
            <ac:inkMk id="106" creationId="{FC88EB31-1552-2687-B1C3-F793DCEFE340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07" creationId="{FDEF4D8C-BC16-6C44-6772-2CF90DB4A4ED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08" creationId="{7B3AE2C6-691B-39FD-3EAC-D629C2B5C377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09" creationId="{07FCDEC5-7FA4-FB05-7A9E-8D84B1D19521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10" creationId="{346D5373-E715-D416-C8D8-59AC993462C6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11" creationId="{58440284-7F55-AA1A-CFAD-A24CF8B90763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12" creationId="{9D903979-ED79-B38D-448A-63C478805A6E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13" creationId="{4975B0AC-C1E3-60F9-D9E2-233641C2D9CC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15" creationId="{E7E987F3-BE05-9428-9333-AAFAF1160A8B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16" creationId="{F58BD555-3E40-596E-80A0-7B8C92F3D45B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17" creationId="{DD7520D9-5E39-AA60-FC24-2B533DE6CDE3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18" creationId="{FBA08D04-3B7F-91AA-4720-97C7C5FDF560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19" creationId="{CA30E8A6-970B-A55E-93C4-0C8C19A770AB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20" creationId="{EF14C145-48ED-D2ED-31BC-8D371B4E288F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21" creationId="{A51E3C77-6B9A-A4E7-4508-3FA04374A542}"/>
          </ac:inkMkLst>
        </pc:inkChg>
        <pc:inkChg chg="add del mod">
          <ac:chgData name="하 승웅" userId="f9089b053ea938d5" providerId="LiveId" clId="{E7C7E892-0CB8-48CE-BCD1-2104E53C57D0}" dt="2023-07-14T19:52:35.433" v="165" actId="9405"/>
          <ac:inkMkLst>
            <pc:docMk/>
            <pc:sldMk cId="3745310151" sldId="259"/>
            <ac:inkMk id="124" creationId="{0CCC31F1-D664-FD7B-1332-75D784CA7813}"/>
          </ac:inkMkLst>
        </pc:inkChg>
        <pc:inkChg chg="add del mod">
          <ac:chgData name="하 승웅" userId="f9089b053ea938d5" providerId="LiveId" clId="{E7C7E892-0CB8-48CE-BCD1-2104E53C57D0}" dt="2023-07-14T19:52:35.160" v="164" actId="9405"/>
          <ac:inkMkLst>
            <pc:docMk/>
            <pc:sldMk cId="3745310151" sldId="259"/>
            <ac:inkMk id="125" creationId="{54B41AC6-B5C6-8D4B-A388-8C021B2A781C}"/>
          </ac:inkMkLst>
        </pc:inkChg>
        <pc:inkChg chg="add del mod">
          <ac:chgData name="하 승웅" userId="f9089b053ea938d5" providerId="LiveId" clId="{E7C7E892-0CB8-48CE-BCD1-2104E53C57D0}" dt="2023-07-14T19:52:34.949" v="163"/>
          <ac:inkMkLst>
            <pc:docMk/>
            <pc:sldMk cId="3745310151" sldId="259"/>
            <ac:inkMk id="126" creationId="{F625C877-2BB2-46CF-48A3-2527CED123F0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28" creationId="{6296428E-CF36-7822-10E1-46BE99C95BE2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29" creationId="{3E986B3E-C959-E771-5F80-90E5377E05C9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30" creationId="{D1525727-4925-34E5-BADC-188DC17AC861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31" creationId="{B73054BE-6138-B6AC-60E9-C7AA0C72D8A7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32" creationId="{BD576A5B-75B3-71CA-B078-FC11B48BA8D6}"/>
          </ac:inkMkLst>
        </pc:inkChg>
        <pc:inkChg chg="add del mod">
          <ac:chgData name="하 승웅" userId="f9089b053ea938d5" providerId="LiveId" clId="{E7C7E892-0CB8-48CE-BCD1-2104E53C57D0}" dt="2023-07-14T19:52:40.132" v="178"/>
          <ac:inkMkLst>
            <pc:docMk/>
            <pc:sldMk cId="3745310151" sldId="259"/>
            <ac:inkMk id="133" creationId="{77AE991C-30EE-CD3F-8D9F-9565E0032752}"/>
          </ac:inkMkLst>
        </pc:inkChg>
        <pc:inkChg chg="add del">
          <ac:chgData name="하 승웅" userId="f9089b053ea938d5" providerId="LiveId" clId="{E7C7E892-0CB8-48CE-BCD1-2104E53C57D0}" dt="2023-07-14T19:52:39.735" v="175" actId="9405"/>
          <ac:inkMkLst>
            <pc:docMk/>
            <pc:sldMk cId="3745310151" sldId="259"/>
            <ac:inkMk id="134" creationId="{E1D7D641-E0A3-6D3F-44DE-AC3F598A1033}"/>
          </ac:inkMkLst>
        </pc:inkChg>
        <pc:inkChg chg="add del">
          <ac:chgData name="하 승웅" userId="f9089b053ea938d5" providerId="LiveId" clId="{E7C7E892-0CB8-48CE-BCD1-2104E53C57D0}" dt="2023-07-14T19:52:39.570" v="174" actId="9405"/>
          <ac:inkMkLst>
            <pc:docMk/>
            <pc:sldMk cId="3745310151" sldId="259"/>
            <ac:inkMk id="135" creationId="{6E2CAF9A-A3AA-E888-877F-ACABBF172115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38" creationId="{20803BAB-FD0D-EBEC-81F0-E4806BE8B361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39" creationId="{031C2BD5-90E0-CE33-486D-58A98254E9FA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40" creationId="{AD03AF3A-56DF-C7C5-B16E-791DC13EADFB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41" creationId="{8112161C-C420-8492-82BE-417D7D9A73D5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43" creationId="{0DE46257-15DC-D647-B018-B1FE08B8770D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44" creationId="{34281DDF-0EA1-5935-5138-BB1AB34D6B72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45" creationId="{14F4E642-EB0B-8938-543F-C5D63B920612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46" creationId="{C84BF11A-86EA-ABBB-D7B5-E42B9C8D106D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47" creationId="{A6E5C20C-6515-5886-CA91-D1A0B93D5166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48" creationId="{D81788BF-D9B7-A0D9-A662-36E8E3107679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49" creationId="{85105E94-4A7C-B77C-58FF-2E307EF28A79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50" creationId="{47DAFD1E-A2F7-6AB3-CE3F-47ACDD486A5C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51" creationId="{1B41021A-AFC3-A95F-4D94-506962EFD657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52" creationId="{7B2E5281-FA65-5BD9-3BA9-7E2CC3A48E28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53" creationId="{F278D3EA-338A-8CC6-A04B-FE2D6654CC21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54" creationId="{F7578FD8-5FFD-2ED3-7D4F-9C36AC13CA70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55" creationId="{D1B42192-70FB-1DBB-18EF-D64570FA5010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56" creationId="{0176FB5D-E64E-F0BA-64E9-8F116ED2CFF5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58" creationId="{0A937969-3178-054C-3DC9-CB3385D9B7E1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59" creationId="{FEBFDA47-518E-BF06-8E02-0797DE86FC45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60" creationId="{F23E00EC-E4E9-8F05-BED8-FF0406072F03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61" creationId="{3799FC8B-7F39-6053-DB58-C0F7B0C342E8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62" creationId="{D76F41C0-6B63-64D1-C4EF-3EF2DE87A8FD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63" creationId="{B095BEEC-8FD5-4FB6-902E-2898BDE26B07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64" creationId="{B5F39A3E-3C80-95CB-640A-9E45239414AE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65" creationId="{F42E73F4-1FE1-2C7A-75FB-A616DE50F81B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66" creationId="{C9CF26E8-78E6-B7AA-5012-397C51F71A19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67" creationId="{D65DC54A-70C4-F4F4-B08E-AB26FB2CE13D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68" creationId="{8FBAEB95-50CC-F93D-38EB-A61A95B33E34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70" creationId="{8DB19FC5-8421-3FF3-35EC-C58218F03064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71" creationId="{658FBA21-F1A6-3D2C-02FE-104A3D12E8AE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73" creationId="{6FC6B2DC-E2B7-BE40-287E-4C19B1254245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74" creationId="{92CD133C-E503-5F7B-27EE-738A2D0BF6AD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76" creationId="{4E8C549A-73BD-84B0-F4ED-D6A30369F2BC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77" creationId="{11DAE30F-008C-086B-74CB-4D0D589D32AF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78" creationId="{2B1A2823-3318-AFB6-843E-532CCBCEB28B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79" creationId="{221A03D6-5C0C-A260-86AF-EF9B3D95B17B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80" creationId="{C94F2855-ED47-0CF3-2825-8C3C514C005E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82" creationId="{AEBB9097-9E6D-29A6-A328-468134938B90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83" creationId="{DD8E076A-042D-F898-D0E0-5953519F99FC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84" creationId="{BFD24210-4F62-3139-3930-D821B09E26B1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85" creationId="{09511FA5-27ED-F5AB-F2AF-F119C9D7646F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86" creationId="{3F42B997-D572-8F19-F419-E7596B2CAA7E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87" creationId="{95B16508-C994-91DC-E943-C11A28856BFB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88" creationId="{E49D3B80-151E-9A1B-45E4-B7AA4DD61619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90" creationId="{811C3F44-39EF-98FE-AD6A-235A92CDA5AF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92" creationId="{0D18E9A8-701D-D55A-F713-473D8FE37893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94" creationId="{2E7CC2A8-0C7D-9959-68AB-9B008DD00E2B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95" creationId="{F5723EE5-0BC6-7A02-2484-CFA0B1560875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97" creationId="{06E45B30-9331-EC88-547E-6ABFE9E92A0C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198" creationId="{350A1B27-342E-D67D-D3C2-9B9CA6ADD640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200" creationId="{38648E72-CC1E-910D-35E9-5F9A5841F86D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201" creationId="{195E6CCE-668F-5BE0-E32D-C852BFAAFB98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202" creationId="{25ADB444-1269-551F-73B0-59D483425177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203" creationId="{30741A49-7090-7EEA-7CCD-155F3F0658E5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204" creationId="{8719BDF2-E4FF-5CDD-74D1-49B1E166B192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206" creationId="{263AADE7-DC36-83C8-3547-F5288A2918F1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207" creationId="{26697EA9-BA5C-3248-6A8B-542748BDA14B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208" creationId="{3D029917-C7DE-4673-CF70-89C306DCC0E4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209" creationId="{57C7095A-1412-8FEF-3A89-15C0CDC281E0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210" creationId="{617E9F48-04D4-B00E-8D6C-29B31A15E7CC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211" creationId="{673D93F4-9D93-5371-490D-504C2B6EF6CE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213" creationId="{1E21383E-AAA1-021F-5A79-F31E1F91213C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214" creationId="{C1BA3C0F-1CCB-6324-0E3A-A82E4DD746BA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215" creationId="{F6E772D0-D8B1-E6C0-EFF1-D2582DED6BEE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216" creationId="{D7B356A0-C8C1-24ED-44DA-0A23B6551B0F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217" creationId="{0D578548-FCF7-C768-5A4C-07DBAF6DF02B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218" creationId="{FCAA575E-CDE4-5459-2AF8-12B291D2399A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219" creationId="{9FF9F747-94D8-1EDB-9F9D-4B641E6D31FB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220" creationId="{719D08C3-6DF5-C875-4C67-2CC438D53627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221" creationId="{6BD89C06-398E-3D19-8142-667186D99B2A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222" creationId="{A77212D5-8C88-A168-9934-40D194E0FE94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223" creationId="{ED230584-2873-83EF-AE06-E11CF3F09230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224" creationId="{B3F74FC5-ABC4-6A68-F2EC-A8F8B171C165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225" creationId="{0264567D-3B4F-56FA-3DC8-CCF629A09A0F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226" creationId="{A6F5DA52-B2CF-9FED-980D-C15CE70088EE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228" creationId="{AEF7DDF4-8679-B549-4654-3F74D4C05B5E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229" creationId="{8A721B57-FE11-0A50-6266-BBA79A00CFF5}"/>
          </ac:inkMkLst>
        </pc:inkChg>
        <pc:inkChg chg="add del mod">
          <ac:chgData name="하 승웅" userId="f9089b053ea938d5" providerId="LiveId" clId="{E7C7E892-0CB8-48CE-BCD1-2104E53C57D0}" dt="2023-07-14T19:54:11.617" v="281" actId="9405"/>
          <ac:inkMkLst>
            <pc:docMk/>
            <pc:sldMk cId="3745310151" sldId="259"/>
            <ac:inkMk id="231" creationId="{C3F227B5-F332-0740-8884-27A15931A457}"/>
          </ac:inkMkLst>
        </pc:inkChg>
        <pc:inkChg chg="add del mod">
          <ac:chgData name="하 승웅" userId="f9089b053ea938d5" providerId="LiveId" clId="{E7C7E892-0CB8-48CE-BCD1-2104E53C57D0}" dt="2023-07-14T19:54:11.383" v="280" actId="9405"/>
          <ac:inkMkLst>
            <pc:docMk/>
            <pc:sldMk cId="3745310151" sldId="259"/>
            <ac:inkMk id="232" creationId="{6891BFFF-06DE-B994-BC4E-95127828FFEF}"/>
          </ac:inkMkLst>
        </pc:inkChg>
        <pc:inkChg chg="add del mod">
          <ac:chgData name="하 승웅" userId="f9089b053ea938d5" providerId="LiveId" clId="{E7C7E892-0CB8-48CE-BCD1-2104E53C57D0}" dt="2023-07-14T19:54:11.214" v="279" actId="9405"/>
          <ac:inkMkLst>
            <pc:docMk/>
            <pc:sldMk cId="3745310151" sldId="259"/>
            <ac:inkMk id="233" creationId="{70F19A50-2BEA-0D7A-CE1B-3CB1FBE93971}"/>
          </ac:inkMkLst>
        </pc:inkChg>
        <pc:inkChg chg="add del mod">
          <ac:chgData name="하 승웅" userId="f9089b053ea938d5" providerId="LiveId" clId="{E7C7E892-0CB8-48CE-BCD1-2104E53C57D0}" dt="2023-07-14T19:54:11.041" v="278"/>
          <ac:inkMkLst>
            <pc:docMk/>
            <pc:sldMk cId="3745310151" sldId="259"/>
            <ac:inkMk id="234" creationId="{C579B783-B720-A950-6D46-EA6CB677058D}"/>
          </ac:inkMkLst>
        </pc:inkChg>
        <pc:inkChg chg="add del">
          <ac:chgData name="하 승웅" userId="f9089b053ea938d5" providerId="LiveId" clId="{E7C7E892-0CB8-48CE-BCD1-2104E53C57D0}" dt="2023-07-14T19:54:46.913" v="283" actId="9405"/>
          <ac:inkMkLst>
            <pc:docMk/>
            <pc:sldMk cId="3745310151" sldId="259"/>
            <ac:inkMk id="236" creationId="{D6311F9C-BB7B-28F9-02FB-C57E13FC69B3}"/>
          </ac:inkMkLst>
        </pc:inkChg>
        <pc:inkChg chg="add mod">
          <ac:chgData name="하 승웅" userId="f9089b053ea938d5" providerId="LiveId" clId="{E7C7E892-0CB8-48CE-BCD1-2104E53C57D0}" dt="2023-07-14T19:54:49.945" v="285"/>
          <ac:inkMkLst>
            <pc:docMk/>
            <pc:sldMk cId="3745310151" sldId="259"/>
            <ac:inkMk id="237" creationId="{95BF2480-E3BF-BD6B-F572-A3CFACC9BD0F}"/>
          </ac:inkMkLst>
        </pc:inkChg>
      </pc:sldChg>
      <pc:sldChg chg="addSp delSp modSp new mod">
        <pc:chgData name="하 승웅" userId="f9089b053ea938d5" providerId="LiveId" clId="{E7C7E892-0CB8-48CE-BCD1-2104E53C57D0}" dt="2023-07-15T03:26:19.378" v="2088" actId="1076"/>
        <pc:sldMkLst>
          <pc:docMk/>
          <pc:sldMk cId="1990812192" sldId="260"/>
        </pc:sldMkLst>
        <pc:spChg chg="del">
          <ac:chgData name="하 승웅" userId="f9089b053ea938d5" providerId="LiveId" clId="{E7C7E892-0CB8-48CE-BCD1-2104E53C57D0}" dt="2023-07-14T20:02:39.976" v="289" actId="478"/>
          <ac:spMkLst>
            <pc:docMk/>
            <pc:sldMk cId="1990812192" sldId="260"/>
            <ac:spMk id="2" creationId="{AF13FA8C-871D-F781-4925-FE9581226F6F}"/>
          </ac:spMkLst>
        </pc:spChg>
        <pc:spChg chg="del">
          <ac:chgData name="하 승웅" userId="f9089b053ea938d5" providerId="LiveId" clId="{E7C7E892-0CB8-48CE-BCD1-2104E53C57D0}" dt="2023-07-14T20:02:39.976" v="289" actId="478"/>
          <ac:spMkLst>
            <pc:docMk/>
            <pc:sldMk cId="1990812192" sldId="260"/>
            <ac:spMk id="3" creationId="{039BFC6C-A42C-4DA9-25FB-6165C00755EC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6" creationId="{99BBB32C-FAA0-FFA6-F76E-704B253D57C6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7" creationId="{FB6FD684-61B6-19B8-1A2D-BA84106DBA02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47" creationId="{E9D017B4-B5D3-A1CC-1322-D60ACB11D32E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48" creationId="{E0868C25-DEF0-DE3F-8413-2EC1BA00B86B}"/>
          </ac:spMkLst>
        </pc:spChg>
        <pc:spChg chg="add del mod">
          <ac:chgData name="하 승웅" userId="f9089b053ea938d5" providerId="LiveId" clId="{E7C7E892-0CB8-48CE-BCD1-2104E53C57D0}" dt="2023-07-14T20:09:49.984" v="383" actId="478"/>
          <ac:spMkLst>
            <pc:docMk/>
            <pc:sldMk cId="1990812192" sldId="260"/>
            <ac:spMk id="49" creationId="{A7563BCE-EE27-2130-5249-AB8CF4BA5F66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75" creationId="{16890CCC-3AB1-6DB2-3457-C9E0D1B0E43B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76" creationId="{4BEB773B-F752-4DA3-5707-5D5D8142632D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77" creationId="{5DE36840-14B2-68F9-E41A-037C7D4E99DF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78" creationId="{2922B32E-08E3-5D62-E62C-98BA09B71B4F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79" creationId="{9C766AC5-A925-657F-9E5E-4DE29D7D67D9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80" creationId="{DFDA8351-6E26-B839-6636-43B2B5054681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81" creationId="{DF067161-C688-11E0-5A1A-14F3D07E79DD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82" creationId="{2EC7A63D-A0AD-9A22-311C-863F037B0CD2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83" creationId="{43C2D2FD-C030-8077-C94D-974B0CC1CB2B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84" creationId="{44E36D5A-E280-E2B8-C6C2-E9A158132F87}"/>
          </ac:spMkLst>
        </pc:spChg>
        <pc:spChg chg="add del mod">
          <ac:chgData name="하 승웅" userId="f9089b053ea938d5" providerId="LiveId" clId="{E7C7E892-0CB8-48CE-BCD1-2104E53C57D0}" dt="2023-07-14T20:13:36.577" v="528" actId="478"/>
          <ac:spMkLst>
            <pc:docMk/>
            <pc:sldMk cId="1990812192" sldId="260"/>
            <ac:spMk id="85" creationId="{F4F92908-E2BD-39D0-DD4B-7C4A73A65FD7}"/>
          </ac:spMkLst>
        </pc:spChg>
        <pc:spChg chg="add del mod">
          <ac:chgData name="하 승웅" userId="f9089b053ea938d5" providerId="LiveId" clId="{E7C7E892-0CB8-48CE-BCD1-2104E53C57D0}" dt="2023-07-14T20:13:36.577" v="528" actId="478"/>
          <ac:spMkLst>
            <pc:docMk/>
            <pc:sldMk cId="1990812192" sldId="260"/>
            <ac:spMk id="86" creationId="{B5A0E3D6-A178-24BE-37C8-086C6ED594D9}"/>
          </ac:spMkLst>
        </pc:spChg>
        <pc:spChg chg="add del mod">
          <ac:chgData name="하 승웅" userId="f9089b053ea938d5" providerId="LiveId" clId="{E7C7E892-0CB8-48CE-BCD1-2104E53C57D0}" dt="2023-07-14T20:13:36.577" v="528" actId="478"/>
          <ac:spMkLst>
            <pc:docMk/>
            <pc:sldMk cId="1990812192" sldId="260"/>
            <ac:spMk id="87" creationId="{3B944D9D-FEA4-9BF4-96DD-F0F19402F9FF}"/>
          </ac:spMkLst>
        </pc:spChg>
        <pc:spChg chg="add del mod">
          <ac:chgData name="하 승웅" userId="f9089b053ea938d5" providerId="LiveId" clId="{E7C7E892-0CB8-48CE-BCD1-2104E53C57D0}" dt="2023-07-14T20:13:36.577" v="528" actId="478"/>
          <ac:spMkLst>
            <pc:docMk/>
            <pc:sldMk cId="1990812192" sldId="260"/>
            <ac:spMk id="88" creationId="{D3E4EE94-9E6A-DDA4-74E2-3ECEFAD4CBB6}"/>
          </ac:spMkLst>
        </pc:spChg>
        <pc:spChg chg="add del mod">
          <ac:chgData name="하 승웅" userId="f9089b053ea938d5" providerId="LiveId" clId="{E7C7E892-0CB8-48CE-BCD1-2104E53C57D0}" dt="2023-07-14T20:13:36.577" v="528" actId="478"/>
          <ac:spMkLst>
            <pc:docMk/>
            <pc:sldMk cId="1990812192" sldId="260"/>
            <ac:spMk id="89" creationId="{1A9D75F3-EBF5-CC0C-8064-2DDA52D19CFB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90" creationId="{FE1EE431-359E-76D7-9F58-AD1113D7CE0C}"/>
          </ac:spMkLst>
        </pc:spChg>
        <pc:spChg chg="add del mod">
          <ac:chgData name="하 승웅" userId="f9089b053ea938d5" providerId="LiveId" clId="{E7C7E892-0CB8-48CE-BCD1-2104E53C57D0}" dt="2023-07-14T20:13:16.277" v="517"/>
          <ac:spMkLst>
            <pc:docMk/>
            <pc:sldMk cId="1990812192" sldId="260"/>
            <ac:spMk id="91" creationId="{90FAB7C2-BF1E-05A4-3A51-D0FC3B5FFC30}"/>
          </ac:spMkLst>
        </pc:spChg>
        <pc:spChg chg="add del mod">
          <ac:chgData name="하 승웅" userId="f9089b053ea938d5" providerId="LiveId" clId="{E7C7E892-0CB8-48CE-BCD1-2104E53C57D0}" dt="2023-07-14T20:13:15.197" v="515"/>
          <ac:spMkLst>
            <pc:docMk/>
            <pc:sldMk cId="1990812192" sldId="260"/>
            <ac:spMk id="92" creationId="{DA2F897E-0B2F-A552-4A46-EB8611FD2272}"/>
          </ac:spMkLst>
        </pc:spChg>
        <pc:spChg chg="add del mod">
          <ac:chgData name="하 승웅" userId="f9089b053ea938d5" providerId="LiveId" clId="{E7C7E892-0CB8-48CE-BCD1-2104E53C57D0}" dt="2023-07-14T20:13:33.566" v="527"/>
          <ac:spMkLst>
            <pc:docMk/>
            <pc:sldMk cId="1990812192" sldId="260"/>
            <ac:spMk id="93" creationId="{9A6764DD-89F9-79DF-68D0-EA8EC1EAE026}"/>
          </ac:spMkLst>
        </pc:spChg>
        <pc:spChg chg="add del mod">
          <ac:chgData name="하 승웅" userId="f9089b053ea938d5" providerId="LiveId" clId="{E7C7E892-0CB8-48CE-BCD1-2104E53C57D0}" dt="2023-07-14T20:13:32.334" v="525"/>
          <ac:spMkLst>
            <pc:docMk/>
            <pc:sldMk cId="1990812192" sldId="260"/>
            <ac:spMk id="94" creationId="{05EDD9ED-36C7-824D-9B3D-8D2F6ACD5E58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95" creationId="{0F7DF099-5E39-E413-2108-539156D89C15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96" creationId="{DF9745F7-A092-D569-EFC6-D7CBDF4B8BA6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97" creationId="{983666E1-8203-72BB-A623-2D3606699A31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98" creationId="{02426819-7CF5-4A99-E5EB-2C7CB7C55EAC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99" creationId="{15D7EE0B-BB43-BF00-83B1-17B20927F1DF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00" creationId="{1F0EFEB7-511B-E5C8-3104-D94ABE058DAF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01" creationId="{1994EB39-E5CF-1990-3D9F-B1565F824A70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02" creationId="{4C53AF7C-9572-B94B-AA5C-4301D96D251E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03" creationId="{49C78B53-8A57-B8FB-529F-84FC8B86BF59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04" creationId="{1875E357-5939-89F6-66B4-C06380823EC2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05" creationId="{1352283C-5504-C55D-2D7B-5EA23FED53B0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06" creationId="{5B81EA6F-5D4F-8382-3602-AA4DD35D7725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07" creationId="{DF61B449-C519-2142-F552-3C068E60D1D3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08" creationId="{B8371761-6E8D-3EF9-3046-BE268FB90822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09" creationId="{7B13077B-521A-9486-586B-C3553006ED4F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14" creationId="{7142E4A9-CAF8-9F76-19FD-1C3B1575F6DA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15" creationId="{0E132080-5691-9491-E4BE-FDFF3C067B9B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16" creationId="{A6F7D513-7E8C-3DD0-EDDF-4090E4852DF0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17" creationId="{847185A3-9CB1-4CA8-CD1D-8765E0486689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18" creationId="{E25F6966-8A19-EFD6-A235-BEAB40666E23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19" creationId="{AD8FF88E-1C7D-0F9F-5DF0-45E902227CBB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20" creationId="{FC340BD2-7A10-98F4-FB4C-CB37E2F893E9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21" creationId="{4D989561-528A-C8B2-3AFE-2CA2A681D9D8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22" creationId="{AA94FE50-9B9B-26DB-392F-BE25C4592834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23" creationId="{DAAD8297-B26C-654B-6029-2A2F75FDA7BD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24" creationId="{45988FC3-BCF8-727D-C288-334C5B309845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25" creationId="{94D0CF41-1378-B694-054D-411DC43550D0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26" creationId="{842E185E-56EA-A3C8-CAB0-5979DA6C839C}"/>
          </ac:spMkLst>
        </pc:spChg>
        <pc:spChg chg="add del mod">
          <ac:chgData name="하 승웅" userId="f9089b053ea938d5" providerId="LiveId" clId="{E7C7E892-0CB8-48CE-BCD1-2104E53C57D0}" dt="2023-07-14T20:17:34.250" v="600"/>
          <ac:spMkLst>
            <pc:docMk/>
            <pc:sldMk cId="1990812192" sldId="260"/>
            <ac:spMk id="127" creationId="{CD96949E-9108-53D4-65C0-299BCCB50CB0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28" creationId="{5AE5C3DB-4F20-CED6-8418-053BF5571CAE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29" creationId="{B9512AE7-3D76-72C3-DD31-6114A516A5A7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30" creationId="{0FA72858-8DB7-9531-6671-3EE42744B1BD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31" creationId="{1610AB90-5838-D34A-0A9C-877EE22262D8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32" creationId="{53523F0A-6C68-4612-001C-F2EDF5141409}"/>
          </ac:spMkLst>
        </pc:spChg>
        <pc:spChg chg="add del mod">
          <ac:chgData name="하 승웅" userId="f9089b053ea938d5" providerId="LiveId" clId="{E7C7E892-0CB8-48CE-BCD1-2104E53C57D0}" dt="2023-07-14T20:21:42.125" v="779" actId="478"/>
          <ac:spMkLst>
            <pc:docMk/>
            <pc:sldMk cId="1990812192" sldId="260"/>
            <ac:spMk id="140" creationId="{FEA4EB10-47D8-0E27-7716-B16FABAC89A6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41" creationId="{EEBA084C-9164-7A3B-50FA-171C761F6F1E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42" creationId="{ED2CBDFC-B8BD-4F83-569F-7AD27E3AF977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46" creationId="{3E824D89-719B-0FC1-6722-05324888209F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47" creationId="{690DB8D5-7D79-4323-AE90-875D3DD36EE2}"/>
          </ac:spMkLst>
        </pc:spChg>
        <pc:spChg chg="add mod">
          <ac:chgData name="하 승웅" userId="f9089b053ea938d5" providerId="LiveId" clId="{E7C7E892-0CB8-48CE-BCD1-2104E53C57D0}" dt="2023-07-15T03:26:19.378" v="2088" actId="1076"/>
          <ac:spMkLst>
            <pc:docMk/>
            <pc:sldMk cId="1990812192" sldId="260"/>
            <ac:spMk id="148" creationId="{373D58FB-A53F-B90B-B23E-2E211BB73FB4}"/>
          </ac:spMkLst>
        </pc:spChg>
        <pc:spChg chg="add mod">
          <ac:chgData name="하 승웅" userId="f9089b053ea938d5" providerId="LiveId" clId="{E7C7E892-0CB8-48CE-BCD1-2104E53C57D0}" dt="2023-07-15T03:26:12.421" v="2085" actId="1076"/>
          <ac:spMkLst>
            <pc:docMk/>
            <pc:sldMk cId="1990812192" sldId="260"/>
            <ac:spMk id="149" creationId="{F23A85D5-9E0A-0501-D290-0B87FDE2AA53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50" creationId="{049F0D94-528D-4CE2-0CAE-5B6AA6C655DF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51" creationId="{E5AC36E2-94B2-73D6-3AFD-DF76566A3866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52" creationId="{DC5517EA-6A08-29CB-859F-AC332D96A8EB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53" creationId="{C0E8048A-9558-DA5F-6483-A26A0A522FDA}"/>
          </ac:spMkLst>
        </pc:spChg>
        <pc:spChg chg="add del mod">
          <ac:chgData name="하 승웅" userId="f9089b053ea938d5" providerId="LiveId" clId="{E7C7E892-0CB8-48CE-BCD1-2104E53C57D0}" dt="2023-07-14T20:43:55.660" v="2078" actId="478"/>
          <ac:spMkLst>
            <pc:docMk/>
            <pc:sldMk cId="1990812192" sldId="260"/>
            <ac:spMk id="154" creationId="{9D9ECF70-4436-3CF0-1A4E-541A81269B28}"/>
          </ac:spMkLst>
        </pc:spChg>
        <pc:spChg chg="add del mod">
          <ac:chgData name="하 승웅" userId="f9089b053ea938d5" providerId="LiveId" clId="{E7C7E892-0CB8-48CE-BCD1-2104E53C57D0}" dt="2023-07-14T20:36:17.835" v="1892" actId="478"/>
          <ac:spMkLst>
            <pc:docMk/>
            <pc:sldMk cId="1990812192" sldId="260"/>
            <ac:spMk id="155" creationId="{A5BA8B5A-A4A8-D281-0F39-E96C2E135697}"/>
          </ac:spMkLst>
        </pc:spChg>
        <pc:spChg chg="add del mod">
          <ac:chgData name="하 승웅" userId="f9089b053ea938d5" providerId="LiveId" clId="{E7C7E892-0CB8-48CE-BCD1-2104E53C57D0}" dt="2023-07-14T20:28:43.220" v="1336" actId="478"/>
          <ac:spMkLst>
            <pc:docMk/>
            <pc:sldMk cId="1990812192" sldId="260"/>
            <ac:spMk id="157" creationId="{E1CE32FC-87E8-D02F-C1FD-872E9AD16D79}"/>
          </ac:spMkLst>
        </pc:spChg>
        <pc:spChg chg="add del mod">
          <ac:chgData name="하 승웅" userId="f9089b053ea938d5" providerId="LiveId" clId="{E7C7E892-0CB8-48CE-BCD1-2104E53C57D0}" dt="2023-07-14T20:32:21.409" v="1624"/>
          <ac:spMkLst>
            <pc:docMk/>
            <pc:sldMk cId="1990812192" sldId="260"/>
            <ac:spMk id="158" creationId="{5CE2274B-5896-FC19-E8C4-6E57E3326011}"/>
          </ac:spMkLst>
        </pc:spChg>
        <pc:spChg chg="add del mod">
          <ac:chgData name="하 승웅" userId="f9089b053ea938d5" providerId="LiveId" clId="{E7C7E892-0CB8-48CE-BCD1-2104E53C57D0}" dt="2023-07-14T20:32:05.314" v="1611"/>
          <ac:spMkLst>
            <pc:docMk/>
            <pc:sldMk cId="1990812192" sldId="260"/>
            <ac:spMk id="159" creationId="{E69C1977-05E7-5DDE-58E6-1ECFF6C83FFB}"/>
          </ac:spMkLst>
        </pc:spChg>
        <pc:spChg chg="add del mod">
          <ac:chgData name="하 승웅" userId="f9089b053ea938d5" providerId="LiveId" clId="{E7C7E892-0CB8-48CE-BCD1-2104E53C57D0}" dt="2023-07-14T20:32:37.413" v="1627" actId="478"/>
          <ac:spMkLst>
            <pc:docMk/>
            <pc:sldMk cId="1990812192" sldId="260"/>
            <ac:spMk id="161" creationId="{A43F1322-7606-59DE-1C62-8768CCE3CAC2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62" creationId="{BC7ED2DA-61AA-231C-FAB5-B8CD9F2EC663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63" creationId="{71302058-F734-44EC-30BE-B89778CA02DB}"/>
          </ac:spMkLst>
        </pc:spChg>
        <pc:spChg chg="add mo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64" creationId="{D653A247-DBEC-665B-AA28-6C8C945B0152}"/>
          </ac:spMkLst>
        </pc:spChg>
        <pc:spChg chg="add del mod">
          <ac:chgData name="하 승웅" userId="f9089b053ea938d5" providerId="LiveId" clId="{E7C7E892-0CB8-48CE-BCD1-2104E53C57D0}" dt="2023-07-14T20:34:44.988" v="1858" actId="478"/>
          <ac:spMkLst>
            <pc:docMk/>
            <pc:sldMk cId="1990812192" sldId="260"/>
            <ac:spMk id="167" creationId="{EEA16B54-D953-7271-521E-57C091382360}"/>
          </ac:spMkLst>
        </pc:spChg>
        <pc:spChg chg="add del mod">
          <ac:chgData name="하 승웅" userId="f9089b053ea938d5" providerId="LiveId" clId="{E7C7E892-0CB8-48CE-BCD1-2104E53C57D0}" dt="2023-07-14T20:43:56.719" v="2079" actId="478"/>
          <ac:spMkLst>
            <pc:docMk/>
            <pc:sldMk cId="1990812192" sldId="260"/>
            <ac:spMk id="182" creationId="{E1A58362-23AD-982A-7A06-AEB86C5BCCBE}"/>
          </ac:spMkLst>
        </pc:spChg>
        <pc:spChg chg="add mod ord">
          <ac:chgData name="하 승웅" userId="f9089b053ea938d5" providerId="LiveId" clId="{E7C7E892-0CB8-48CE-BCD1-2104E53C57D0}" dt="2023-07-14T21:14:43.275" v="2080" actId="1076"/>
          <ac:spMkLst>
            <pc:docMk/>
            <pc:sldMk cId="1990812192" sldId="260"/>
            <ac:spMk id="183" creationId="{C6BC361F-5679-AF4B-2034-8B28CE991510}"/>
          </ac:spMkLst>
        </pc:spChg>
        <pc:spChg chg="add del mod">
          <ac:chgData name="하 승웅" userId="f9089b053ea938d5" providerId="LiveId" clId="{E7C7E892-0CB8-48CE-BCD1-2104E53C57D0}" dt="2023-07-14T20:43:27.431" v="2069" actId="478"/>
          <ac:spMkLst>
            <pc:docMk/>
            <pc:sldMk cId="1990812192" sldId="260"/>
            <ac:spMk id="189" creationId="{F2C1992D-488F-3561-D924-228F717C1747}"/>
          </ac:spMkLst>
        </pc:spChg>
        <pc:grpChg chg="del mod">
          <ac:chgData name="하 승웅" userId="f9089b053ea938d5" providerId="LiveId" clId="{E7C7E892-0CB8-48CE-BCD1-2104E53C57D0}" dt="2023-07-14T20:09:57.558" v="384" actId="478"/>
          <ac:grpSpMkLst>
            <pc:docMk/>
            <pc:sldMk cId="1990812192" sldId="260"/>
            <ac:grpSpMk id="13" creationId="{D8B2A8BE-176A-CC9D-32E5-EA4D42B01056}"/>
          </ac:grpSpMkLst>
        </pc:grpChg>
        <pc:grpChg chg="mod">
          <ac:chgData name="하 승웅" userId="f9089b053ea938d5" providerId="LiveId" clId="{E7C7E892-0CB8-48CE-BCD1-2104E53C57D0}" dt="2023-07-14T20:09:05.763" v="309"/>
          <ac:grpSpMkLst>
            <pc:docMk/>
            <pc:sldMk cId="1990812192" sldId="260"/>
            <ac:grpSpMk id="17" creationId="{88A1761F-580D-BE26-7BE2-06BA3130656C}"/>
          </ac:grpSpMkLst>
        </pc:grpChg>
        <pc:grpChg chg="del mod">
          <ac:chgData name="하 승웅" userId="f9089b053ea938d5" providerId="LiveId" clId="{E7C7E892-0CB8-48CE-BCD1-2104E53C57D0}" dt="2023-07-14T20:09:16.328" v="322"/>
          <ac:grpSpMkLst>
            <pc:docMk/>
            <pc:sldMk cId="1990812192" sldId="260"/>
            <ac:grpSpMk id="23" creationId="{EB55311D-D600-632B-5E99-5F8F141E2461}"/>
          </ac:grpSpMkLst>
        </pc:grpChg>
        <pc:grpChg chg="del mod">
          <ac:chgData name="하 승웅" userId="f9089b053ea938d5" providerId="LiveId" clId="{E7C7E892-0CB8-48CE-BCD1-2104E53C57D0}" dt="2023-07-14T20:09:16.846" v="324"/>
          <ac:grpSpMkLst>
            <pc:docMk/>
            <pc:sldMk cId="1990812192" sldId="260"/>
            <ac:grpSpMk id="28" creationId="{DECD08C1-7EFD-DDF7-5D89-6C02B4693740}"/>
          </ac:grpSpMkLst>
        </pc:grpChg>
        <pc:grpChg chg="del mod">
          <ac:chgData name="하 승웅" userId="f9089b053ea938d5" providerId="LiveId" clId="{E7C7E892-0CB8-48CE-BCD1-2104E53C57D0}" dt="2023-07-14T20:12:09.581" v="484" actId="478"/>
          <ac:grpSpMkLst>
            <pc:docMk/>
            <pc:sldMk cId="1990812192" sldId="260"/>
            <ac:grpSpMk id="30" creationId="{3056DA12-69F6-D94A-0813-AAD37A380DE3}"/>
          </ac:grpSpMkLst>
        </pc:grpChg>
        <pc:grpChg chg="del mod">
          <ac:chgData name="하 승웅" userId="f9089b053ea938d5" providerId="LiveId" clId="{E7C7E892-0CB8-48CE-BCD1-2104E53C57D0}" dt="2023-07-14T20:09:25.507" v="335"/>
          <ac:grpSpMkLst>
            <pc:docMk/>
            <pc:sldMk cId="1990812192" sldId="260"/>
            <ac:grpSpMk id="36" creationId="{8D169488-1CCC-F7CA-135B-4D4965E0011A}"/>
          </ac:grpSpMkLst>
        </pc:grpChg>
        <pc:grpChg chg="del mod">
          <ac:chgData name="하 승웅" userId="f9089b053ea938d5" providerId="LiveId" clId="{E7C7E892-0CB8-48CE-BCD1-2104E53C57D0}" dt="2023-07-14T20:09:30.743" v="341"/>
          <ac:grpSpMkLst>
            <pc:docMk/>
            <pc:sldMk cId="1990812192" sldId="260"/>
            <ac:grpSpMk id="41" creationId="{6E8105C4-ADC4-ED3F-5083-E3CCD3A6E250}"/>
          </ac:grpSpMkLst>
        </pc:grpChg>
        <pc:grpChg chg="del mod">
          <ac:chgData name="하 승웅" userId="f9089b053ea938d5" providerId="LiveId" clId="{E7C7E892-0CB8-48CE-BCD1-2104E53C57D0}" dt="2023-07-14T20:12:11.295" v="486" actId="478"/>
          <ac:grpSpMkLst>
            <pc:docMk/>
            <pc:sldMk cId="1990812192" sldId="260"/>
            <ac:grpSpMk id="46" creationId="{0105E9B3-2DA2-9D3D-A7DF-64178F7319C0}"/>
          </ac:grpSpMkLst>
        </pc:grpChg>
        <pc:grpChg chg="del mod">
          <ac:chgData name="하 승웅" userId="f9089b053ea938d5" providerId="LiveId" clId="{E7C7E892-0CB8-48CE-BCD1-2104E53C57D0}" dt="2023-07-14T20:12:16.103" v="490" actId="478"/>
          <ac:grpSpMkLst>
            <pc:docMk/>
            <pc:sldMk cId="1990812192" sldId="260"/>
            <ac:grpSpMk id="52" creationId="{C47D2CAD-9D26-73E5-E7CE-72A435439044}"/>
          </ac:grpSpMkLst>
        </pc:grpChg>
        <pc:inkChg chg="add del">
          <ac:chgData name="하 승웅" userId="f9089b053ea938d5" providerId="LiveId" clId="{E7C7E892-0CB8-48CE-BCD1-2104E53C57D0}" dt="2023-07-14T20:02:32.289" v="288" actId="9405"/>
          <ac:inkMkLst>
            <pc:docMk/>
            <pc:sldMk cId="1990812192" sldId="260"/>
            <ac:inkMk id="4" creationId="{37ED745F-7D3F-4879-5191-57DD34F04341}"/>
          </ac:inkMkLst>
        </pc:inkChg>
        <pc:inkChg chg="add del">
          <ac:chgData name="하 승웅" userId="f9089b053ea938d5" providerId="LiveId" clId="{E7C7E892-0CB8-48CE-BCD1-2104E53C57D0}" dt="2023-07-14T20:02:50.118" v="291" actId="9405"/>
          <ac:inkMkLst>
            <pc:docMk/>
            <pc:sldMk cId="1990812192" sldId="260"/>
            <ac:inkMk id="5" creationId="{F8830E37-C565-24B9-CE6D-8C871CB3478E}"/>
          </ac:inkMkLst>
        </pc:inkChg>
        <pc:inkChg chg="add del">
          <ac:chgData name="하 승웅" userId="f9089b053ea938d5" providerId="LiveId" clId="{E7C7E892-0CB8-48CE-BCD1-2104E53C57D0}" dt="2023-07-14T20:03:07.923" v="297" actId="9405"/>
          <ac:inkMkLst>
            <pc:docMk/>
            <pc:sldMk cId="1990812192" sldId="260"/>
            <ac:inkMk id="8" creationId="{654AE7EB-0999-2FF3-B345-5B354AC6DCE3}"/>
          </ac:inkMkLst>
        </pc:inkChg>
        <pc:inkChg chg="add del">
          <ac:chgData name="하 승웅" userId="f9089b053ea938d5" providerId="LiveId" clId="{E7C7E892-0CB8-48CE-BCD1-2104E53C57D0}" dt="2023-07-14T20:03:09.352" v="299" actId="9405"/>
          <ac:inkMkLst>
            <pc:docMk/>
            <pc:sldMk cId="1990812192" sldId="260"/>
            <ac:inkMk id="9" creationId="{60F8E4E3-DF38-0B2C-3530-93B995A33153}"/>
          </ac:inkMkLst>
        </pc:inkChg>
        <pc:inkChg chg="add mod">
          <ac:chgData name="하 승웅" userId="f9089b053ea938d5" providerId="LiveId" clId="{E7C7E892-0CB8-48CE-BCD1-2104E53C57D0}" dt="2023-07-14T20:03:14.311" v="303"/>
          <ac:inkMkLst>
            <pc:docMk/>
            <pc:sldMk cId="1990812192" sldId="260"/>
            <ac:inkMk id="10" creationId="{4D1487D3-1BBC-6394-4690-4916DD2DF982}"/>
          </ac:inkMkLst>
        </pc:inkChg>
        <pc:inkChg chg="add mod">
          <ac:chgData name="하 승웅" userId="f9089b053ea938d5" providerId="LiveId" clId="{E7C7E892-0CB8-48CE-BCD1-2104E53C57D0}" dt="2023-07-14T20:03:14.311" v="303"/>
          <ac:inkMkLst>
            <pc:docMk/>
            <pc:sldMk cId="1990812192" sldId="260"/>
            <ac:inkMk id="11" creationId="{E45FE2D2-B83D-7CB3-5740-B683AE6B9E21}"/>
          </ac:inkMkLst>
        </pc:inkChg>
        <pc:inkChg chg="add mod">
          <ac:chgData name="하 승웅" userId="f9089b053ea938d5" providerId="LiveId" clId="{E7C7E892-0CB8-48CE-BCD1-2104E53C57D0}" dt="2023-07-14T20:03:14.311" v="303"/>
          <ac:inkMkLst>
            <pc:docMk/>
            <pc:sldMk cId="1990812192" sldId="260"/>
            <ac:inkMk id="12" creationId="{3C2A7A67-A9D9-53B7-0940-CE995E06C231}"/>
          </ac:inkMkLst>
        </pc:inkChg>
        <pc:inkChg chg="add del mod">
          <ac:chgData name="하 승웅" userId="f9089b053ea938d5" providerId="LiveId" clId="{E7C7E892-0CB8-48CE-BCD1-2104E53C57D0}" dt="2023-07-14T20:12:10.314" v="485" actId="478"/>
          <ac:inkMkLst>
            <pc:docMk/>
            <pc:sldMk cId="1990812192" sldId="260"/>
            <ac:inkMk id="14" creationId="{CBD92966-EA29-66B2-6E35-0608434C8817}"/>
          </ac:inkMkLst>
        </pc:inkChg>
        <pc:inkChg chg="add del mod">
          <ac:chgData name="하 승웅" userId="f9089b053ea938d5" providerId="LiveId" clId="{E7C7E892-0CB8-48CE-BCD1-2104E53C57D0}" dt="2023-07-14T20:09:05.935" v="310" actId="9405"/>
          <ac:inkMkLst>
            <pc:docMk/>
            <pc:sldMk cId="1990812192" sldId="260"/>
            <ac:inkMk id="15" creationId="{36B41C69-59BA-8F87-EA0F-60F28AA114FA}"/>
          </ac:inkMkLst>
        </pc:inkChg>
        <pc:inkChg chg="add del">
          <ac:chgData name="하 승웅" userId="f9089b053ea938d5" providerId="LiveId" clId="{E7C7E892-0CB8-48CE-BCD1-2104E53C57D0}" dt="2023-07-14T20:09:05.763" v="309"/>
          <ac:inkMkLst>
            <pc:docMk/>
            <pc:sldMk cId="1990812192" sldId="260"/>
            <ac:inkMk id="16" creationId="{F88C296E-696A-2645-C613-8CD42030ED40}"/>
          </ac:inkMkLst>
        </pc:inkChg>
        <pc:inkChg chg="add mod">
          <ac:chgData name="하 승웅" userId="f9089b053ea938d5" providerId="LiveId" clId="{E7C7E892-0CB8-48CE-BCD1-2104E53C57D0}" dt="2023-07-14T20:09:16.846" v="324"/>
          <ac:inkMkLst>
            <pc:docMk/>
            <pc:sldMk cId="1990812192" sldId="260"/>
            <ac:inkMk id="18" creationId="{5D9C4B01-D742-FAA7-95C1-5FAE571BCBEB}"/>
          </ac:inkMkLst>
        </pc:inkChg>
        <pc:inkChg chg="add mod">
          <ac:chgData name="하 승웅" userId="f9089b053ea938d5" providerId="LiveId" clId="{E7C7E892-0CB8-48CE-BCD1-2104E53C57D0}" dt="2023-07-14T20:09:16.846" v="324"/>
          <ac:inkMkLst>
            <pc:docMk/>
            <pc:sldMk cId="1990812192" sldId="260"/>
            <ac:inkMk id="19" creationId="{9E674AF0-C769-5973-3183-1682A3D4CD4E}"/>
          </ac:inkMkLst>
        </pc:inkChg>
        <pc:inkChg chg="add mod">
          <ac:chgData name="하 승웅" userId="f9089b053ea938d5" providerId="LiveId" clId="{E7C7E892-0CB8-48CE-BCD1-2104E53C57D0}" dt="2023-07-14T20:09:16.846" v="324"/>
          <ac:inkMkLst>
            <pc:docMk/>
            <pc:sldMk cId="1990812192" sldId="260"/>
            <ac:inkMk id="20" creationId="{EDD29639-9D03-DE3C-7AC0-350C5DE491BF}"/>
          </ac:inkMkLst>
        </pc:inkChg>
        <pc:inkChg chg="add mod">
          <ac:chgData name="하 승웅" userId="f9089b053ea938d5" providerId="LiveId" clId="{E7C7E892-0CB8-48CE-BCD1-2104E53C57D0}" dt="2023-07-14T20:09:16.846" v="324"/>
          <ac:inkMkLst>
            <pc:docMk/>
            <pc:sldMk cId="1990812192" sldId="260"/>
            <ac:inkMk id="21" creationId="{FCC2B2B3-CB25-FDE8-43FE-21F6174D35C5}"/>
          </ac:inkMkLst>
        </pc:inkChg>
        <pc:inkChg chg="add del">
          <ac:chgData name="하 승웅" userId="f9089b053ea938d5" providerId="LiveId" clId="{E7C7E892-0CB8-48CE-BCD1-2104E53C57D0}" dt="2023-07-14T20:09:11.123" v="316" actId="9405"/>
          <ac:inkMkLst>
            <pc:docMk/>
            <pc:sldMk cId="1990812192" sldId="260"/>
            <ac:inkMk id="22" creationId="{514DE022-AD88-9C42-6094-BEF32A7BECD8}"/>
          </ac:inkMkLst>
        </pc:inkChg>
        <pc:inkChg chg="add mod">
          <ac:chgData name="하 승웅" userId="f9089b053ea938d5" providerId="LiveId" clId="{E7C7E892-0CB8-48CE-BCD1-2104E53C57D0}" dt="2023-07-14T20:09:16.846" v="324"/>
          <ac:inkMkLst>
            <pc:docMk/>
            <pc:sldMk cId="1990812192" sldId="260"/>
            <ac:inkMk id="24" creationId="{0EF1DAEA-87A3-6639-9E08-84D94A3B9EC7}"/>
          </ac:inkMkLst>
        </pc:inkChg>
        <pc:inkChg chg="add mod">
          <ac:chgData name="하 승웅" userId="f9089b053ea938d5" providerId="LiveId" clId="{E7C7E892-0CB8-48CE-BCD1-2104E53C57D0}" dt="2023-07-14T20:09:16.846" v="324"/>
          <ac:inkMkLst>
            <pc:docMk/>
            <pc:sldMk cId="1990812192" sldId="260"/>
            <ac:inkMk id="25" creationId="{8A14C1C9-C20C-E006-0FDA-8BC543082557}"/>
          </ac:inkMkLst>
        </pc:inkChg>
        <pc:inkChg chg="add mod">
          <ac:chgData name="하 승웅" userId="f9089b053ea938d5" providerId="LiveId" clId="{E7C7E892-0CB8-48CE-BCD1-2104E53C57D0}" dt="2023-07-14T20:09:16.846" v="324"/>
          <ac:inkMkLst>
            <pc:docMk/>
            <pc:sldMk cId="1990812192" sldId="260"/>
            <ac:inkMk id="26" creationId="{81330952-C277-1099-8B31-B2B54B8DD91E}"/>
          </ac:inkMkLst>
        </pc:inkChg>
        <pc:inkChg chg="add mod">
          <ac:chgData name="하 승웅" userId="f9089b053ea938d5" providerId="LiveId" clId="{E7C7E892-0CB8-48CE-BCD1-2104E53C57D0}" dt="2023-07-14T20:09:16.846" v="324"/>
          <ac:inkMkLst>
            <pc:docMk/>
            <pc:sldMk cId="1990812192" sldId="260"/>
            <ac:inkMk id="27" creationId="{C43E7C84-8CBB-444C-0924-B30242F37113}"/>
          </ac:inkMkLst>
        </pc:inkChg>
        <pc:inkChg chg="add mod">
          <ac:chgData name="하 승웅" userId="f9089b053ea938d5" providerId="LiveId" clId="{E7C7E892-0CB8-48CE-BCD1-2104E53C57D0}" dt="2023-07-14T20:09:16.846" v="324"/>
          <ac:inkMkLst>
            <pc:docMk/>
            <pc:sldMk cId="1990812192" sldId="260"/>
            <ac:inkMk id="29" creationId="{FCE6A435-6752-404A-A267-12CE3C2DFFA6}"/>
          </ac:inkMkLst>
        </pc:inkChg>
        <pc:inkChg chg="add mod">
          <ac:chgData name="하 승웅" userId="f9089b053ea938d5" providerId="LiveId" clId="{E7C7E892-0CB8-48CE-BCD1-2104E53C57D0}" dt="2023-07-14T20:09:30.743" v="341"/>
          <ac:inkMkLst>
            <pc:docMk/>
            <pc:sldMk cId="1990812192" sldId="260"/>
            <ac:inkMk id="31" creationId="{D7BF9FDE-434C-7CEF-20C8-41AB29D965BF}"/>
          </ac:inkMkLst>
        </pc:inkChg>
        <pc:inkChg chg="add mod">
          <ac:chgData name="하 승웅" userId="f9089b053ea938d5" providerId="LiveId" clId="{E7C7E892-0CB8-48CE-BCD1-2104E53C57D0}" dt="2023-07-14T20:09:30.743" v="341"/>
          <ac:inkMkLst>
            <pc:docMk/>
            <pc:sldMk cId="1990812192" sldId="260"/>
            <ac:inkMk id="32" creationId="{C79493E9-4E7D-E2F7-8FF6-C70F95F09991}"/>
          </ac:inkMkLst>
        </pc:inkChg>
        <pc:inkChg chg="add mod">
          <ac:chgData name="하 승웅" userId="f9089b053ea938d5" providerId="LiveId" clId="{E7C7E892-0CB8-48CE-BCD1-2104E53C57D0}" dt="2023-07-14T20:09:30.743" v="341"/>
          <ac:inkMkLst>
            <pc:docMk/>
            <pc:sldMk cId="1990812192" sldId="260"/>
            <ac:inkMk id="33" creationId="{24D2D996-F076-D653-8FBB-73067014E986}"/>
          </ac:inkMkLst>
        </pc:inkChg>
        <pc:inkChg chg="add mod">
          <ac:chgData name="하 승웅" userId="f9089b053ea938d5" providerId="LiveId" clId="{E7C7E892-0CB8-48CE-BCD1-2104E53C57D0}" dt="2023-07-14T20:09:30.743" v="341"/>
          <ac:inkMkLst>
            <pc:docMk/>
            <pc:sldMk cId="1990812192" sldId="260"/>
            <ac:inkMk id="34" creationId="{85C3BD06-DED2-CDCE-8E04-F97B41B11D6A}"/>
          </ac:inkMkLst>
        </pc:inkChg>
        <pc:inkChg chg="add mod">
          <ac:chgData name="하 승웅" userId="f9089b053ea938d5" providerId="LiveId" clId="{E7C7E892-0CB8-48CE-BCD1-2104E53C57D0}" dt="2023-07-14T20:09:30.743" v="341"/>
          <ac:inkMkLst>
            <pc:docMk/>
            <pc:sldMk cId="1990812192" sldId="260"/>
            <ac:inkMk id="35" creationId="{0DA5DC25-6B6E-39DA-7057-45714FBC8D93}"/>
          </ac:inkMkLst>
        </pc:inkChg>
        <pc:inkChg chg="add mod">
          <ac:chgData name="하 승웅" userId="f9089b053ea938d5" providerId="LiveId" clId="{E7C7E892-0CB8-48CE-BCD1-2104E53C57D0}" dt="2023-07-14T20:09:30.743" v="341"/>
          <ac:inkMkLst>
            <pc:docMk/>
            <pc:sldMk cId="1990812192" sldId="260"/>
            <ac:inkMk id="37" creationId="{47250B75-73C2-9469-24B1-C5FC4817588B}"/>
          </ac:inkMkLst>
        </pc:inkChg>
        <pc:inkChg chg="add mod">
          <ac:chgData name="하 승웅" userId="f9089b053ea938d5" providerId="LiveId" clId="{E7C7E892-0CB8-48CE-BCD1-2104E53C57D0}" dt="2023-07-14T20:09:30.743" v="341"/>
          <ac:inkMkLst>
            <pc:docMk/>
            <pc:sldMk cId="1990812192" sldId="260"/>
            <ac:inkMk id="38" creationId="{BB4F9207-DF26-2B33-9292-A7E4CA61A765}"/>
          </ac:inkMkLst>
        </pc:inkChg>
        <pc:inkChg chg="add mod">
          <ac:chgData name="하 승웅" userId="f9089b053ea938d5" providerId="LiveId" clId="{E7C7E892-0CB8-48CE-BCD1-2104E53C57D0}" dt="2023-07-14T20:09:30.743" v="341"/>
          <ac:inkMkLst>
            <pc:docMk/>
            <pc:sldMk cId="1990812192" sldId="260"/>
            <ac:inkMk id="39" creationId="{2E3118E7-EBB0-1EBA-5F29-0A87A3D92E0E}"/>
          </ac:inkMkLst>
        </pc:inkChg>
        <pc:inkChg chg="add mod">
          <ac:chgData name="하 승웅" userId="f9089b053ea938d5" providerId="LiveId" clId="{E7C7E892-0CB8-48CE-BCD1-2104E53C57D0}" dt="2023-07-14T20:09:30.743" v="341"/>
          <ac:inkMkLst>
            <pc:docMk/>
            <pc:sldMk cId="1990812192" sldId="260"/>
            <ac:inkMk id="40" creationId="{2A1C8CF5-6D2E-7376-6BCB-448686BBB6DA}"/>
          </ac:inkMkLst>
        </pc:inkChg>
        <pc:inkChg chg="add mod">
          <ac:chgData name="하 승웅" userId="f9089b053ea938d5" providerId="LiveId" clId="{E7C7E892-0CB8-48CE-BCD1-2104E53C57D0}" dt="2023-07-14T20:09:30.743" v="341"/>
          <ac:inkMkLst>
            <pc:docMk/>
            <pc:sldMk cId="1990812192" sldId="260"/>
            <ac:inkMk id="42" creationId="{5B8D7CB3-FCE3-801B-C7F7-5A3B46FB0D41}"/>
          </ac:inkMkLst>
        </pc:inkChg>
        <pc:inkChg chg="add del">
          <ac:chgData name="하 승웅" userId="f9089b053ea938d5" providerId="LiveId" clId="{E7C7E892-0CB8-48CE-BCD1-2104E53C57D0}" dt="2023-07-14T20:09:27.742" v="338" actId="9405"/>
          <ac:inkMkLst>
            <pc:docMk/>
            <pc:sldMk cId="1990812192" sldId="260"/>
            <ac:inkMk id="43" creationId="{6E2AFEBB-EAD1-A5C4-5617-CBD004A60F53}"/>
          </ac:inkMkLst>
        </pc:inkChg>
        <pc:inkChg chg="add mod">
          <ac:chgData name="하 승웅" userId="f9089b053ea938d5" providerId="LiveId" clId="{E7C7E892-0CB8-48CE-BCD1-2104E53C57D0}" dt="2023-07-14T20:09:30.743" v="341"/>
          <ac:inkMkLst>
            <pc:docMk/>
            <pc:sldMk cId="1990812192" sldId="260"/>
            <ac:inkMk id="44" creationId="{1A61D857-DAD3-AD27-C5F9-3F0A69D37EAA}"/>
          </ac:inkMkLst>
        </pc:inkChg>
        <pc:inkChg chg="add mod">
          <ac:chgData name="하 승웅" userId="f9089b053ea938d5" providerId="LiveId" clId="{E7C7E892-0CB8-48CE-BCD1-2104E53C57D0}" dt="2023-07-14T20:09:30.743" v="341"/>
          <ac:inkMkLst>
            <pc:docMk/>
            <pc:sldMk cId="1990812192" sldId="260"/>
            <ac:inkMk id="45" creationId="{A58B54C1-B876-DCA9-E57A-35CE4FCA98E7}"/>
          </ac:inkMkLst>
        </pc:inkChg>
        <pc:inkChg chg="add mod">
          <ac:chgData name="하 승웅" userId="f9089b053ea938d5" providerId="LiveId" clId="{E7C7E892-0CB8-48CE-BCD1-2104E53C57D0}" dt="2023-07-14T20:10:49.439" v="400"/>
          <ac:inkMkLst>
            <pc:docMk/>
            <pc:sldMk cId="1990812192" sldId="260"/>
            <ac:inkMk id="50" creationId="{1F70181D-D7F4-5033-7BD9-36C78700BF88}"/>
          </ac:inkMkLst>
        </pc:inkChg>
        <pc:inkChg chg="add mod">
          <ac:chgData name="하 승웅" userId="f9089b053ea938d5" providerId="LiveId" clId="{E7C7E892-0CB8-48CE-BCD1-2104E53C57D0}" dt="2023-07-14T20:10:49.439" v="400"/>
          <ac:inkMkLst>
            <pc:docMk/>
            <pc:sldMk cId="1990812192" sldId="260"/>
            <ac:inkMk id="51" creationId="{B3B72524-A6A6-7881-5A21-516D084DCE1B}"/>
          </ac:inkMkLst>
        </pc:inkChg>
        <pc:inkChg chg="add del">
          <ac:chgData name="하 승웅" userId="f9089b053ea938d5" providerId="LiveId" clId="{E7C7E892-0CB8-48CE-BCD1-2104E53C57D0}" dt="2023-07-14T20:10:55.901" v="410" actId="9405"/>
          <ac:inkMkLst>
            <pc:docMk/>
            <pc:sldMk cId="1990812192" sldId="260"/>
            <ac:inkMk id="53" creationId="{71A4EDBA-FFEA-0034-6C8B-4581BDB49E1C}"/>
          </ac:inkMkLst>
        </pc:inkChg>
        <pc:inkChg chg="add del">
          <ac:chgData name="하 승웅" userId="f9089b053ea938d5" providerId="LiveId" clId="{E7C7E892-0CB8-48CE-BCD1-2104E53C57D0}" dt="2023-07-14T20:10:55.652" v="409" actId="9405"/>
          <ac:inkMkLst>
            <pc:docMk/>
            <pc:sldMk cId="1990812192" sldId="260"/>
            <ac:inkMk id="54" creationId="{938C77FB-713D-8DA6-8FC1-3FB6912CE7A1}"/>
          </ac:inkMkLst>
        </pc:inkChg>
        <pc:inkChg chg="add del">
          <ac:chgData name="하 승웅" userId="f9089b053ea938d5" providerId="LiveId" clId="{E7C7E892-0CB8-48CE-BCD1-2104E53C57D0}" dt="2023-07-14T20:10:55.463" v="408" actId="9405"/>
          <ac:inkMkLst>
            <pc:docMk/>
            <pc:sldMk cId="1990812192" sldId="260"/>
            <ac:inkMk id="55" creationId="{9D4BCB29-3347-BB67-CC5E-476B1AC2E0A6}"/>
          </ac:inkMkLst>
        </pc:inkChg>
        <pc:inkChg chg="add del">
          <ac:chgData name="하 승웅" userId="f9089b053ea938d5" providerId="LiveId" clId="{E7C7E892-0CB8-48CE-BCD1-2104E53C57D0}" dt="2023-07-14T20:10:55.231" v="407" actId="9405"/>
          <ac:inkMkLst>
            <pc:docMk/>
            <pc:sldMk cId="1990812192" sldId="260"/>
            <ac:inkMk id="56" creationId="{7AEDBBA5-EE6C-B9E7-E6A3-B442F55BDEBD}"/>
          </ac:inkMkLst>
        </pc:inkChg>
        <pc:inkChg chg="add del">
          <ac:chgData name="하 승웅" userId="f9089b053ea938d5" providerId="LiveId" clId="{E7C7E892-0CB8-48CE-BCD1-2104E53C57D0}" dt="2023-07-14T20:10:54.844" v="406" actId="9405"/>
          <ac:inkMkLst>
            <pc:docMk/>
            <pc:sldMk cId="1990812192" sldId="260"/>
            <ac:inkMk id="57" creationId="{BD4F3391-8716-7056-D771-ACEF089325C5}"/>
          </ac:inkMkLst>
        </pc:inkChg>
        <pc:inkChg chg="add del">
          <ac:chgData name="하 승웅" userId="f9089b053ea938d5" providerId="LiveId" clId="{E7C7E892-0CB8-48CE-BCD1-2104E53C57D0}" dt="2023-07-14T20:11:02.642" v="432" actId="9405"/>
          <ac:inkMkLst>
            <pc:docMk/>
            <pc:sldMk cId="1990812192" sldId="260"/>
            <ac:inkMk id="58" creationId="{E3182EBA-1D2C-B030-54C7-73483EFFB3CD}"/>
          </ac:inkMkLst>
        </pc:inkChg>
        <pc:inkChg chg="add del">
          <ac:chgData name="하 승웅" userId="f9089b053ea938d5" providerId="LiveId" clId="{E7C7E892-0CB8-48CE-BCD1-2104E53C57D0}" dt="2023-07-14T20:11:02.390" v="431" actId="9405"/>
          <ac:inkMkLst>
            <pc:docMk/>
            <pc:sldMk cId="1990812192" sldId="260"/>
            <ac:inkMk id="59" creationId="{2284598E-1ECB-7E4B-AD6B-5D25621215D8}"/>
          </ac:inkMkLst>
        </pc:inkChg>
        <pc:inkChg chg="add del">
          <ac:chgData name="하 승웅" userId="f9089b053ea938d5" providerId="LiveId" clId="{E7C7E892-0CB8-48CE-BCD1-2104E53C57D0}" dt="2023-07-14T20:11:02.219" v="430" actId="9405"/>
          <ac:inkMkLst>
            <pc:docMk/>
            <pc:sldMk cId="1990812192" sldId="260"/>
            <ac:inkMk id="60" creationId="{EB3DAED0-0268-27A3-1390-7E35C6BD62E7}"/>
          </ac:inkMkLst>
        </pc:inkChg>
        <pc:inkChg chg="add del">
          <ac:chgData name="하 승웅" userId="f9089b053ea938d5" providerId="LiveId" clId="{E7C7E892-0CB8-48CE-BCD1-2104E53C57D0}" dt="2023-07-14T20:11:02.024" v="429" actId="9405"/>
          <ac:inkMkLst>
            <pc:docMk/>
            <pc:sldMk cId="1990812192" sldId="260"/>
            <ac:inkMk id="61" creationId="{8EB00752-0FD5-3989-16CB-12021D39F0BA}"/>
          </ac:inkMkLst>
        </pc:inkChg>
        <pc:inkChg chg="add del">
          <ac:chgData name="하 승웅" userId="f9089b053ea938d5" providerId="LiveId" clId="{E7C7E892-0CB8-48CE-BCD1-2104E53C57D0}" dt="2023-07-14T20:11:01.796" v="428" actId="9405"/>
          <ac:inkMkLst>
            <pc:docMk/>
            <pc:sldMk cId="1990812192" sldId="260"/>
            <ac:inkMk id="62" creationId="{C2FB89F6-5204-A7FF-69A9-39BAF3C75028}"/>
          </ac:inkMkLst>
        </pc:inkChg>
        <pc:inkChg chg="add del">
          <ac:chgData name="하 승웅" userId="f9089b053ea938d5" providerId="LiveId" clId="{E7C7E892-0CB8-48CE-BCD1-2104E53C57D0}" dt="2023-07-14T20:11:01.495" v="427" actId="9405"/>
          <ac:inkMkLst>
            <pc:docMk/>
            <pc:sldMk cId="1990812192" sldId="260"/>
            <ac:inkMk id="63" creationId="{DBEF7262-59B2-93A0-E1AD-336B03375610}"/>
          </ac:inkMkLst>
        </pc:inkChg>
        <pc:inkChg chg="add del">
          <ac:chgData name="하 승웅" userId="f9089b053ea938d5" providerId="LiveId" clId="{E7C7E892-0CB8-48CE-BCD1-2104E53C57D0}" dt="2023-07-14T20:11:01.297" v="426" actId="9405"/>
          <ac:inkMkLst>
            <pc:docMk/>
            <pc:sldMk cId="1990812192" sldId="260"/>
            <ac:inkMk id="64" creationId="{BDB28B5F-99F5-1054-74FB-AA350D87D7DB}"/>
          </ac:inkMkLst>
        </pc:inkChg>
        <pc:inkChg chg="add del">
          <ac:chgData name="하 승웅" userId="f9089b053ea938d5" providerId="LiveId" clId="{E7C7E892-0CB8-48CE-BCD1-2104E53C57D0}" dt="2023-07-14T20:11:01.121" v="425" actId="9405"/>
          <ac:inkMkLst>
            <pc:docMk/>
            <pc:sldMk cId="1990812192" sldId="260"/>
            <ac:inkMk id="65" creationId="{EF382B3A-2F31-7C9E-9873-E72A328B5AE4}"/>
          </ac:inkMkLst>
        </pc:inkChg>
        <pc:inkChg chg="add del">
          <ac:chgData name="하 승웅" userId="f9089b053ea938d5" providerId="LiveId" clId="{E7C7E892-0CB8-48CE-BCD1-2104E53C57D0}" dt="2023-07-14T20:11:00.946" v="424" actId="9405"/>
          <ac:inkMkLst>
            <pc:docMk/>
            <pc:sldMk cId="1990812192" sldId="260"/>
            <ac:inkMk id="66" creationId="{EF524AC2-9BED-4219-0BFA-95F6069F8D9F}"/>
          </ac:inkMkLst>
        </pc:inkChg>
        <pc:inkChg chg="add del">
          <ac:chgData name="하 승웅" userId="f9089b053ea938d5" providerId="LiveId" clId="{E7C7E892-0CB8-48CE-BCD1-2104E53C57D0}" dt="2023-07-14T20:11:00.767" v="423" actId="9405"/>
          <ac:inkMkLst>
            <pc:docMk/>
            <pc:sldMk cId="1990812192" sldId="260"/>
            <ac:inkMk id="67" creationId="{AB3F683D-71DD-8CF7-D300-7954CFAAE43C}"/>
          </ac:inkMkLst>
        </pc:inkChg>
        <pc:inkChg chg="add del">
          <ac:chgData name="하 승웅" userId="f9089b053ea938d5" providerId="LiveId" clId="{E7C7E892-0CB8-48CE-BCD1-2104E53C57D0}" dt="2023-07-14T20:11:00.422" v="422" actId="9405"/>
          <ac:inkMkLst>
            <pc:docMk/>
            <pc:sldMk cId="1990812192" sldId="260"/>
            <ac:inkMk id="68" creationId="{016D5A47-5DE7-48A4-762D-261531089597}"/>
          </ac:inkMkLst>
        </pc:inkChg>
        <pc:inkChg chg="add del">
          <ac:chgData name="하 승웅" userId="f9089b053ea938d5" providerId="LiveId" clId="{E7C7E892-0CB8-48CE-BCD1-2104E53C57D0}" dt="2023-07-14T20:12:15.008" v="489" actId="478"/>
          <ac:inkMkLst>
            <pc:docMk/>
            <pc:sldMk cId="1990812192" sldId="260"/>
            <ac:inkMk id="69" creationId="{41F5C175-E9DD-54B7-75A3-C0B527257B56}"/>
          </ac:inkMkLst>
        </pc:inkChg>
        <pc:inkChg chg="add del">
          <ac:chgData name="하 승웅" userId="f9089b053ea938d5" providerId="LiveId" clId="{E7C7E892-0CB8-48CE-BCD1-2104E53C57D0}" dt="2023-07-14T20:12:13.536" v="488" actId="478"/>
          <ac:inkMkLst>
            <pc:docMk/>
            <pc:sldMk cId="1990812192" sldId="260"/>
            <ac:inkMk id="70" creationId="{33A17E86-A2E1-C7C7-0135-DC6257ABC326}"/>
          </ac:inkMkLst>
        </pc:inkChg>
        <pc:inkChg chg="add del">
          <ac:chgData name="하 승웅" userId="f9089b053ea938d5" providerId="LiveId" clId="{E7C7E892-0CB8-48CE-BCD1-2104E53C57D0}" dt="2023-07-14T20:12:13.536" v="488" actId="478"/>
          <ac:inkMkLst>
            <pc:docMk/>
            <pc:sldMk cId="1990812192" sldId="260"/>
            <ac:inkMk id="71" creationId="{7C891F94-4845-4CB0-C891-A26DF67112AF}"/>
          </ac:inkMkLst>
        </pc:inkChg>
        <pc:inkChg chg="add del">
          <ac:chgData name="하 승웅" userId="f9089b053ea938d5" providerId="LiveId" clId="{E7C7E892-0CB8-48CE-BCD1-2104E53C57D0}" dt="2023-07-14T20:12:13.536" v="488" actId="478"/>
          <ac:inkMkLst>
            <pc:docMk/>
            <pc:sldMk cId="1990812192" sldId="260"/>
            <ac:inkMk id="72" creationId="{E4649DED-AECB-BB83-1F79-DC44FFE9261A}"/>
          </ac:inkMkLst>
        </pc:inkChg>
        <pc:inkChg chg="add del">
          <ac:chgData name="하 승웅" userId="f9089b053ea938d5" providerId="LiveId" clId="{E7C7E892-0CB8-48CE-BCD1-2104E53C57D0}" dt="2023-07-14T20:12:12.571" v="487" actId="478"/>
          <ac:inkMkLst>
            <pc:docMk/>
            <pc:sldMk cId="1990812192" sldId="260"/>
            <ac:inkMk id="73" creationId="{19430E15-0DCE-A825-AAD9-3D5960D58822}"/>
          </ac:inkMkLst>
        </pc:inkChg>
        <pc:inkChg chg="add del">
          <ac:chgData name="하 승웅" userId="f9089b053ea938d5" providerId="LiveId" clId="{E7C7E892-0CB8-48CE-BCD1-2104E53C57D0}" dt="2023-07-14T20:12:13.536" v="488" actId="478"/>
          <ac:inkMkLst>
            <pc:docMk/>
            <pc:sldMk cId="1990812192" sldId="260"/>
            <ac:inkMk id="74" creationId="{A53D2C28-1DC3-071A-3A7B-C405A7294A91}"/>
          </ac:inkMkLst>
        </pc:inkChg>
        <pc:cxnChg chg="add mod">
          <ac:chgData name="하 승웅" userId="f9089b053ea938d5" providerId="LiveId" clId="{E7C7E892-0CB8-48CE-BCD1-2104E53C57D0}" dt="2023-07-14T21:14:43.275" v="2080" actId="1076"/>
          <ac:cxnSpMkLst>
            <pc:docMk/>
            <pc:sldMk cId="1990812192" sldId="260"/>
            <ac:cxnSpMk id="111" creationId="{84806DFA-8FAC-10FD-1F10-C4714876CAEB}"/>
          </ac:cxnSpMkLst>
        </pc:cxnChg>
        <pc:cxnChg chg="add del">
          <ac:chgData name="하 승웅" userId="f9089b053ea938d5" providerId="LiveId" clId="{E7C7E892-0CB8-48CE-BCD1-2104E53C57D0}" dt="2023-07-14T20:20:09.079" v="757" actId="11529"/>
          <ac:cxnSpMkLst>
            <pc:docMk/>
            <pc:sldMk cId="1990812192" sldId="260"/>
            <ac:cxnSpMk id="134" creationId="{55A325E5-52B2-572D-3139-61DF32D6206B}"/>
          </ac:cxnSpMkLst>
        </pc:cxnChg>
        <pc:cxnChg chg="add mod">
          <ac:chgData name="하 승웅" userId="f9089b053ea938d5" providerId="LiveId" clId="{E7C7E892-0CB8-48CE-BCD1-2104E53C57D0}" dt="2023-07-14T21:14:43.275" v="2080" actId="1076"/>
          <ac:cxnSpMkLst>
            <pc:docMk/>
            <pc:sldMk cId="1990812192" sldId="260"/>
            <ac:cxnSpMk id="135" creationId="{4CFCDE48-F384-3B97-A3DD-A2B4C648A970}"/>
          </ac:cxnSpMkLst>
        </pc:cxnChg>
        <pc:cxnChg chg="add mod">
          <ac:chgData name="하 승웅" userId="f9089b053ea938d5" providerId="LiveId" clId="{E7C7E892-0CB8-48CE-BCD1-2104E53C57D0}" dt="2023-07-14T21:14:43.275" v="2080" actId="1076"/>
          <ac:cxnSpMkLst>
            <pc:docMk/>
            <pc:sldMk cId="1990812192" sldId="260"/>
            <ac:cxnSpMk id="137" creationId="{DB41038D-3911-161C-DA14-E5CD13FFE713}"/>
          </ac:cxnSpMkLst>
        </pc:cxnChg>
        <pc:cxnChg chg="add mod">
          <ac:chgData name="하 승웅" userId="f9089b053ea938d5" providerId="LiveId" clId="{E7C7E892-0CB8-48CE-BCD1-2104E53C57D0}" dt="2023-07-14T21:14:43.275" v="2080" actId="1076"/>
          <ac:cxnSpMkLst>
            <pc:docMk/>
            <pc:sldMk cId="1990812192" sldId="260"/>
            <ac:cxnSpMk id="143" creationId="{5EC68208-783D-6465-12A4-87045E369E2D}"/>
          </ac:cxnSpMkLst>
        </pc:cxnChg>
        <pc:cxnChg chg="add mod">
          <ac:chgData name="하 승웅" userId="f9089b053ea938d5" providerId="LiveId" clId="{E7C7E892-0CB8-48CE-BCD1-2104E53C57D0}" dt="2023-07-14T21:14:43.275" v="2080" actId="1076"/>
          <ac:cxnSpMkLst>
            <pc:docMk/>
            <pc:sldMk cId="1990812192" sldId="260"/>
            <ac:cxnSpMk id="168" creationId="{B35FFFD7-81CC-472E-8717-29D07E6AA0B6}"/>
          </ac:cxnSpMkLst>
        </pc:cxnChg>
        <pc:cxnChg chg="add mod">
          <ac:chgData name="하 승웅" userId="f9089b053ea938d5" providerId="LiveId" clId="{E7C7E892-0CB8-48CE-BCD1-2104E53C57D0}" dt="2023-07-14T21:14:43.275" v="2080" actId="1076"/>
          <ac:cxnSpMkLst>
            <pc:docMk/>
            <pc:sldMk cId="1990812192" sldId="260"/>
            <ac:cxnSpMk id="174" creationId="{0FF19B34-0AEE-863C-6E7A-8DD5BC6A1D29}"/>
          </ac:cxnSpMkLst>
        </pc:cxnChg>
        <pc:cxnChg chg="add mod">
          <ac:chgData name="하 승웅" userId="f9089b053ea938d5" providerId="LiveId" clId="{E7C7E892-0CB8-48CE-BCD1-2104E53C57D0}" dt="2023-07-14T21:14:43.275" v="2080" actId="1076"/>
          <ac:cxnSpMkLst>
            <pc:docMk/>
            <pc:sldMk cId="1990812192" sldId="260"/>
            <ac:cxnSpMk id="178" creationId="{25DD39BB-02F9-530B-3E51-B2ADE0434F2C}"/>
          </ac:cxnSpMkLst>
        </pc:cxnChg>
        <pc:cxnChg chg="add del mod">
          <ac:chgData name="하 승웅" userId="f9089b053ea938d5" providerId="LiveId" clId="{E7C7E892-0CB8-48CE-BCD1-2104E53C57D0}" dt="2023-07-14T20:43:51.428" v="2077" actId="478"/>
          <ac:cxnSpMkLst>
            <pc:docMk/>
            <pc:sldMk cId="1990812192" sldId="260"/>
            <ac:cxnSpMk id="192" creationId="{2DC3F9B7-7E7B-4141-3851-4FB74CAFA2DF}"/>
          </ac:cxnSpMkLst>
        </pc:cxnChg>
      </pc:sldChg>
    </pc:docChg>
  </pc:docChgLst>
  <pc:docChgLst>
    <pc:chgData name="하 승웅" userId="f9089b053ea938d5" providerId="LiveId" clId="{076E42D4-5BE4-4C6D-9483-7878367B41AD}"/>
    <pc:docChg chg="undo custSel addSld modSld">
      <pc:chgData name="하 승웅" userId="f9089b053ea938d5" providerId="LiveId" clId="{076E42D4-5BE4-4C6D-9483-7878367B41AD}" dt="2023-05-30T06:14:18.258" v="2328" actId="9405"/>
      <pc:docMkLst>
        <pc:docMk/>
      </pc:docMkLst>
      <pc:sldChg chg="addSp delSp modSp new mod">
        <pc:chgData name="하 승웅" userId="f9089b053ea938d5" providerId="LiveId" clId="{076E42D4-5BE4-4C6D-9483-7878367B41AD}" dt="2023-05-30T06:14:18.258" v="2328" actId="9405"/>
        <pc:sldMkLst>
          <pc:docMk/>
          <pc:sldMk cId="2276023957" sldId="256"/>
        </pc:sldMkLst>
        <pc:spChg chg="del">
          <ac:chgData name="하 승웅" userId="f9089b053ea938d5" providerId="LiveId" clId="{076E42D4-5BE4-4C6D-9483-7878367B41AD}" dt="2023-05-29T16:59:15.701" v="2" actId="478"/>
          <ac:spMkLst>
            <pc:docMk/>
            <pc:sldMk cId="2276023957" sldId="256"/>
            <ac:spMk id="2" creationId="{CCD826EF-58D8-F4AD-E546-4480E41E8002}"/>
          </ac:spMkLst>
        </pc:spChg>
        <pc:spChg chg="del">
          <ac:chgData name="하 승웅" userId="f9089b053ea938d5" providerId="LiveId" clId="{076E42D4-5BE4-4C6D-9483-7878367B41AD}" dt="2023-05-29T16:59:14.737" v="1" actId="478"/>
          <ac:spMkLst>
            <pc:docMk/>
            <pc:sldMk cId="2276023957" sldId="256"/>
            <ac:spMk id="3" creationId="{E6259DCB-119C-2C28-F33F-0EF74A4BBD16}"/>
          </ac:spMkLst>
        </pc:spChg>
        <pc:spChg chg="add mod">
          <ac:chgData name="하 승웅" userId="f9089b053ea938d5" providerId="LiveId" clId="{076E42D4-5BE4-4C6D-9483-7878367B41AD}" dt="2023-05-30T05:04:29.022" v="2137" actId="20577"/>
          <ac:spMkLst>
            <pc:docMk/>
            <pc:sldMk cId="2276023957" sldId="256"/>
            <ac:spMk id="4" creationId="{99A92C00-39FF-A5AD-1DA9-47A487B351B5}"/>
          </ac:spMkLst>
        </pc:spChg>
        <pc:spChg chg="add del mod">
          <ac:chgData name="하 승웅" userId="f9089b053ea938d5" providerId="LiveId" clId="{076E42D4-5BE4-4C6D-9483-7878367B41AD}" dt="2023-05-30T04:59:20.944" v="1900" actId="478"/>
          <ac:spMkLst>
            <pc:docMk/>
            <pc:sldMk cId="2276023957" sldId="256"/>
            <ac:spMk id="5" creationId="{A58DE2DF-80B1-1BF9-6AE6-38C1655E9FBB}"/>
          </ac:spMkLst>
        </pc:spChg>
        <pc:inkChg chg="add del">
          <ac:chgData name="하 승웅" userId="f9089b053ea938d5" providerId="LiveId" clId="{076E42D4-5BE4-4C6D-9483-7878367B41AD}" dt="2023-05-30T05:01:57.332" v="2015" actId="9405"/>
          <ac:inkMkLst>
            <pc:docMk/>
            <pc:sldMk cId="2276023957" sldId="256"/>
            <ac:inkMk id="2" creationId="{4A96686C-576F-FFFA-0F9F-8600912C94F2}"/>
          </ac:inkMkLst>
        </pc:inkChg>
        <pc:inkChg chg="add del">
          <ac:chgData name="하 승웅" userId="f9089b053ea938d5" providerId="LiveId" clId="{076E42D4-5BE4-4C6D-9483-7878367B41AD}" dt="2023-05-30T05:01:57.017" v="2014" actId="9405"/>
          <ac:inkMkLst>
            <pc:docMk/>
            <pc:sldMk cId="2276023957" sldId="256"/>
            <ac:inkMk id="3" creationId="{4EE01CD9-1F51-D168-CF6F-55358455F16B}"/>
          </ac:inkMkLst>
        </pc:inkChg>
        <pc:inkChg chg="add del">
          <ac:chgData name="하 승웅" userId="f9089b053ea938d5" providerId="LiveId" clId="{076E42D4-5BE4-4C6D-9483-7878367B41AD}" dt="2023-05-30T05:01:56.743" v="2013" actId="9405"/>
          <ac:inkMkLst>
            <pc:docMk/>
            <pc:sldMk cId="2276023957" sldId="256"/>
            <ac:inkMk id="6" creationId="{50F75E1D-BD09-876D-5590-D03A144404CF}"/>
          </ac:inkMkLst>
        </pc:inkChg>
        <pc:inkChg chg="add">
          <ac:chgData name="하 승웅" userId="f9089b053ea938d5" providerId="LiveId" clId="{076E42D4-5BE4-4C6D-9483-7878367B41AD}" dt="2023-05-30T06:12:43.532" v="2327" actId="9405"/>
          <ac:inkMkLst>
            <pc:docMk/>
            <pc:sldMk cId="2276023957" sldId="256"/>
            <ac:inkMk id="7" creationId="{C92459CB-4621-4081-5CE6-83A6DB97FC5F}"/>
          </ac:inkMkLst>
        </pc:inkChg>
        <pc:inkChg chg="add">
          <ac:chgData name="하 승웅" userId="f9089b053ea938d5" providerId="LiveId" clId="{076E42D4-5BE4-4C6D-9483-7878367B41AD}" dt="2023-05-30T06:14:18.258" v="2328" actId="9405"/>
          <ac:inkMkLst>
            <pc:docMk/>
            <pc:sldMk cId="2276023957" sldId="256"/>
            <ac:inkMk id="8" creationId="{7EA65B4F-B9CE-6D78-0BF6-F65802A4B5E6}"/>
          </ac:inkMkLst>
        </pc:inkChg>
      </pc:sldChg>
      <pc:sldChg chg="addSp delSp modSp new mod">
        <pc:chgData name="하 승웅" userId="f9089b053ea938d5" providerId="LiveId" clId="{076E42D4-5BE4-4C6D-9483-7878367B41AD}" dt="2023-05-30T06:12:35.990" v="2326" actId="9405"/>
        <pc:sldMkLst>
          <pc:docMk/>
          <pc:sldMk cId="142352291" sldId="257"/>
        </pc:sldMkLst>
        <pc:spChg chg="del">
          <ac:chgData name="하 승웅" userId="f9089b053ea938d5" providerId="LiveId" clId="{076E42D4-5BE4-4C6D-9483-7878367B41AD}" dt="2023-05-30T04:58:03.037" v="1757" actId="478"/>
          <ac:spMkLst>
            <pc:docMk/>
            <pc:sldMk cId="142352291" sldId="257"/>
            <ac:spMk id="2" creationId="{AAA1A593-F840-7B9D-7FAE-B427D7EF5277}"/>
          </ac:spMkLst>
        </pc:spChg>
        <pc:spChg chg="del">
          <ac:chgData name="하 승웅" userId="f9089b053ea938d5" providerId="LiveId" clId="{076E42D4-5BE4-4C6D-9483-7878367B41AD}" dt="2023-05-30T04:58:03.037" v="1757" actId="478"/>
          <ac:spMkLst>
            <pc:docMk/>
            <pc:sldMk cId="142352291" sldId="257"/>
            <ac:spMk id="3" creationId="{B63DE7CB-983B-D620-CCB9-31CB3F329A9E}"/>
          </ac:spMkLst>
        </pc:spChg>
        <pc:spChg chg="add del mod">
          <ac:chgData name="하 승웅" userId="f9089b053ea938d5" providerId="LiveId" clId="{076E42D4-5BE4-4C6D-9483-7878367B41AD}" dt="2023-05-30T04:58:23.284" v="1764" actId="478"/>
          <ac:spMkLst>
            <pc:docMk/>
            <pc:sldMk cId="142352291" sldId="257"/>
            <ac:spMk id="4" creationId="{462411EE-CB10-123A-2CD3-0C0B74A6BF20}"/>
          </ac:spMkLst>
        </pc:spChg>
        <pc:grpChg chg="del mod">
          <ac:chgData name="하 승웅" userId="f9089b053ea938d5" providerId="LiveId" clId="{076E42D4-5BE4-4C6D-9483-7878367B41AD}" dt="2023-05-30T04:59:47.799" v="1922"/>
          <ac:grpSpMkLst>
            <pc:docMk/>
            <pc:sldMk cId="142352291" sldId="257"/>
            <ac:grpSpMk id="11" creationId="{F79FCD9C-9EF0-E2F5-90C5-B91615C130C3}"/>
          </ac:grpSpMkLst>
        </pc:grpChg>
        <pc:grpChg chg="del mod">
          <ac:chgData name="하 승웅" userId="f9089b053ea938d5" providerId="LiveId" clId="{076E42D4-5BE4-4C6D-9483-7878367B41AD}" dt="2023-05-30T04:59:47.799" v="1922"/>
          <ac:grpSpMkLst>
            <pc:docMk/>
            <pc:sldMk cId="142352291" sldId="257"/>
            <ac:grpSpMk id="15" creationId="{3A458C31-25BF-B3C4-5BF2-EE1BFA142DC4}"/>
          </ac:grpSpMkLst>
        </pc:grpChg>
        <pc:grpChg chg="del mod">
          <ac:chgData name="하 승웅" userId="f9089b053ea938d5" providerId="LiveId" clId="{076E42D4-5BE4-4C6D-9483-7878367B41AD}" dt="2023-05-30T05:00:19.451" v="1930"/>
          <ac:grpSpMkLst>
            <pc:docMk/>
            <pc:sldMk cId="142352291" sldId="257"/>
            <ac:grpSpMk id="25" creationId="{857FB929-E382-DCFD-1867-C0BE55E1C518}"/>
          </ac:grpSpMkLst>
        </pc:grpChg>
        <pc:grpChg chg="mod">
          <ac:chgData name="하 승웅" userId="f9089b053ea938d5" providerId="LiveId" clId="{076E42D4-5BE4-4C6D-9483-7878367B41AD}" dt="2023-05-30T04:59:54.135" v="1928"/>
          <ac:grpSpMkLst>
            <pc:docMk/>
            <pc:sldMk cId="142352291" sldId="257"/>
            <ac:grpSpMk id="30" creationId="{E057FDEE-A516-B376-D9C5-DA0F5BE8B5CD}"/>
          </ac:grpSpMkLst>
        </pc:grpChg>
        <pc:grpChg chg="del mod">
          <ac:chgData name="하 승웅" userId="f9089b053ea938d5" providerId="LiveId" clId="{076E42D4-5BE4-4C6D-9483-7878367B41AD}" dt="2023-05-30T05:00:22.929" v="1936"/>
          <ac:grpSpMkLst>
            <pc:docMk/>
            <pc:sldMk cId="142352291" sldId="257"/>
            <ac:grpSpMk id="32" creationId="{4A15A700-58E7-DEAC-C663-91441ECA98F2}"/>
          </ac:grpSpMkLst>
        </pc:grpChg>
        <pc:grpChg chg="del mod">
          <ac:chgData name="하 승웅" userId="f9089b053ea938d5" providerId="LiveId" clId="{076E42D4-5BE4-4C6D-9483-7878367B41AD}" dt="2023-05-30T05:00:22.929" v="1936"/>
          <ac:grpSpMkLst>
            <pc:docMk/>
            <pc:sldMk cId="142352291" sldId="257"/>
            <ac:grpSpMk id="38" creationId="{3FE5781E-F7CF-A079-E2A6-20AE471D51DF}"/>
          </ac:grpSpMkLst>
        </pc:grpChg>
        <pc:grpChg chg="del mod">
          <ac:chgData name="하 승웅" userId="f9089b053ea938d5" providerId="LiveId" clId="{076E42D4-5BE4-4C6D-9483-7878367B41AD}" dt="2023-05-30T05:00:22.929" v="1936"/>
          <ac:grpSpMkLst>
            <pc:docMk/>
            <pc:sldMk cId="142352291" sldId="257"/>
            <ac:grpSpMk id="39" creationId="{3254B7E5-D998-EED4-A297-3D4AAFA90117}"/>
          </ac:grpSpMkLst>
        </pc:grpChg>
        <pc:grpChg chg="del mod">
          <ac:chgData name="하 승웅" userId="f9089b053ea938d5" providerId="LiveId" clId="{076E42D4-5BE4-4C6D-9483-7878367B41AD}" dt="2023-05-30T05:00:33.649" v="1953"/>
          <ac:grpSpMkLst>
            <pc:docMk/>
            <pc:sldMk cId="142352291" sldId="257"/>
            <ac:grpSpMk id="40" creationId="{68CE426E-11C6-A6D0-FBBB-2DFDB29509C1}"/>
          </ac:grpSpMkLst>
        </pc:grpChg>
        <pc:grpChg chg="del mod">
          <ac:chgData name="하 승웅" userId="f9089b053ea938d5" providerId="LiveId" clId="{076E42D4-5BE4-4C6D-9483-7878367B41AD}" dt="2023-05-30T05:00:33.649" v="1953"/>
          <ac:grpSpMkLst>
            <pc:docMk/>
            <pc:sldMk cId="142352291" sldId="257"/>
            <ac:grpSpMk id="55" creationId="{316C91C0-48EE-0A74-CD63-5E887E6C1588}"/>
          </ac:grpSpMkLst>
        </pc:grpChg>
        <pc:grpChg chg="del mod">
          <ac:chgData name="하 승웅" userId="f9089b053ea938d5" providerId="LiveId" clId="{076E42D4-5BE4-4C6D-9483-7878367B41AD}" dt="2023-05-30T05:00:34.834" v="1955"/>
          <ac:grpSpMkLst>
            <pc:docMk/>
            <pc:sldMk cId="142352291" sldId="257"/>
            <ac:grpSpMk id="56" creationId="{B28E1AE8-E773-0D11-8F05-0103B94D3547}"/>
          </ac:grpSpMkLst>
        </pc:grpChg>
        <pc:grpChg chg="del mod">
          <ac:chgData name="하 승웅" userId="f9089b053ea938d5" providerId="LiveId" clId="{076E42D4-5BE4-4C6D-9483-7878367B41AD}" dt="2023-05-30T05:00:35.393" v="1957"/>
          <ac:grpSpMkLst>
            <pc:docMk/>
            <pc:sldMk cId="142352291" sldId="257"/>
            <ac:grpSpMk id="58" creationId="{3F17572D-4E69-3235-2A70-FEA8F5DAFF03}"/>
          </ac:grpSpMkLst>
        </pc:grpChg>
        <pc:grpChg chg="del mod">
          <ac:chgData name="하 승웅" userId="f9089b053ea938d5" providerId="LiveId" clId="{076E42D4-5BE4-4C6D-9483-7878367B41AD}" dt="2023-05-30T05:00:44.358" v="1972"/>
          <ac:grpSpMkLst>
            <pc:docMk/>
            <pc:sldMk cId="142352291" sldId="257"/>
            <ac:grpSpMk id="60" creationId="{06E6DC92-8DA9-CDE5-684D-029C5811D6A6}"/>
          </ac:grpSpMkLst>
        </pc:grpChg>
        <pc:grpChg chg="del mod">
          <ac:chgData name="하 승웅" userId="f9089b053ea938d5" providerId="LiveId" clId="{076E42D4-5BE4-4C6D-9483-7878367B41AD}" dt="2023-05-30T05:00:44.358" v="1972"/>
          <ac:grpSpMkLst>
            <pc:docMk/>
            <pc:sldMk cId="142352291" sldId="257"/>
            <ac:grpSpMk id="73" creationId="{C81D0DC2-FDAF-C326-DC1D-E33E5BBDB439}"/>
          </ac:grpSpMkLst>
        </pc:grpChg>
        <pc:grpChg chg="del mod">
          <ac:chgData name="하 승웅" userId="f9089b053ea938d5" providerId="LiveId" clId="{076E42D4-5BE4-4C6D-9483-7878367B41AD}" dt="2023-05-30T05:00:48.943" v="1977"/>
          <ac:grpSpMkLst>
            <pc:docMk/>
            <pc:sldMk cId="142352291" sldId="257"/>
            <ac:grpSpMk id="74" creationId="{8DE8081C-C2E2-335C-33E7-4C7D6F458AB3}"/>
          </ac:grpSpMkLst>
        </pc:grpChg>
        <pc:grpChg chg="add del mod">
          <ac:chgData name="하 승웅" userId="f9089b053ea938d5" providerId="LiveId" clId="{076E42D4-5BE4-4C6D-9483-7878367B41AD}" dt="2023-05-30T05:00:59.290" v="1994"/>
          <ac:grpSpMkLst>
            <pc:docMk/>
            <pc:sldMk cId="142352291" sldId="257"/>
            <ac:grpSpMk id="79" creationId="{B8575900-AD40-8644-D287-4B5B5C3FAFF4}"/>
          </ac:grpSpMkLst>
        </pc:grpChg>
        <pc:grpChg chg="add del mod">
          <ac:chgData name="하 승웅" userId="f9089b053ea938d5" providerId="LiveId" clId="{076E42D4-5BE4-4C6D-9483-7878367B41AD}" dt="2023-05-30T05:00:54.031" v="1986"/>
          <ac:grpSpMkLst>
            <pc:docMk/>
            <pc:sldMk cId="142352291" sldId="257"/>
            <ac:grpSpMk id="82" creationId="{A88B3C3F-C084-6024-003D-497E06CD0D8C}"/>
          </ac:grpSpMkLst>
        </pc:grpChg>
        <pc:grpChg chg="mod">
          <ac:chgData name="하 승웅" userId="f9089b053ea938d5" providerId="LiveId" clId="{076E42D4-5BE4-4C6D-9483-7878367B41AD}" dt="2023-05-30T05:00:53.782" v="1984"/>
          <ac:grpSpMkLst>
            <pc:docMk/>
            <pc:sldMk cId="142352291" sldId="257"/>
            <ac:grpSpMk id="84" creationId="{156069A9-097C-95B1-4B49-2A29F6BD8C44}"/>
          </ac:grpSpMkLst>
        </pc:grpChg>
        <pc:grpChg chg="del mod">
          <ac:chgData name="하 승웅" userId="f9089b053ea938d5" providerId="LiveId" clId="{076E42D4-5BE4-4C6D-9483-7878367B41AD}" dt="2023-05-30T05:01:03.703" v="2000"/>
          <ac:grpSpMkLst>
            <pc:docMk/>
            <pc:sldMk cId="142352291" sldId="257"/>
            <ac:grpSpMk id="91" creationId="{2EC95BBD-F4E5-DADB-8235-469FD3A15F26}"/>
          </ac:grpSpMkLst>
        </pc:grpChg>
        <pc:grpChg chg="del mod">
          <ac:chgData name="하 승웅" userId="f9089b053ea938d5" providerId="LiveId" clId="{076E42D4-5BE4-4C6D-9483-7878367B41AD}" dt="2023-05-30T05:01:13.743" v="2005"/>
          <ac:grpSpMkLst>
            <pc:docMk/>
            <pc:sldMk cId="142352291" sldId="257"/>
            <ac:grpSpMk id="97" creationId="{94F32CB7-6D1E-0A5E-11C9-36321440C561}"/>
          </ac:grpSpMkLst>
        </pc:grpChg>
        <pc:grpChg chg="del mod">
          <ac:chgData name="하 승웅" userId="f9089b053ea938d5" providerId="LiveId" clId="{076E42D4-5BE4-4C6D-9483-7878367B41AD}" dt="2023-05-30T05:05:36.130" v="2158"/>
          <ac:grpSpMkLst>
            <pc:docMk/>
            <pc:sldMk cId="142352291" sldId="257"/>
            <ac:grpSpMk id="102" creationId="{8F262A6E-3B77-BA2A-D9BC-7245EF82A543}"/>
          </ac:grpSpMkLst>
        </pc:grpChg>
        <pc:grpChg chg="mod">
          <ac:chgData name="하 승웅" userId="f9089b053ea938d5" providerId="LiveId" clId="{076E42D4-5BE4-4C6D-9483-7878367B41AD}" dt="2023-05-30T05:01:18.088" v="2009"/>
          <ac:grpSpMkLst>
            <pc:docMk/>
            <pc:sldMk cId="142352291" sldId="257"/>
            <ac:grpSpMk id="106" creationId="{73FC28B8-AD36-46FF-661B-A2CBA8BA2E95}"/>
          </ac:grpSpMkLst>
        </pc:grpChg>
        <pc:grpChg chg="del mod">
          <ac:chgData name="하 승웅" userId="f9089b053ea938d5" providerId="LiveId" clId="{076E42D4-5BE4-4C6D-9483-7878367B41AD}" dt="2023-05-30T05:05:36.130" v="2158"/>
          <ac:grpSpMkLst>
            <pc:docMk/>
            <pc:sldMk cId="142352291" sldId="257"/>
            <ac:grpSpMk id="111" creationId="{7D3DDDAD-1F43-E9A4-EB5D-ABDAF495D061}"/>
          </ac:grpSpMkLst>
        </pc:grpChg>
        <pc:grpChg chg="del mod">
          <ac:chgData name="하 승웅" userId="f9089b053ea938d5" providerId="LiveId" clId="{076E42D4-5BE4-4C6D-9483-7878367B41AD}" dt="2023-05-30T05:05:36.130" v="2158"/>
          <ac:grpSpMkLst>
            <pc:docMk/>
            <pc:sldMk cId="142352291" sldId="257"/>
            <ac:grpSpMk id="121" creationId="{D6C8D6FF-5D0E-BC08-947B-75BD3A9C94D8}"/>
          </ac:grpSpMkLst>
        </pc:grpChg>
        <pc:grpChg chg="del mod">
          <ac:chgData name="하 승웅" userId="f9089b053ea938d5" providerId="LiveId" clId="{076E42D4-5BE4-4C6D-9483-7878367B41AD}" dt="2023-05-30T05:05:36.130" v="2158"/>
          <ac:grpSpMkLst>
            <pc:docMk/>
            <pc:sldMk cId="142352291" sldId="257"/>
            <ac:grpSpMk id="122" creationId="{48CB2ED8-290E-93CF-9FC2-3590ABE1F5EA}"/>
          </ac:grpSpMkLst>
        </pc:grpChg>
        <pc:grpChg chg="del mod">
          <ac:chgData name="하 승웅" userId="f9089b053ea938d5" providerId="LiveId" clId="{076E42D4-5BE4-4C6D-9483-7878367B41AD}" dt="2023-05-30T05:46:57.531" v="2205"/>
          <ac:grpSpMkLst>
            <pc:docMk/>
            <pc:sldMk cId="142352291" sldId="257"/>
            <ac:grpSpMk id="128" creationId="{8BFB9AE4-DC1A-A824-0DB2-1F62157FC321}"/>
          </ac:grpSpMkLst>
        </pc:grpChg>
        <pc:grpChg chg="mod">
          <ac:chgData name="하 승웅" userId="f9089b053ea938d5" providerId="LiveId" clId="{076E42D4-5BE4-4C6D-9483-7878367B41AD}" dt="2023-05-30T05:44:55.174" v="2199"/>
          <ac:grpSpMkLst>
            <pc:docMk/>
            <pc:sldMk cId="142352291" sldId="257"/>
            <ac:grpSpMk id="133" creationId="{DEDE14DF-5546-1865-891A-61104F3011F7}"/>
          </ac:grpSpMkLst>
        </pc:grpChg>
        <pc:grpChg chg="mod">
          <ac:chgData name="하 승웅" userId="f9089b053ea938d5" providerId="LiveId" clId="{076E42D4-5BE4-4C6D-9483-7878367B41AD}" dt="2023-05-30T05:44:54.728" v="2195"/>
          <ac:grpSpMkLst>
            <pc:docMk/>
            <pc:sldMk cId="142352291" sldId="257"/>
            <ac:grpSpMk id="150" creationId="{60BC0B3E-C520-34CD-C3C8-E5E5D663E81F}"/>
          </ac:grpSpMkLst>
        </pc:grpChg>
        <pc:grpChg chg="del mod">
          <ac:chgData name="하 승웅" userId="f9089b053ea938d5" providerId="LiveId" clId="{076E42D4-5BE4-4C6D-9483-7878367B41AD}" dt="2023-05-30T05:55:43.737" v="2213"/>
          <ac:grpSpMkLst>
            <pc:docMk/>
            <pc:sldMk cId="142352291" sldId="257"/>
            <ac:grpSpMk id="154" creationId="{866B0F03-393B-47AB-8236-6B71520369D0}"/>
          </ac:grpSpMkLst>
        </pc:grpChg>
        <pc:grpChg chg="del mod">
          <ac:chgData name="하 승웅" userId="f9089b053ea938d5" providerId="LiveId" clId="{076E42D4-5BE4-4C6D-9483-7878367B41AD}" dt="2023-05-30T05:55:45.432" v="2216"/>
          <ac:grpSpMkLst>
            <pc:docMk/>
            <pc:sldMk cId="142352291" sldId="257"/>
            <ac:grpSpMk id="162" creationId="{7BF4D0A6-C069-800B-1D9E-360BB37CFFAB}"/>
          </ac:grpSpMkLst>
        </pc:grpChg>
        <pc:grpChg chg="del mod">
          <ac:chgData name="하 승웅" userId="f9089b053ea938d5" providerId="LiveId" clId="{076E42D4-5BE4-4C6D-9483-7878367B41AD}" dt="2023-05-30T05:55:49.934" v="2226"/>
          <ac:grpSpMkLst>
            <pc:docMk/>
            <pc:sldMk cId="142352291" sldId="257"/>
            <ac:grpSpMk id="165" creationId="{C167EE1E-3269-29FA-EFF0-64DE2208334A}"/>
          </ac:grpSpMkLst>
        </pc:grpChg>
        <pc:grpChg chg="del mod">
          <ac:chgData name="하 승웅" userId="f9089b053ea938d5" providerId="LiveId" clId="{076E42D4-5BE4-4C6D-9483-7878367B41AD}" dt="2023-05-30T05:55:49.934" v="2226"/>
          <ac:grpSpMkLst>
            <pc:docMk/>
            <pc:sldMk cId="142352291" sldId="257"/>
            <ac:grpSpMk id="175" creationId="{CF13C6D1-92D4-AB81-31E5-C957473BEB2E}"/>
          </ac:grpSpMkLst>
        </pc:grpChg>
        <pc:grpChg chg="del mod">
          <ac:chgData name="하 승웅" userId="f9089b053ea938d5" providerId="LiveId" clId="{076E42D4-5BE4-4C6D-9483-7878367B41AD}" dt="2023-05-30T05:55:49.934" v="2226"/>
          <ac:grpSpMkLst>
            <pc:docMk/>
            <pc:sldMk cId="142352291" sldId="257"/>
            <ac:grpSpMk id="176" creationId="{2DDE1494-BDA8-C6DD-E6BA-B8B5B14C9498}"/>
          </ac:grpSpMkLst>
        </pc:grpChg>
        <pc:grpChg chg="del mod">
          <ac:chgData name="하 승웅" userId="f9089b053ea938d5" providerId="LiveId" clId="{076E42D4-5BE4-4C6D-9483-7878367B41AD}" dt="2023-05-30T05:55:56.629" v="2228"/>
          <ac:grpSpMkLst>
            <pc:docMk/>
            <pc:sldMk cId="142352291" sldId="257"/>
            <ac:grpSpMk id="177" creationId="{E92B06F9-D568-20FD-D5BA-62BBD841A926}"/>
          </ac:grpSpMkLst>
        </pc:grpChg>
        <pc:grpChg chg="del mod">
          <ac:chgData name="하 승웅" userId="f9089b053ea938d5" providerId="LiveId" clId="{076E42D4-5BE4-4C6D-9483-7878367B41AD}" dt="2023-05-30T05:56:17.420" v="2236"/>
          <ac:grpSpMkLst>
            <pc:docMk/>
            <pc:sldMk cId="142352291" sldId="257"/>
            <ac:grpSpMk id="179" creationId="{3E0B2473-8C03-8FA1-F254-69E6C67F6440}"/>
          </ac:grpSpMkLst>
        </pc:grpChg>
        <pc:grpChg chg="del mod">
          <ac:chgData name="하 승웅" userId="f9089b053ea938d5" providerId="LiveId" clId="{076E42D4-5BE4-4C6D-9483-7878367B41AD}" dt="2023-05-30T05:56:17.420" v="2236"/>
          <ac:grpSpMkLst>
            <pc:docMk/>
            <pc:sldMk cId="142352291" sldId="257"/>
            <ac:grpSpMk id="183" creationId="{31E327E2-6D65-8928-FF6C-D92C5360CBA7}"/>
          </ac:grpSpMkLst>
        </pc:grpChg>
        <pc:grpChg chg="del mod">
          <ac:chgData name="하 승웅" userId="f9089b053ea938d5" providerId="LiveId" clId="{076E42D4-5BE4-4C6D-9483-7878367B41AD}" dt="2023-05-30T05:56:29.701" v="2245"/>
          <ac:grpSpMkLst>
            <pc:docMk/>
            <pc:sldMk cId="142352291" sldId="257"/>
            <ac:grpSpMk id="187" creationId="{8797D144-10E6-EE3D-C847-DAC7DF40E1AB}"/>
          </ac:grpSpMkLst>
        </pc:grpChg>
        <pc:grpChg chg="del mod">
          <ac:chgData name="하 승웅" userId="f9089b053ea938d5" providerId="LiveId" clId="{076E42D4-5BE4-4C6D-9483-7878367B41AD}" dt="2023-05-30T05:56:53.237" v="2254"/>
          <ac:grpSpMkLst>
            <pc:docMk/>
            <pc:sldMk cId="142352291" sldId="257"/>
            <ac:grpSpMk id="196" creationId="{75FCEC00-9880-AA4A-3BA4-6339E5752065}"/>
          </ac:grpSpMkLst>
        </pc:grpChg>
        <pc:grpChg chg="del mod">
          <ac:chgData name="하 승웅" userId="f9089b053ea938d5" providerId="LiveId" clId="{076E42D4-5BE4-4C6D-9483-7878367B41AD}" dt="2023-05-30T05:56:55.849" v="2257"/>
          <ac:grpSpMkLst>
            <pc:docMk/>
            <pc:sldMk cId="142352291" sldId="257"/>
            <ac:grpSpMk id="205" creationId="{C0252292-0DF8-6371-2374-8664C8C40E54}"/>
          </ac:grpSpMkLst>
        </pc:grpChg>
        <pc:grpChg chg="del mod">
          <ac:chgData name="하 승웅" userId="f9089b053ea938d5" providerId="LiveId" clId="{076E42D4-5BE4-4C6D-9483-7878367B41AD}" dt="2023-05-30T05:57:01.086" v="2266"/>
          <ac:grpSpMkLst>
            <pc:docMk/>
            <pc:sldMk cId="142352291" sldId="257"/>
            <ac:grpSpMk id="208" creationId="{476BFE10-5AB3-884B-20AA-C56CE2B1EB71}"/>
          </ac:grpSpMkLst>
        </pc:grpChg>
        <pc:grpChg chg="add del mod">
          <ac:chgData name="하 승웅" userId="f9089b053ea938d5" providerId="LiveId" clId="{076E42D4-5BE4-4C6D-9483-7878367B41AD}" dt="2023-05-30T05:58:18.236" v="2279"/>
          <ac:grpSpMkLst>
            <pc:docMk/>
            <pc:sldMk cId="142352291" sldId="257"/>
            <ac:grpSpMk id="217" creationId="{F62C42BB-577F-F641-612F-B30392BC02AD}"/>
          </ac:grpSpMkLst>
        </pc:grpChg>
        <pc:grpChg chg="add del mod">
          <ac:chgData name="하 승웅" userId="f9089b053ea938d5" providerId="LiveId" clId="{076E42D4-5BE4-4C6D-9483-7878367B41AD}" dt="2023-05-30T05:57:25.726" v="2276"/>
          <ac:grpSpMkLst>
            <pc:docMk/>
            <pc:sldMk cId="142352291" sldId="257"/>
            <ac:grpSpMk id="219" creationId="{3D2CE94E-0E1E-1136-F9DA-DBA59E02AD4E}"/>
          </ac:grpSpMkLst>
        </pc:grpChg>
        <pc:grpChg chg="mod">
          <ac:chgData name="하 승웅" userId="f9089b053ea938d5" providerId="LiveId" clId="{076E42D4-5BE4-4C6D-9483-7878367B41AD}" dt="2023-05-30T05:57:25.411" v="2273"/>
          <ac:grpSpMkLst>
            <pc:docMk/>
            <pc:sldMk cId="142352291" sldId="257"/>
            <ac:grpSpMk id="222" creationId="{9C51CE45-D42E-7781-F16E-FFE59E9512BB}"/>
          </ac:grpSpMkLst>
        </pc:grpChg>
        <pc:grpChg chg="del mod">
          <ac:chgData name="하 승웅" userId="f9089b053ea938d5" providerId="LiveId" clId="{076E42D4-5BE4-4C6D-9483-7878367B41AD}" dt="2023-05-30T05:58:32.772" v="2283"/>
          <ac:grpSpMkLst>
            <pc:docMk/>
            <pc:sldMk cId="142352291" sldId="257"/>
            <ac:grpSpMk id="225" creationId="{3CF789F5-2E8B-43D2-6394-74049093FB92}"/>
          </ac:grpSpMkLst>
        </pc:grpChg>
        <pc:grpChg chg="del mod">
          <ac:chgData name="하 승웅" userId="f9089b053ea938d5" providerId="LiveId" clId="{076E42D4-5BE4-4C6D-9483-7878367B41AD}" dt="2023-05-30T06:10:09.863" v="2304"/>
          <ac:grpSpMkLst>
            <pc:docMk/>
            <pc:sldMk cId="142352291" sldId="257"/>
            <ac:grpSpMk id="229" creationId="{7D866BC3-AD17-4A71-251E-76E6D13E3C46}"/>
          </ac:grpSpMkLst>
        </pc:grpChg>
        <pc:grpChg chg="del mod">
          <ac:chgData name="하 승웅" userId="f9089b053ea938d5" providerId="LiveId" clId="{076E42D4-5BE4-4C6D-9483-7878367B41AD}" dt="2023-05-30T06:10:09.863" v="2304"/>
          <ac:grpSpMkLst>
            <pc:docMk/>
            <pc:sldMk cId="142352291" sldId="257"/>
            <ac:grpSpMk id="235" creationId="{15A773A8-E518-FBEA-F951-C4CD3467301B}"/>
          </ac:grpSpMkLst>
        </pc:grpChg>
        <pc:grpChg chg="del mod">
          <ac:chgData name="하 승웅" userId="f9089b053ea938d5" providerId="LiveId" clId="{076E42D4-5BE4-4C6D-9483-7878367B41AD}" dt="2023-05-30T06:10:12.347" v="2308"/>
          <ac:grpSpMkLst>
            <pc:docMk/>
            <pc:sldMk cId="142352291" sldId="257"/>
            <ac:grpSpMk id="250" creationId="{E934AFC2-1F5A-8D57-CF1E-4D6ABB5F6BAB}"/>
          </ac:grpSpMkLst>
        </pc:grpChg>
        <pc:grpChg chg="del mod">
          <ac:chgData name="하 승웅" userId="f9089b053ea938d5" providerId="LiveId" clId="{076E42D4-5BE4-4C6D-9483-7878367B41AD}" dt="2023-05-30T06:11:57.093" v="2314"/>
          <ac:grpSpMkLst>
            <pc:docMk/>
            <pc:sldMk cId="142352291" sldId="257"/>
            <ac:grpSpMk id="254" creationId="{E16BE6C2-C802-0DAF-E74D-1494C1110B77}"/>
          </ac:grpSpMkLst>
        </pc:grpChg>
        <pc:grpChg chg="del mod">
          <ac:chgData name="하 승웅" userId="f9089b053ea938d5" providerId="LiveId" clId="{076E42D4-5BE4-4C6D-9483-7878367B41AD}" dt="2023-05-30T06:12:06.109" v="2316"/>
          <ac:grpSpMkLst>
            <pc:docMk/>
            <pc:sldMk cId="142352291" sldId="257"/>
            <ac:grpSpMk id="260" creationId="{B7F065F4-6FEA-90B3-5B85-1017EE0BD197}"/>
          </ac:grpSpMkLst>
        </pc:grpChg>
        <pc:grpChg chg="del mod">
          <ac:chgData name="하 승웅" userId="f9089b053ea938d5" providerId="LiveId" clId="{076E42D4-5BE4-4C6D-9483-7878367B41AD}" dt="2023-05-30T06:12:12.698" v="2324"/>
          <ac:grpSpMkLst>
            <pc:docMk/>
            <pc:sldMk cId="142352291" sldId="257"/>
            <ac:grpSpMk id="262" creationId="{EB8C2568-68DB-BE68-981E-37C247A5A981}"/>
          </ac:grpSpMkLst>
        </pc:grpChg>
        <pc:grpChg chg="del mod">
          <ac:chgData name="하 승웅" userId="f9089b053ea938d5" providerId="LiveId" clId="{076E42D4-5BE4-4C6D-9483-7878367B41AD}" dt="2023-05-30T06:12:12.698" v="2324"/>
          <ac:grpSpMkLst>
            <pc:docMk/>
            <pc:sldMk cId="142352291" sldId="257"/>
            <ac:grpSpMk id="268" creationId="{C9B18713-5425-D0F7-6EBD-0CFF09D4D912}"/>
          </ac:grpSpMkLst>
        </pc:grpChg>
        <pc:grpChg chg="mod">
          <ac:chgData name="하 승웅" userId="f9089b053ea938d5" providerId="LiveId" clId="{076E42D4-5BE4-4C6D-9483-7878367B41AD}" dt="2023-05-30T06:12:12.698" v="2324"/>
          <ac:grpSpMkLst>
            <pc:docMk/>
            <pc:sldMk cId="142352291" sldId="257"/>
            <ac:grpSpMk id="270" creationId="{51A45C53-4FDC-4647-A994-E03EDB4F0E3F}"/>
          </ac:grpSpMkLst>
        </pc:grpChg>
        <pc:inkChg chg="add del">
          <ac:chgData name="하 승웅" userId="f9089b053ea938d5" providerId="LiveId" clId="{076E42D4-5BE4-4C6D-9483-7878367B41AD}" dt="2023-05-30T04:58:22.217" v="1762" actId="9405"/>
          <ac:inkMkLst>
            <pc:docMk/>
            <pc:sldMk cId="142352291" sldId="257"/>
            <ac:inkMk id="5" creationId="{85D63681-BC8C-330D-A520-9A2027863383}"/>
          </ac:inkMkLst>
        </pc:inkChg>
        <pc:inkChg chg="add del">
          <ac:chgData name="하 승웅" userId="f9089b053ea938d5" providerId="LiveId" clId="{076E42D4-5BE4-4C6D-9483-7878367B41AD}" dt="2023-05-30T04:59:31.548" v="1902" actId="9405"/>
          <ac:inkMkLst>
            <pc:docMk/>
            <pc:sldMk cId="142352291" sldId="257"/>
            <ac:inkMk id="6" creationId="{37CF6FA5-82DF-BA3E-07A5-B9DF8179AD78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7" creationId="{2CFA2452-739A-7295-7C39-082CD01130FF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8" creationId="{1CC80D91-8A4A-8F11-DDAE-6C706405FC20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9" creationId="{3722D44A-0CE9-59B7-E0E6-5C5F2C76DDA2}"/>
          </ac:inkMkLst>
        </pc:inkChg>
        <pc:inkChg chg="add del">
          <ac:chgData name="하 승웅" userId="f9089b053ea938d5" providerId="LiveId" clId="{076E42D4-5BE4-4C6D-9483-7878367B41AD}" dt="2023-05-30T04:59:36.174" v="1907" actId="9405"/>
          <ac:inkMkLst>
            <pc:docMk/>
            <pc:sldMk cId="142352291" sldId="257"/>
            <ac:inkMk id="10" creationId="{46A6694A-79EC-3D64-F1B3-AEFA03FD15CC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2" creationId="{F4A4B1E6-DC69-461F-54D2-283C3BF4F631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3" creationId="{244166AF-DCE1-3417-8E76-7BFCFBAC33D2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4" creationId="{2F857577-00CF-167F-9690-F408FF688B3F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6" creationId="{1D0B3EED-FC38-B4C5-B778-9AFE5276BC79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7" creationId="{F0F605F3-4E39-8692-3883-B9AE9792ACA0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8" creationId="{81E9B526-0D94-E461-F05F-93C37763A13D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9" creationId="{124A931F-5F6C-90A7-62A3-15FF3B7463D5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0" creationId="{160520EE-2D81-C277-0AC3-4AAFC83543BF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1" creationId="{5A557C70-2838-EAE2-41B8-11FFEC8B5F5B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2" creationId="{0E46A098-8EC7-9B62-1A2E-F08B00E4C765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3" creationId="{91E470BC-66A5-C59B-53E2-2C2F5ACE5CAB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4" creationId="{E08A9079-0694-7941-F58E-0F8078FB7AE6}"/>
          </ac:inkMkLst>
        </pc:inkChg>
        <pc:inkChg chg="add del">
          <ac:chgData name="하 승웅" userId="f9089b053ea938d5" providerId="LiveId" clId="{076E42D4-5BE4-4C6D-9483-7878367B41AD}" dt="2023-05-30T04:59:50.610" v="1924" actId="9405"/>
          <ac:inkMkLst>
            <pc:docMk/>
            <pc:sldMk cId="142352291" sldId="257"/>
            <ac:inkMk id="26" creationId="{B55D7327-F500-3702-37FE-C28CD5F7CCE2}"/>
          </ac:inkMkLst>
        </pc:inkChg>
        <pc:inkChg chg="add mod">
          <ac:chgData name="하 승웅" userId="f9089b053ea938d5" providerId="LiveId" clId="{076E42D4-5BE4-4C6D-9483-7878367B41AD}" dt="2023-05-30T04:59:54.135" v="1928"/>
          <ac:inkMkLst>
            <pc:docMk/>
            <pc:sldMk cId="142352291" sldId="257"/>
            <ac:inkMk id="27" creationId="{C2F4B728-8CB8-790E-C7FB-347AA340DF9B}"/>
          </ac:inkMkLst>
        </pc:inkChg>
        <pc:inkChg chg="add mod">
          <ac:chgData name="하 승웅" userId="f9089b053ea938d5" providerId="LiveId" clId="{076E42D4-5BE4-4C6D-9483-7878367B41AD}" dt="2023-05-30T04:59:54.135" v="1928"/>
          <ac:inkMkLst>
            <pc:docMk/>
            <pc:sldMk cId="142352291" sldId="257"/>
            <ac:inkMk id="28" creationId="{02B74D37-1A32-36AD-03F6-0885E70C1448}"/>
          </ac:inkMkLst>
        </pc:inkChg>
        <pc:inkChg chg="add">
          <ac:chgData name="하 승웅" userId="f9089b053ea938d5" providerId="LiveId" clId="{076E42D4-5BE4-4C6D-9483-7878367B41AD}" dt="2023-05-30T04:59:53.216" v="1927" actId="9405"/>
          <ac:inkMkLst>
            <pc:docMk/>
            <pc:sldMk cId="142352291" sldId="257"/>
            <ac:inkMk id="29" creationId="{068B1017-58FF-6AFB-B3E7-CA891A4C40EF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31" creationId="{B567218C-EE80-450E-E6E3-C4D4EB732320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33" creationId="{1EA887FC-185C-55F1-1D76-95AE9482E969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34" creationId="{6A3481E4-B461-A3A6-FFBF-3E55D2E03122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35" creationId="{BE3933B8-9E3E-98C7-36BA-85CF9BE64890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36" creationId="{C57C3131-63EF-9B46-0FB8-9BEBDF5945D1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37" creationId="{C1ED4CC5-B2D5-D327-7DD1-26E6033A179D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41" creationId="{7FF72297-B5C4-4C2D-5776-C6C490BB2BDB}"/>
          </ac:inkMkLst>
        </pc:inkChg>
        <pc:inkChg chg="add del">
          <ac:chgData name="하 승웅" userId="f9089b053ea938d5" providerId="LiveId" clId="{076E42D4-5BE4-4C6D-9483-7878367B41AD}" dt="2023-05-30T05:00:25.479" v="1939" actId="9405"/>
          <ac:inkMkLst>
            <pc:docMk/>
            <pc:sldMk cId="142352291" sldId="257"/>
            <ac:inkMk id="42" creationId="{79877BCE-1A22-FE6F-17CC-CF7EF1153811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43" creationId="{234EB37D-2DD2-9950-C4B0-8D63B9D71652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44" creationId="{51F40052-E4F1-0A56-93EF-70BD3403E642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45" creationId="{4A38554E-E3AD-55F1-731B-6947599BB87F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46" creationId="{E3B91A7B-5E7B-E861-A134-F14BB44B6EDB}"/>
          </ac:inkMkLst>
        </pc:inkChg>
        <pc:inkChg chg="add del">
          <ac:chgData name="하 승웅" userId="f9089b053ea938d5" providerId="LiveId" clId="{076E42D4-5BE4-4C6D-9483-7878367B41AD}" dt="2023-05-30T05:00:29.260" v="1945" actId="9405"/>
          <ac:inkMkLst>
            <pc:docMk/>
            <pc:sldMk cId="142352291" sldId="257"/>
            <ac:inkMk id="47" creationId="{900E15A4-18D5-A433-5824-01668F8920EF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48" creationId="{C526261D-CBDE-6CFC-9171-867FF667CEC2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49" creationId="{FF5C42AE-D46B-047B-7815-C3C4D7B00A27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50" creationId="{50F05FD0-A360-2EFA-1FFA-71852EC1ABBB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51" creationId="{D6B154E2-1073-AE7F-F2D7-FC06BAEE40D1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52" creationId="{249CBB9C-3DF2-CDAD-A4A6-4739C04AA4BD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53" creationId="{AF3DC1F3-5F4C-38DA-2218-444741F7ABDB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54" creationId="{1E96B948-4114-BF16-D6A9-EA4171804CCF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57" creationId="{865803AE-47D6-9E8C-5479-EEB7D1F7F4A0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59" creationId="{3F717C97-C6F8-1A36-6638-068A525EC2EA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61" creationId="{F1A66BE0-F1F3-F585-F6A1-0577CE401727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62" creationId="{D7315BC2-0A46-927A-84AB-2325C98F0F27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63" creationId="{70CBEA58-8A17-F910-7CE0-F572DAE5EFD5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64" creationId="{C2B8B4F0-A51D-0C46-7133-4A30F95207DB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65" creationId="{590DCDBE-075E-BEC0-2A11-97F054D8385C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66" creationId="{00BA48B6-FBC5-41A6-7DD6-456BBB5DE0A6}"/>
          </ac:inkMkLst>
        </pc:inkChg>
        <pc:inkChg chg="add del">
          <ac:chgData name="하 승웅" userId="f9089b053ea938d5" providerId="LiveId" clId="{076E42D4-5BE4-4C6D-9483-7878367B41AD}" dt="2023-05-30T05:00:40.144" v="1965" actId="9405"/>
          <ac:inkMkLst>
            <pc:docMk/>
            <pc:sldMk cId="142352291" sldId="257"/>
            <ac:inkMk id="67" creationId="{8BECEE2F-B93D-4016-BA47-F5F689D3F4AB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68" creationId="{190B4003-6068-FC18-FD26-8766CE84E9D7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69" creationId="{CDEE32EB-399D-A1C8-1EF3-3B3A8CB26982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70" creationId="{6D5E2B7A-649F-EC6F-7C43-2D6A3427E1FA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71" creationId="{40BA4CE2-CB96-3C7F-87F5-89909F0CBFC7}"/>
          </ac:inkMkLst>
        </pc:inkChg>
        <pc:inkChg chg="add del">
          <ac:chgData name="하 승웅" userId="f9089b053ea938d5" providerId="LiveId" clId="{076E42D4-5BE4-4C6D-9483-7878367B41AD}" dt="2023-05-30T05:00:43.893" v="1971" actId="9405"/>
          <ac:inkMkLst>
            <pc:docMk/>
            <pc:sldMk cId="142352291" sldId="257"/>
            <ac:inkMk id="72" creationId="{B743707C-A2AE-2236-8829-ABB84008C511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75" creationId="{F28C7E28-A0F1-D6FC-B9C8-5D5F1DF9FB3E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76" creationId="{3CB2892A-0930-28EC-63F3-D8886771CA80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77" creationId="{84E3380A-8A68-E990-64E1-79BBE6FB8C40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78" creationId="{78A377A3-8260-739C-5EED-8BC0E8EDA6A3}"/>
          </ac:inkMkLst>
        </pc:inkChg>
        <pc:inkChg chg="add del mod">
          <ac:chgData name="하 승웅" userId="f9089b053ea938d5" providerId="LiveId" clId="{076E42D4-5BE4-4C6D-9483-7878367B41AD}" dt="2023-05-30T05:00:54.298" v="1987" actId="9405"/>
          <ac:inkMkLst>
            <pc:docMk/>
            <pc:sldMk cId="142352291" sldId="257"/>
            <ac:inkMk id="80" creationId="{CF194FAF-5ED2-E4BB-675A-444107DEF8BA}"/>
          </ac:inkMkLst>
        </pc:inkChg>
        <pc:inkChg chg="add del mod">
          <ac:chgData name="하 승웅" userId="f9089b053ea938d5" providerId="LiveId" clId="{076E42D4-5BE4-4C6D-9483-7878367B41AD}" dt="2023-05-30T05:00:54.031" v="1986"/>
          <ac:inkMkLst>
            <pc:docMk/>
            <pc:sldMk cId="142352291" sldId="257"/>
            <ac:inkMk id="81" creationId="{CC3ABB36-6DC3-C7A3-0B5D-0D764FC5B68E}"/>
          </ac:inkMkLst>
        </pc:inkChg>
        <pc:inkChg chg="add del mod">
          <ac:chgData name="하 승웅" userId="f9089b053ea938d5" providerId="LiveId" clId="{076E42D4-5BE4-4C6D-9483-7878367B41AD}" dt="2023-05-30T05:00:53.782" v="1984"/>
          <ac:inkMkLst>
            <pc:docMk/>
            <pc:sldMk cId="142352291" sldId="257"/>
            <ac:inkMk id="83" creationId="{B67BF456-3F6A-6F29-CAFC-715C2F434131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85" creationId="{8B78DC44-F6C8-0056-2107-D96A31692771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86" creationId="{F757E229-6BFB-4D0C-02BF-0C446AC213D9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87" creationId="{902737B7-A40D-8D8F-A857-63DF8B076B57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88" creationId="{D73DB805-9C36-A7A0-28BE-B2BD01549A72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89" creationId="{1F80DCC0-643A-A03A-120E-E380AB1C8623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90" creationId="{76177018-BEDB-DA45-851D-E2211738FA3F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92" creationId="{12D10052-C6DA-A888-B6CC-4E4C5F925EE9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93" creationId="{05260A3D-229A-90FC-05BC-ECF70F283E00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94" creationId="{1AC406CC-1112-19B9-CCA5-636C322F886B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95" creationId="{381EFF62-F626-EA16-6688-B981183618F0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96" creationId="{6CB29AE4-BC55-CF82-D7DB-D732AF519A17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98" creationId="{97AC9C54-140A-C463-623C-DAB44523CF1E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99" creationId="{A4ECB4B3-3211-D3E8-6579-BD045C0132A7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00" creationId="{99693814-F279-2F0E-DB79-F077FB47FCB6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01" creationId="{0E06DA62-F86E-AD1C-E389-237E51C203EF}"/>
          </ac:inkMkLst>
        </pc:inkChg>
        <pc:inkChg chg="add mod">
          <ac:chgData name="하 승웅" userId="f9089b053ea938d5" providerId="LiveId" clId="{076E42D4-5BE4-4C6D-9483-7878367B41AD}" dt="2023-05-30T05:01:18.088" v="2009"/>
          <ac:inkMkLst>
            <pc:docMk/>
            <pc:sldMk cId="142352291" sldId="257"/>
            <ac:inkMk id="103" creationId="{E786D15A-B274-A3FA-C67D-9654D7B30D8B}"/>
          </ac:inkMkLst>
        </pc:inkChg>
        <pc:inkChg chg="add mod">
          <ac:chgData name="하 승웅" userId="f9089b053ea938d5" providerId="LiveId" clId="{076E42D4-5BE4-4C6D-9483-7878367B41AD}" dt="2023-05-30T05:01:18.088" v="2009"/>
          <ac:inkMkLst>
            <pc:docMk/>
            <pc:sldMk cId="142352291" sldId="257"/>
            <ac:inkMk id="104" creationId="{B428DBA8-ABAE-DE3B-E4DD-A19C1FB3AB84}"/>
          </ac:inkMkLst>
        </pc:inkChg>
        <pc:inkChg chg="add mod">
          <ac:chgData name="하 승웅" userId="f9089b053ea938d5" providerId="LiveId" clId="{076E42D4-5BE4-4C6D-9483-7878367B41AD}" dt="2023-05-30T05:01:18.088" v="2009"/>
          <ac:inkMkLst>
            <pc:docMk/>
            <pc:sldMk cId="142352291" sldId="257"/>
            <ac:inkMk id="105" creationId="{7970F2A7-3591-A1A3-2861-74BDBE7F1D28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07" creationId="{6728ED00-B4FA-8D1A-DA72-5455D6F739A5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08" creationId="{C39AE039-CC78-02E6-6ED3-D66E899D0446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09" creationId="{C64167E3-6346-644D-0D3C-B1AF9D839054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10" creationId="{DD70891B-F316-62D5-70F6-C7EBCEBEB832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12" creationId="{797B525A-11FF-AB8F-8463-7ABA03A9F169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13" creationId="{DFB65635-3C7C-EEA7-F1B2-116E976C675A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14" creationId="{E1604AA7-12EA-787A-04DD-0F7211C4BD85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15" creationId="{64225822-F14E-97E0-3FBF-4DB67833C522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16" creationId="{FE8161B1-D6E7-500E-6992-1C530CDC3601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17" creationId="{A373AB8B-D4AA-DDED-5992-43C3696847FD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18" creationId="{A9EB7300-ED68-A111-BC44-AA3736CD78A3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19" creationId="{18BF13EF-9AAB-622F-6AF4-9E2644C9A86D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20" creationId="{066A7512-466B-B391-BE4C-F07FE5BCF900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23" creationId="{E652C40C-2CB5-3153-B570-2350CB207817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24" creationId="{CE507C10-BEB4-B39C-7987-FC10AACE95F6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25" creationId="{61E67D21-1F79-31E1-4D12-3BEDFDA5FEDA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26" creationId="{CBC6D15D-D96B-2D3A-A93D-74A791B46D4A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27" creationId="{0B635C10-3A0F-5755-5416-995ABC4CB455}"/>
          </ac:inkMkLst>
        </pc:inkChg>
        <pc:inkChg chg="add mod">
          <ac:chgData name="하 승웅" userId="f9089b053ea938d5" providerId="LiveId" clId="{076E42D4-5BE4-4C6D-9483-7878367B41AD}" dt="2023-05-30T05:44:55.174" v="2199"/>
          <ac:inkMkLst>
            <pc:docMk/>
            <pc:sldMk cId="142352291" sldId="257"/>
            <ac:inkMk id="129" creationId="{F1D01841-0D66-4D3F-2BEA-6827C885237E}"/>
          </ac:inkMkLst>
        </pc:inkChg>
        <pc:inkChg chg="add del mod">
          <ac:chgData name="하 승웅" userId="f9089b053ea938d5" providerId="LiveId" clId="{076E42D4-5BE4-4C6D-9483-7878367B41AD}" dt="2023-05-30T05:44:55.779" v="2201" actId="9405"/>
          <ac:inkMkLst>
            <pc:docMk/>
            <pc:sldMk cId="142352291" sldId="257"/>
            <ac:inkMk id="130" creationId="{C4E946DA-7D64-260D-7DF8-58292536E5E9}"/>
          </ac:inkMkLst>
        </pc:inkChg>
        <pc:inkChg chg="add del">
          <ac:chgData name="하 승웅" userId="f9089b053ea938d5" providerId="LiveId" clId="{076E42D4-5BE4-4C6D-9483-7878367B41AD}" dt="2023-05-30T05:44:55.478" v="2200" actId="9405"/>
          <ac:inkMkLst>
            <pc:docMk/>
            <pc:sldMk cId="142352291" sldId="257"/>
            <ac:inkMk id="131" creationId="{1DBDC4CB-43CD-66B5-AD88-ECBF1C5B7915}"/>
          </ac:inkMkLst>
        </pc:inkChg>
        <pc:inkChg chg="add del">
          <ac:chgData name="하 승웅" userId="f9089b053ea938d5" providerId="LiveId" clId="{076E42D4-5BE4-4C6D-9483-7878367B41AD}" dt="2023-05-30T05:44:55.174" v="2199"/>
          <ac:inkMkLst>
            <pc:docMk/>
            <pc:sldMk cId="142352291" sldId="257"/>
            <ac:inkMk id="132" creationId="{104FF6E7-04EF-A2FF-57C6-8EDEC64213FC}"/>
          </ac:inkMkLst>
        </pc:inkChg>
        <pc:inkChg chg="add del">
          <ac:chgData name="하 승웅" userId="f9089b053ea938d5" providerId="LiveId" clId="{076E42D4-5BE4-4C6D-9483-7878367B41AD}" dt="2023-05-30T05:44:55.021" v="2197" actId="9405"/>
          <ac:inkMkLst>
            <pc:docMk/>
            <pc:sldMk cId="142352291" sldId="257"/>
            <ac:inkMk id="134" creationId="{038CAB51-C7AB-6E30-EC86-8F15E1C0B655}"/>
          </ac:inkMkLst>
        </pc:inkChg>
        <pc:inkChg chg="add del mod">
          <ac:chgData name="하 승웅" userId="f9089b053ea938d5" providerId="LiveId" clId="{076E42D4-5BE4-4C6D-9483-7878367B41AD}" dt="2023-05-30T05:44:54.870" v="2196" actId="9405"/>
          <ac:inkMkLst>
            <pc:docMk/>
            <pc:sldMk cId="142352291" sldId="257"/>
            <ac:inkMk id="135" creationId="{D58964AD-C574-EBBF-DFEE-692FF049672E}"/>
          </ac:inkMkLst>
        </pc:inkChg>
        <pc:inkChg chg="add del mod">
          <ac:chgData name="하 승웅" userId="f9089b053ea938d5" providerId="LiveId" clId="{076E42D4-5BE4-4C6D-9483-7878367B41AD}" dt="2023-05-30T05:44:54.728" v="2195"/>
          <ac:inkMkLst>
            <pc:docMk/>
            <pc:sldMk cId="142352291" sldId="257"/>
            <ac:inkMk id="136" creationId="{48DEB4D9-7815-AE43-621B-0968B00563E5}"/>
          </ac:inkMkLst>
        </pc:inkChg>
        <pc:inkChg chg="add del">
          <ac:chgData name="하 승웅" userId="f9089b053ea938d5" providerId="LiveId" clId="{076E42D4-5BE4-4C6D-9483-7878367B41AD}" dt="2023-05-30T05:44:54.576" v="2192" actId="9405"/>
          <ac:inkMkLst>
            <pc:docMk/>
            <pc:sldMk cId="142352291" sldId="257"/>
            <ac:inkMk id="137" creationId="{AE4DDE93-1682-1B48-8762-FFE42ADF2F4B}"/>
          </ac:inkMkLst>
        </pc:inkChg>
        <pc:inkChg chg="add del">
          <ac:chgData name="하 승웅" userId="f9089b053ea938d5" providerId="LiveId" clId="{076E42D4-5BE4-4C6D-9483-7878367B41AD}" dt="2023-05-30T05:44:53.056" v="2189" actId="9405"/>
          <ac:inkMkLst>
            <pc:docMk/>
            <pc:sldMk cId="142352291" sldId="257"/>
            <ac:inkMk id="138" creationId="{104E8DAB-E391-EF5F-351B-C591D4C779EC}"/>
          </ac:inkMkLst>
        </pc:inkChg>
        <pc:inkChg chg="add del">
          <ac:chgData name="하 승웅" userId="f9089b053ea938d5" providerId="LiveId" clId="{076E42D4-5BE4-4C6D-9483-7878367B41AD}" dt="2023-05-30T05:44:52.871" v="2188" actId="9405"/>
          <ac:inkMkLst>
            <pc:docMk/>
            <pc:sldMk cId="142352291" sldId="257"/>
            <ac:inkMk id="139" creationId="{0308EA92-9CF8-3FE9-49F7-1994286842F1}"/>
          </ac:inkMkLst>
        </pc:inkChg>
        <pc:inkChg chg="add del">
          <ac:chgData name="하 승웅" userId="f9089b053ea938d5" providerId="LiveId" clId="{076E42D4-5BE4-4C6D-9483-7878367B41AD}" dt="2023-05-30T05:44:52.541" v="2187" actId="9405"/>
          <ac:inkMkLst>
            <pc:docMk/>
            <pc:sldMk cId="142352291" sldId="257"/>
            <ac:inkMk id="140" creationId="{90CC6EC7-E47B-8400-0776-857DB1932D69}"/>
          </ac:inkMkLst>
        </pc:inkChg>
        <pc:inkChg chg="add del">
          <ac:chgData name="하 승웅" userId="f9089b053ea938d5" providerId="LiveId" clId="{076E42D4-5BE4-4C6D-9483-7878367B41AD}" dt="2023-05-30T05:44:52.348" v="2186" actId="9405"/>
          <ac:inkMkLst>
            <pc:docMk/>
            <pc:sldMk cId="142352291" sldId="257"/>
            <ac:inkMk id="141" creationId="{AC97E510-66CD-D058-C28F-A714AE3BD066}"/>
          </ac:inkMkLst>
        </pc:inkChg>
        <pc:inkChg chg="add del">
          <ac:chgData name="하 승웅" userId="f9089b053ea938d5" providerId="LiveId" clId="{076E42D4-5BE4-4C6D-9483-7878367B41AD}" dt="2023-05-30T05:44:52.177" v="2185" actId="9405"/>
          <ac:inkMkLst>
            <pc:docMk/>
            <pc:sldMk cId="142352291" sldId="257"/>
            <ac:inkMk id="142" creationId="{37F321C0-0199-B6F2-EB9A-BFDC27840EB9}"/>
          </ac:inkMkLst>
        </pc:inkChg>
        <pc:inkChg chg="add del">
          <ac:chgData name="하 승웅" userId="f9089b053ea938d5" providerId="LiveId" clId="{076E42D4-5BE4-4C6D-9483-7878367B41AD}" dt="2023-05-30T05:44:51.800" v="2184" actId="9405"/>
          <ac:inkMkLst>
            <pc:docMk/>
            <pc:sldMk cId="142352291" sldId="257"/>
            <ac:inkMk id="143" creationId="{EB5F7557-2EC2-8B24-3C5A-53AD7050F80A}"/>
          </ac:inkMkLst>
        </pc:inkChg>
        <pc:inkChg chg="add del">
          <ac:chgData name="하 승웅" userId="f9089b053ea938d5" providerId="LiveId" clId="{076E42D4-5BE4-4C6D-9483-7878367B41AD}" dt="2023-05-30T05:44:51.420" v="2183" actId="9405"/>
          <ac:inkMkLst>
            <pc:docMk/>
            <pc:sldMk cId="142352291" sldId="257"/>
            <ac:inkMk id="144" creationId="{EA42C786-5677-D4DF-CA90-2962B96E2350}"/>
          </ac:inkMkLst>
        </pc:inkChg>
        <pc:inkChg chg="add del">
          <ac:chgData name="하 승웅" userId="f9089b053ea938d5" providerId="LiveId" clId="{076E42D4-5BE4-4C6D-9483-7878367B41AD}" dt="2023-05-30T05:44:51.077" v="2182" actId="9405"/>
          <ac:inkMkLst>
            <pc:docMk/>
            <pc:sldMk cId="142352291" sldId="257"/>
            <ac:inkMk id="145" creationId="{6B8583B2-B6D4-DAD0-596F-72CC2DB27B04}"/>
          </ac:inkMkLst>
        </pc:inkChg>
        <pc:inkChg chg="add del">
          <ac:chgData name="하 승웅" userId="f9089b053ea938d5" providerId="LiveId" clId="{076E42D4-5BE4-4C6D-9483-7878367B41AD}" dt="2023-05-30T05:44:50.706" v="2181" actId="9405"/>
          <ac:inkMkLst>
            <pc:docMk/>
            <pc:sldMk cId="142352291" sldId="257"/>
            <ac:inkMk id="146" creationId="{2FB66A4C-768F-C8A3-17EE-7C2726F2BB89}"/>
          </ac:inkMkLst>
        </pc:inkChg>
        <pc:inkChg chg="add del">
          <ac:chgData name="하 승웅" userId="f9089b053ea938d5" providerId="LiveId" clId="{076E42D4-5BE4-4C6D-9483-7878367B41AD}" dt="2023-05-30T05:44:50.345" v="2180" actId="9405"/>
          <ac:inkMkLst>
            <pc:docMk/>
            <pc:sldMk cId="142352291" sldId="257"/>
            <ac:inkMk id="147" creationId="{8E62C608-475E-B720-37E3-0566DA977EB9}"/>
          </ac:inkMkLst>
        </pc:inkChg>
        <pc:inkChg chg="add del">
          <ac:chgData name="하 승웅" userId="f9089b053ea938d5" providerId="LiveId" clId="{076E42D4-5BE4-4C6D-9483-7878367B41AD}" dt="2023-05-30T05:44:49.868" v="2179" actId="9405"/>
          <ac:inkMkLst>
            <pc:docMk/>
            <pc:sldMk cId="142352291" sldId="257"/>
            <ac:inkMk id="148" creationId="{071E2810-88D1-9F7E-4627-BF7FFD2E84A4}"/>
          </ac:inkMkLst>
        </pc:inkChg>
        <pc:inkChg chg="add del">
          <ac:chgData name="하 승웅" userId="f9089b053ea938d5" providerId="LiveId" clId="{076E42D4-5BE4-4C6D-9483-7878367B41AD}" dt="2023-05-30T05:44:54.430" v="2191" actId="9405"/>
          <ac:inkMkLst>
            <pc:docMk/>
            <pc:sldMk cId="142352291" sldId="257"/>
            <ac:inkMk id="149" creationId="{444D046F-0105-634E-AEE1-678899F79F89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51" creationId="{843275DA-F7E8-41C6-16EE-7BA3B033FB28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52" creationId="{20021593-57E7-1E5B-C498-1B806DB62C41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53" creationId="{FAED731E-44EC-3395-2859-9D49A64272AD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55" creationId="{D53A8F34-B7E5-37C9-93BE-B208F6DFB188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56" creationId="{8F30A175-5612-D27E-CF6D-C2EC85890AAA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57" creationId="{AA88F57A-9D31-A253-49FE-6BCC3F0B1527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58" creationId="{96E1EF46-E36A-982A-C85C-A1432DC08060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59" creationId="{BE04409C-F9CC-A31C-7E58-9969CEEB90CA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60" creationId="{2E0421BD-024E-747E-D001-63CCDCAEF6EB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61" creationId="{7801D3A1-07E5-70B8-A907-F70D514482A8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63" creationId="{AF110292-2C98-DD1F-2458-08BF2FB501F9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64" creationId="{5EE1EFD9-CFCA-5125-D788-C1F13A1512BF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66" creationId="{92EBE569-7C9F-5856-49FB-DB65AAE3D4DF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67" creationId="{7E43E54F-336E-B8CC-B62A-009B6C9BCEFF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68" creationId="{2314B6B8-2753-53DC-993D-7C2DF4D911D4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69" creationId="{8F231778-4C38-010F-ED2E-BC292974D189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70" creationId="{23DCD3B1-24EB-F7E0-178E-16EC4A3A2CD2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71" creationId="{550EE440-29BD-8595-BC73-10499B12BD02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72" creationId="{5272DA4B-B155-B7D0-CED5-A773F1A3788D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73" creationId="{62AB5E38-BCF4-6B52-D157-94569D400562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74" creationId="{7919000B-F6B1-8DA8-3F86-FD4A55E80E6B}"/>
          </ac:inkMkLst>
        </pc:inkChg>
        <pc:inkChg chg="add mod">
          <ac:chgData name="하 승웅" userId="f9089b053ea938d5" providerId="LiveId" clId="{076E42D4-5BE4-4C6D-9483-7878367B41AD}" dt="2023-05-30T05:56:17.420" v="2236"/>
          <ac:inkMkLst>
            <pc:docMk/>
            <pc:sldMk cId="142352291" sldId="257"/>
            <ac:inkMk id="178" creationId="{96B7D04B-19B2-14E1-C439-722F725CA83D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80" creationId="{E1EE337E-82C4-8A21-4622-1A90F3EB6594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81" creationId="{BDB9B8E5-CDC8-9BC5-0199-5D578DBECC7D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82" creationId="{7B38FF58-C58B-884A-AD16-8B5464B39173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84" creationId="{E7361782-1183-9C19-B644-252FA56CEBDC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85" creationId="{87E255C8-B9D7-0776-B1BF-743692A8B3A4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86" creationId="{FB555DAE-BEAB-DDDB-9406-1772C2EEA602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88" creationId="{81D6010F-8365-2A05-88FD-65583F687841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89" creationId="{5302AC84-FC58-1F82-58EF-98B8AD612B90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90" creationId="{347023C9-23B3-93E2-2403-3D6BD107CA07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91" creationId="{419B8C3E-32DB-5967-F9A7-3DD016D99CD0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92" creationId="{6016BDA1-16BF-1E4C-5EEB-94220DECF22D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93" creationId="{EB66B025-AD75-EF0C-F182-641EB5825A29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94" creationId="{B06BCA3E-34C7-DA3E-8EBE-626681DA851F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95" creationId="{53E9E4C9-FC9C-64DA-2329-B58946F89997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97" creationId="{4298F6E8-3ABC-78AF-3992-AA3856A3950C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98" creationId="{48CE1109-F18B-3960-A79F-DAA67C712872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199" creationId="{18C074FA-BB60-E148-1361-1219F2279C27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00" creationId="{40058B77-B1D8-3ECB-AF01-FB9745B79FA7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01" creationId="{25D7EA35-AD5A-3E3A-B6DC-D47329A90C70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02" creationId="{B9C1B431-3557-244D-C34A-643133E7173A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03" creationId="{DB65A997-8546-536D-71BA-847F6C413063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04" creationId="{8C185C34-8260-D0EE-C8F5-17EDB4AE902C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06" creationId="{74BA8C61-E32E-86E5-5156-53814F3518C1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07" creationId="{38292483-BBB7-B053-6D54-566BCE038C82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09" creationId="{FD04790B-2E59-A5FA-B061-72A70B0399C0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10" creationId="{BFD0DC9F-0C8A-B1FA-5F7D-E4AA26AC8B77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11" creationId="{5BE8E288-DDB9-8964-0D73-A81CE29C5BA2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12" creationId="{AF0B8BF5-20D4-4204-522A-0CB2783460BF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13" creationId="{6722239F-023E-795F-BBA7-0FA254785654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14" creationId="{01912B31-1253-3CF4-57F2-8BE3450A348D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15" creationId="{47CC64D9-683B-A3D9-9C95-FC208ECF6536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16" creationId="{BAFAE703-57C6-B81B-3EC9-106B130BFC8D}"/>
          </ac:inkMkLst>
        </pc:inkChg>
        <pc:inkChg chg="add del mod">
          <ac:chgData name="하 승웅" userId="f9089b053ea938d5" providerId="LiveId" clId="{076E42D4-5BE4-4C6D-9483-7878367B41AD}" dt="2023-05-30T05:57:25.726" v="2276"/>
          <ac:inkMkLst>
            <pc:docMk/>
            <pc:sldMk cId="142352291" sldId="257"/>
            <ac:inkMk id="218" creationId="{981CE78D-C9B5-9A2B-23FC-37D20B31F92B}"/>
          </ac:inkMkLst>
        </pc:inkChg>
        <pc:inkChg chg="add del mod">
          <ac:chgData name="하 승웅" userId="f9089b053ea938d5" providerId="LiveId" clId="{076E42D4-5BE4-4C6D-9483-7878367B41AD}" dt="2023-05-30T05:57:25.526" v="2274" actId="9405"/>
          <ac:inkMkLst>
            <pc:docMk/>
            <pc:sldMk cId="142352291" sldId="257"/>
            <ac:inkMk id="220" creationId="{B626AF62-4948-985F-0C65-5888FC6EEB21}"/>
          </ac:inkMkLst>
        </pc:inkChg>
        <pc:inkChg chg="add del mod">
          <ac:chgData name="하 승웅" userId="f9089b053ea938d5" providerId="LiveId" clId="{076E42D4-5BE4-4C6D-9483-7878367B41AD}" dt="2023-05-30T05:57:25.411" v="2273"/>
          <ac:inkMkLst>
            <pc:docMk/>
            <pc:sldMk cId="142352291" sldId="257"/>
            <ac:inkMk id="221" creationId="{1553362B-60B6-B3E9-DB1A-050C0F896A22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23" creationId="{039B8342-6F65-2666-6A39-F04A339759C8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24" creationId="{ACBB5E2F-A5DD-F17B-4C39-3ECC56E605AF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26" creationId="{DA65554D-98AC-C92B-E73D-B0770C200BB4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27" creationId="{8D3478A8-BB14-4C6C-8AA5-4DBCEA1F0485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28" creationId="{6138C0AA-41E3-3BFA-D348-22962CBF0CD0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30" creationId="{F2FB5C83-C5C4-E4FB-FBDB-DF2EDD0E855D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31" creationId="{249ED052-6A56-79C4-D650-67AFDCBBD31D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32" creationId="{C2686A9A-6013-2373-0F06-E437F5A0F7CA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33" creationId="{83698A83-AA79-6346-4286-FD0AAE5131E0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34" creationId="{02BD3768-4391-E680-C3D0-77E42C81AAD9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36" creationId="{BA99E444-D62B-2121-8175-270F7DCB2056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37" creationId="{EBD9D080-A2EA-0F93-8EFD-11528B8FDD4B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38" creationId="{44C227CE-D3C5-1DD4-A6D0-D5B5D7368FE9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39" creationId="{CED13FE5-A2A3-004C-5F45-349E3D37AE02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40" creationId="{CF5D2ED1-43E8-685A-700F-1AD02AC15658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41" creationId="{6EF97580-EE87-3762-63A9-EBA3A5A07257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42" creationId="{A4500563-750C-CDCE-F90F-BD4BE8141A3B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43" creationId="{0A945006-8381-A390-5BEA-52377F26F120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44" creationId="{746626B6-5D6F-FA76-DEA7-BBEEDFA4DD31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45" creationId="{6F21A390-9F6A-1F15-5AD4-FA4B9889A5E6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46" creationId="{C336A389-2392-D63D-1478-0C8AC76991E8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47" creationId="{679E788E-54B8-C1EC-2111-E2071E2849F5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48" creationId="{71A8CBDF-BA7D-274B-31AD-79DD77EF1AA6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49" creationId="{A34AD65A-01D2-F5B9-8A59-95AF3F135F16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51" creationId="{077DC80F-533F-469E-DC4D-8B93EB51A5D3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52" creationId="{A3A88B60-A5E4-B2C5-B6EB-BE953959703E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53" creationId="{7914F840-DDBA-5A3B-96DE-332CE2204299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55" creationId="{407A11B7-BA2A-7E66-0922-3A6084EE8656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56" creationId="{48E8C5C5-071B-F721-1C49-485F9194AAC1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57" creationId="{44B21FDD-C90E-5882-5499-EDABBE1E19F1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58" creationId="{502F8CA4-C87A-0D23-4000-E146422651F5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59" creationId="{ACA98AA7-8E47-733D-0697-84756F20EFEA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61" creationId="{9E8C541D-1831-9581-4E0E-0617062DA661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63" creationId="{EEF33531-21B2-60B0-1219-9FB79CEB929B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64" creationId="{5F3147FE-1A50-C82B-D9B5-EEEAA8095EF6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65" creationId="{60F07595-B26F-EC1C-41C4-F7BF511B5F7D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66" creationId="{85CB4607-F7AC-28D1-D71A-7A8B8794C7F4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67" creationId="{23F7CEBE-682D-4D4C-9748-2757D3D02F0F}"/>
          </ac:inkMkLst>
        </pc:inkChg>
        <pc:inkChg chg="add mod">
          <ac:chgData name="하 승웅" userId="f9089b053ea938d5" providerId="LiveId" clId="{076E42D4-5BE4-4C6D-9483-7878367B41AD}" dt="2023-05-30T06:12:12.698" v="2324"/>
          <ac:inkMkLst>
            <pc:docMk/>
            <pc:sldMk cId="142352291" sldId="257"/>
            <ac:inkMk id="269" creationId="{8A146B79-51F5-26BE-FA3E-1452BCD32EDC}"/>
          </ac:inkMkLst>
        </pc:inkChg>
        <pc:inkChg chg="add">
          <ac:chgData name="하 승웅" userId="f9089b053ea938d5" providerId="LiveId" clId="{076E42D4-5BE4-4C6D-9483-7878367B41AD}" dt="2023-05-30T06:12:34.079" v="2325" actId="9405"/>
          <ac:inkMkLst>
            <pc:docMk/>
            <pc:sldMk cId="142352291" sldId="257"/>
            <ac:inkMk id="271" creationId="{957DBE31-370C-2EAD-9492-6D903F89D268}"/>
          </ac:inkMkLst>
        </pc:inkChg>
        <pc:inkChg chg="add">
          <ac:chgData name="하 승웅" userId="f9089b053ea938d5" providerId="LiveId" clId="{076E42D4-5BE4-4C6D-9483-7878367B41AD}" dt="2023-05-30T06:12:35.990" v="2326" actId="9405"/>
          <ac:inkMkLst>
            <pc:docMk/>
            <pc:sldMk cId="142352291" sldId="257"/>
            <ac:inkMk id="272" creationId="{513E3448-EF1D-2683-4FE6-2A0BBF3A9E52}"/>
          </ac:inkMkLst>
        </pc:inkChg>
      </pc:sldChg>
    </pc:docChg>
  </pc:docChgLst>
  <pc:docChgLst>
    <pc:chgData name="하 승웅" userId="f9089b053ea938d5" providerId="LiveId" clId="{B1D711A2-17C8-46BD-92DA-7FB8FE78EDBC}"/>
    <pc:docChg chg="undo custSel addSld modSld">
      <pc:chgData name="하 승웅" userId="f9089b053ea938d5" providerId="LiveId" clId="{B1D711A2-17C8-46BD-92DA-7FB8FE78EDBC}" dt="2023-06-15T05:19:57.830" v="151" actId="9405"/>
      <pc:docMkLst>
        <pc:docMk/>
      </pc:docMkLst>
      <pc:sldChg chg="addSp delSp modSp mod">
        <pc:chgData name="하 승웅" userId="f9089b053ea938d5" providerId="LiveId" clId="{B1D711A2-17C8-46BD-92DA-7FB8FE78EDBC}" dt="2023-06-15T05:18:59.019" v="122"/>
        <pc:sldMkLst>
          <pc:docMk/>
          <pc:sldMk cId="142352291" sldId="257"/>
        </pc:sldMkLst>
        <pc:grpChg chg="del mod">
          <ac:chgData name="하 승웅" userId="f9089b053ea938d5" providerId="LiveId" clId="{B1D711A2-17C8-46BD-92DA-7FB8FE78EDBC}" dt="2023-06-15T05:13:36.041" v="30"/>
          <ac:grpSpMkLst>
            <pc:docMk/>
            <pc:sldMk cId="142352291" sldId="257"/>
            <ac:grpSpMk id="5" creationId="{4868EF66-241E-7D52-1EA6-54DC9D44E824}"/>
          </ac:grpSpMkLst>
        </pc:grpChg>
        <pc:grpChg chg="del mod">
          <ac:chgData name="하 승웅" userId="f9089b053ea938d5" providerId="LiveId" clId="{B1D711A2-17C8-46BD-92DA-7FB8FE78EDBC}" dt="2023-06-15T05:16:21.997" v="73"/>
          <ac:grpSpMkLst>
            <pc:docMk/>
            <pc:sldMk cId="142352291" sldId="257"/>
            <ac:grpSpMk id="10" creationId="{51E7669D-823C-8F44-F439-386689BE91F4}"/>
          </ac:grpSpMkLst>
        </pc:grpChg>
        <pc:grpChg chg="mod">
          <ac:chgData name="하 승웅" userId="f9089b053ea938d5" providerId="LiveId" clId="{B1D711A2-17C8-46BD-92DA-7FB8FE78EDBC}" dt="2023-06-15T05:14:37.115" v="42"/>
          <ac:grpSpMkLst>
            <pc:docMk/>
            <pc:sldMk cId="142352291" sldId="257"/>
            <ac:grpSpMk id="47" creationId="{C7964BBF-F521-C38D-E49E-6375A40C95CE}"/>
          </ac:grpSpMkLst>
        </pc:grpChg>
        <pc:grpChg chg="del mod">
          <ac:chgData name="하 승웅" userId="f9089b053ea938d5" providerId="LiveId" clId="{B1D711A2-17C8-46BD-92DA-7FB8FE78EDBC}" dt="2023-06-15T05:15:36.535" v="58"/>
          <ac:grpSpMkLst>
            <pc:docMk/>
            <pc:sldMk cId="142352291" sldId="257"/>
            <ac:grpSpMk id="60" creationId="{542A29A4-97BA-81D0-2D89-7A90FC5D0D45}"/>
          </ac:grpSpMkLst>
        </pc:grpChg>
        <pc:grpChg chg="del mod">
          <ac:chgData name="하 승웅" userId="f9089b053ea938d5" providerId="LiveId" clId="{B1D711A2-17C8-46BD-92DA-7FB8FE78EDBC}" dt="2023-06-15T05:15:36.535" v="58"/>
          <ac:grpSpMkLst>
            <pc:docMk/>
            <pc:sldMk cId="142352291" sldId="257"/>
            <ac:grpSpMk id="80" creationId="{2225E61B-7C02-C9FD-6BF8-733F40E66571}"/>
          </ac:grpSpMkLst>
        </pc:grpChg>
        <pc:grpChg chg="del mod">
          <ac:chgData name="하 승웅" userId="f9089b053ea938d5" providerId="LiveId" clId="{B1D711A2-17C8-46BD-92DA-7FB8FE78EDBC}" dt="2023-06-15T05:15:39.023" v="62"/>
          <ac:grpSpMkLst>
            <pc:docMk/>
            <pc:sldMk cId="142352291" sldId="257"/>
            <ac:grpSpMk id="84" creationId="{73821278-7B8A-B349-EF67-14E43FF43E6E}"/>
          </ac:grpSpMkLst>
        </pc:grpChg>
        <pc:grpChg chg="del mod">
          <ac:chgData name="하 승웅" userId="f9089b053ea938d5" providerId="LiveId" clId="{B1D711A2-17C8-46BD-92DA-7FB8FE78EDBC}" dt="2023-06-15T05:15:42.935" v="64"/>
          <ac:grpSpMkLst>
            <pc:docMk/>
            <pc:sldMk cId="142352291" sldId="257"/>
            <ac:grpSpMk id="97" creationId="{31C1BE84-D820-675E-A268-6F7BDC8A8061}"/>
          </ac:grpSpMkLst>
        </pc:grpChg>
        <pc:grpChg chg="del mod">
          <ac:chgData name="하 승웅" userId="f9089b053ea938d5" providerId="LiveId" clId="{B1D711A2-17C8-46BD-92DA-7FB8FE78EDBC}" dt="2023-06-15T05:15:47.613" v="67"/>
          <ac:grpSpMkLst>
            <pc:docMk/>
            <pc:sldMk cId="142352291" sldId="257"/>
            <ac:grpSpMk id="122" creationId="{BA79D7A5-39C8-7C61-B419-4FCCFA1A0227}"/>
          </ac:grpSpMkLst>
        </pc:grpChg>
        <pc:grpChg chg="del mod">
          <ac:chgData name="하 승웅" userId="f9089b053ea938d5" providerId="LiveId" clId="{B1D711A2-17C8-46BD-92DA-7FB8FE78EDBC}" dt="2023-06-15T05:15:59.545" v="70"/>
          <ac:grpSpMkLst>
            <pc:docMk/>
            <pc:sldMk cId="142352291" sldId="257"/>
            <ac:grpSpMk id="130" creationId="{9948B99B-9DA8-5D4C-879A-FFACCC226624}"/>
          </ac:grpSpMkLst>
        </pc:grpChg>
        <pc:grpChg chg="del mod">
          <ac:chgData name="하 승웅" userId="f9089b053ea938d5" providerId="LiveId" clId="{B1D711A2-17C8-46BD-92DA-7FB8FE78EDBC}" dt="2023-06-15T05:15:59.545" v="70"/>
          <ac:grpSpMkLst>
            <pc:docMk/>
            <pc:sldMk cId="142352291" sldId="257"/>
            <ac:grpSpMk id="133" creationId="{3771D55D-46C3-281C-56FC-84EC851F05F2}"/>
          </ac:grpSpMkLst>
        </pc:grpChg>
        <pc:grpChg chg="mod">
          <ac:chgData name="하 승웅" userId="f9089b053ea938d5" providerId="LiveId" clId="{B1D711A2-17C8-46BD-92DA-7FB8FE78EDBC}" dt="2023-06-15T05:15:59.545" v="70"/>
          <ac:grpSpMkLst>
            <pc:docMk/>
            <pc:sldMk cId="142352291" sldId="257"/>
            <ac:grpSpMk id="136" creationId="{C272894C-2C12-4068-0967-D53057A7462F}"/>
          </ac:grpSpMkLst>
        </pc:grpChg>
        <pc:grpChg chg="del mod">
          <ac:chgData name="하 승웅" userId="f9089b053ea938d5" providerId="LiveId" clId="{B1D711A2-17C8-46BD-92DA-7FB8FE78EDBC}" dt="2023-06-15T05:16:21.997" v="73"/>
          <ac:grpSpMkLst>
            <pc:docMk/>
            <pc:sldMk cId="142352291" sldId="257"/>
            <ac:grpSpMk id="137" creationId="{DF876E7A-A2E4-A4F7-E2E6-3C3AF12FB237}"/>
          </ac:grpSpMkLst>
        </pc:grpChg>
        <pc:grpChg chg="mod">
          <ac:chgData name="하 승웅" userId="f9089b053ea938d5" providerId="LiveId" clId="{B1D711A2-17C8-46BD-92DA-7FB8FE78EDBC}" dt="2023-06-15T05:16:21.997" v="73"/>
          <ac:grpSpMkLst>
            <pc:docMk/>
            <pc:sldMk cId="142352291" sldId="257"/>
            <ac:grpSpMk id="140" creationId="{4DE9A5BE-C03D-D1E7-C0D7-8DFC30D4D10C}"/>
          </ac:grpSpMkLst>
        </pc:grpChg>
        <pc:grpChg chg="mod">
          <ac:chgData name="하 승웅" userId="f9089b053ea938d5" providerId="LiveId" clId="{B1D711A2-17C8-46BD-92DA-7FB8FE78EDBC}" dt="2023-06-15T05:18:59.019" v="122"/>
          <ac:grpSpMkLst>
            <pc:docMk/>
            <pc:sldMk cId="142352291" sldId="257"/>
            <ac:grpSpMk id="177" creationId="{A35DBFAB-4E64-281C-C631-C87294F3A7DD}"/>
          </ac:grpSpMkLst>
        </pc:grpChg>
        <pc:inkChg chg="add mod">
          <ac:chgData name="하 승웅" userId="f9089b053ea938d5" providerId="LiveId" clId="{B1D711A2-17C8-46BD-92DA-7FB8FE78EDBC}" dt="2023-06-15T05:16:21.997" v="73"/>
          <ac:inkMkLst>
            <pc:docMk/>
            <pc:sldMk cId="142352291" sldId="257"/>
            <ac:inkMk id="2" creationId="{0358035A-AC89-F267-8263-D9C209B4F620}"/>
          </ac:inkMkLst>
        </pc:inkChg>
        <pc:inkChg chg="add mod">
          <ac:chgData name="하 승웅" userId="f9089b053ea938d5" providerId="LiveId" clId="{B1D711A2-17C8-46BD-92DA-7FB8FE78EDBC}" dt="2023-06-15T05:16:21.997" v="73"/>
          <ac:inkMkLst>
            <pc:docMk/>
            <pc:sldMk cId="142352291" sldId="257"/>
            <ac:inkMk id="3" creationId="{ABE1A8A8-EE63-7EC4-AA72-9120D39D6032}"/>
          </ac:inkMkLst>
        </pc:inkChg>
        <pc:inkChg chg="add mod">
          <ac:chgData name="하 승웅" userId="f9089b053ea938d5" providerId="LiveId" clId="{B1D711A2-17C8-46BD-92DA-7FB8FE78EDBC}" dt="2023-06-15T05:16:21.997" v="73"/>
          <ac:inkMkLst>
            <pc:docMk/>
            <pc:sldMk cId="142352291" sldId="257"/>
            <ac:inkMk id="4" creationId="{BD865319-1F51-530B-598D-4A293C62BBFF}"/>
          </ac:inkMkLst>
        </pc:inkChg>
        <pc:inkChg chg="add mod">
          <ac:chgData name="하 승웅" userId="f9089b053ea938d5" providerId="LiveId" clId="{B1D711A2-17C8-46BD-92DA-7FB8FE78EDBC}" dt="2023-06-15T05:16:21.997" v="73"/>
          <ac:inkMkLst>
            <pc:docMk/>
            <pc:sldMk cId="142352291" sldId="257"/>
            <ac:inkMk id="6" creationId="{1D0DC464-8525-6A3A-22AC-80A724556A5B}"/>
          </ac:inkMkLst>
        </pc:inkChg>
        <pc:inkChg chg="add del">
          <ac:chgData name="하 승웅" userId="f9089b053ea938d5" providerId="LiveId" clId="{B1D711A2-17C8-46BD-92DA-7FB8FE78EDBC}" dt="2023-06-15T05:14:04.084" v="32" actId="9405"/>
          <ac:inkMkLst>
            <pc:docMk/>
            <pc:sldMk cId="142352291" sldId="257"/>
            <ac:inkMk id="11" creationId="{F724DE44-B848-DBF3-BC08-0E1D2FADFF48}"/>
          </ac:inkMkLst>
        </pc:inkChg>
        <pc:inkChg chg="add del">
          <ac:chgData name="하 승웅" userId="f9089b053ea938d5" providerId="LiveId" clId="{B1D711A2-17C8-46BD-92DA-7FB8FE78EDBC}" dt="2023-06-15T05:14:06.402" v="34" actId="9405"/>
          <ac:inkMkLst>
            <pc:docMk/>
            <pc:sldMk cId="142352291" sldId="257"/>
            <ac:inkMk id="15" creationId="{48A4F52F-68A1-8DFD-BD44-59E8747280C6}"/>
          </ac:inkMkLst>
        </pc:inkChg>
        <pc:inkChg chg="add">
          <ac:chgData name="하 승웅" userId="f9089b053ea938d5" providerId="LiveId" clId="{B1D711A2-17C8-46BD-92DA-7FB8FE78EDBC}" dt="2023-06-15T05:14:07.633" v="35" actId="9405"/>
          <ac:inkMkLst>
            <pc:docMk/>
            <pc:sldMk cId="142352291" sldId="257"/>
            <ac:inkMk id="25" creationId="{584BD7DA-3EF9-04BF-6D54-0CB62422DCB9}"/>
          </ac:inkMkLst>
        </pc:inkChg>
        <pc:inkChg chg="add mod">
          <ac:chgData name="하 승웅" userId="f9089b053ea938d5" providerId="LiveId" clId="{B1D711A2-17C8-46BD-92DA-7FB8FE78EDBC}" dt="2023-06-15T05:14:37.115" v="42"/>
          <ac:inkMkLst>
            <pc:docMk/>
            <pc:sldMk cId="142352291" sldId="257"/>
            <ac:inkMk id="26" creationId="{DBBFB97C-1B81-2B84-E34D-C70B6F453743}"/>
          </ac:inkMkLst>
        </pc:inkChg>
        <pc:inkChg chg="add mod">
          <ac:chgData name="하 승웅" userId="f9089b053ea938d5" providerId="LiveId" clId="{B1D711A2-17C8-46BD-92DA-7FB8FE78EDBC}" dt="2023-06-15T05:14:37.115" v="42"/>
          <ac:inkMkLst>
            <pc:docMk/>
            <pc:sldMk cId="142352291" sldId="257"/>
            <ac:inkMk id="32" creationId="{830EFE38-E6FA-612F-6756-7B0431C02E4B}"/>
          </ac:inkMkLst>
        </pc:inkChg>
        <pc:inkChg chg="add mod">
          <ac:chgData name="하 승웅" userId="f9089b053ea938d5" providerId="LiveId" clId="{B1D711A2-17C8-46BD-92DA-7FB8FE78EDBC}" dt="2023-06-15T05:14:37.115" v="42"/>
          <ac:inkMkLst>
            <pc:docMk/>
            <pc:sldMk cId="142352291" sldId="257"/>
            <ac:inkMk id="38" creationId="{74D44DA8-F98A-DE70-49A2-6FC27E24EA30}"/>
          </ac:inkMkLst>
        </pc:inkChg>
        <pc:inkChg chg="add mod">
          <ac:chgData name="하 승웅" userId="f9089b053ea938d5" providerId="LiveId" clId="{B1D711A2-17C8-46BD-92DA-7FB8FE78EDBC}" dt="2023-06-15T05:14:37.115" v="42"/>
          <ac:inkMkLst>
            <pc:docMk/>
            <pc:sldMk cId="142352291" sldId="257"/>
            <ac:inkMk id="39" creationId="{B99BC342-D4A6-ADFA-9452-E7E0AD02BC20}"/>
          </ac:inkMkLst>
        </pc:inkChg>
        <pc:inkChg chg="add mod">
          <ac:chgData name="하 승웅" userId="f9089b053ea938d5" providerId="LiveId" clId="{B1D711A2-17C8-46BD-92DA-7FB8FE78EDBC}" dt="2023-06-15T05:14:37.115" v="42"/>
          <ac:inkMkLst>
            <pc:docMk/>
            <pc:sldMk cId="142352291" sldId="257"/>
            <ac:inkMk id="40" creationId="{7D56CFB3-D9B5-5EC0-81AE-14C54211BC7C}"/>
          </ac:inkMkLst>
        </pc:inkChg>
        <pc:inkChg chg="add mod">
          <ac:chgData name="하 승웅" userId="f9089b053ea938d5" providerId="LiveId" clId="{B1D711A2-17C8-46BD-92DA-7FB8FE78EDBC}" dt="2023-06-15T05:14:37.115" v="42"/>
          <ac:inkMkLst>
            <pc:docMk/>
            <pc:sldMk cId="142352291" sldId="257"/>
            <ac:inkMk id="42" creationId="{42FC73CB-0E1F-9C7E-2CEE-8DCE4B0E8F5D}"/>
          </ac:inkMkLst>
        </pc:inkChg>
        <pc:inkChg chg="add mod">
          <ac:chgData name="하 승웅" userId="f9089b053ea938d5" providerId="LiveId" clId="{B1D711A2-17C8-46BD-92DA-7FB8FE78EDBC}" dt="2023-06-15T05:16:21.997" v="73"/>
          <ac:inkMkLst>
            <pc:docMk/>
            <pc:sldMk cId="142352291" sldId="257"/>
            <ac:inkMk id="55" creationId="{EDDD4671-DEB8-5BA9-98E7-71B6BDBD61FB}"/>
          </ac:inkMkLst>
        </pc:inkChg>
        <pc:inkChg chg="add mod">
          <ac:chgData name="하 승웅" userId="f9089b053ea938d5" providerId="LiveId" clId="{B1D711A2-17C8-46BD-92DA-7FB8FE78EDBC}" dt="2023-06-15T05:16:21.997" v="73"/>
          <ac:inkMkLst>
            <pc:docMk/>
            <pc:sldMk cId="142352291" sldId="257"/>
            <ac:inkMk id="56" creationId="{9A700A72-B8B5-A2C4-2124-B2225F54C92B}"/>
          </ac:inkMkLst>
        </pc:inkChg>
        <pc:inkChg chg="add mod">
          <ac:chgData name="하 승웅" userId="f9089b053ea938d5" providerId="LiveId" clId="{B1D711A2-17C8-46BD-92DA-7FB8FE78EDBC}" dt="2023-06-15T05:16:21.997" v="73"/>
          <ac:inkMkLst>
            <pc:docMk/>
            <pc:sldMk cId="142352291" sldId="257"/>
            <ac:inkMk id="58" creationId="{E94D790D-C55C-328D-7845-8BA6E3916206}"/>
          </ac:inkMkLst>
        </pc:inkChg>
        <pc:inkChg chg="add mod">
          <ac:chgData name="하 승웅" userId="f9089b053ea938d5" providerId="LiveId" clId="{B1D711A2-17C8-46BD-92DA-7FB8FE78EDBC}" dt="2023-06-15T05:16:21.997" v="73"/>
          <ac:inkMkLst>
            <pc:docMk/>
            <pc:sldMk cId="142352291" sldId="257"/>
            <ac:inkMk id="67" creationId="{4085DA94-A1C4-2004-C47C-4F72A9F6D510}"/>
          </ac:inkMkLst>
        </pc:inkChg>
        <pc:inkChg chg="add mod">
          <ac:chgData name="하 승웅" userId="f9089b053ea938d5" providerId="LiveId" clId="{B1D711A2-17C8-46BD-92DA-7FB8FE78EDBC}" dt="2023-06-15T05:16:21.997" v="73"/>
          <ac:inkMkLst>
            <pc:docMk/>
            <pc:sldMk cId="142352291" sldId="257"/>
            <ac:inkMk id="72" creationId="{14783F0A-9745-69A5-ADF6-1F53C4E2D710}"/>
          </ac:inkMkLst>
        </pc:inkChg>
        <pc:inkChg chg="add mod">
          <ac:chgData name="하 승웅" userId="f9089b053ea938d5" providerId="LiveId" clId="{B1D711A2-17C8-46BD-92DA-7FB8FE78EDBC}" dt="2023-06-15T05:16:21.997" v="73"/>
          <ac:inkMkLst>
            <pc:docMk/>
            <pc:sldMk cId="142352291" sldId="257"/>
            <ac:inkMk id="73" creationId="{E4D05059-004C-4766-6D86-AA8B82675AFF}"/>
          </ac:inkMkLst>
        </pc:inkChg>
        <pc:inkChg chg="add mod">
          <ac:chgData name="하 승웅" userId="f9089b053ea938d5" providerId="LiveId" clId="{B1D711A2-17C8-46BD-92DA-7FB8FE78EDBC}" dt="2023-06-15T05:16:21.997" v="73"/>
          <ac:inkMkLst>
            <pc:docMk/>
            <pc:sldMk cId="142352291" sldId="257"/>
            <ac:inkMk id="74" creationId="{17E73F7A-29E5-1D26-A77B-C453EFE2CE40}"/>
          </ac:inkMkLst>
        </pc:inkChg>
        <pc:inkChg chg="add mod">
          <ac:chgData name="하 승웅" userId="f9089b053ea938d5" providerId="LiveId" clId="{B1D711A2-17C8-46BD-92DA-7FB8FE78EDBC}" dt="2023-06-15T05:16:21.997" v="73"/>
          <ac:inkMkLst>
            <pc:docMk/>
            <pc:sldMk cId="142352291" sldId="257"/>
            <ac:inkMk id="79" creationId="{87744285-20B7-8969-0799-2983F8183A93}"/>
          </ac:inkMkLst>
        </pc:inkChg>
        <pc:inkChg chg="add mod">
          <ac:chgData name="하 승웅" userId="f9089b053ea938d5" providerId="LiveId" clId="{B1D711A2-17C8-46BD-92DA-7FB8FE78EDBC}" dt="2023-06-15T05:15:59.545" v="70"/>
          <ac:inkMkLst>
            <pc:docMk/>
            <pc:sldMk cId="142352291" sldId="257"/>
            <ac:inkMk id="81" creationId="{E6B7B0A2-522F-BA96-26B7-9CDCEC100E63}"/>
          </ac:inkMkLst>
        </pc:inkChg>
        <pc:inkChg chg="add mod">
          <ac:chgData name="하 승웅" userId="f9089b053ea938d5" providerId="LiveId" clId="{B1D711A2-17C8-46BD-92DA-7FB8FE78EDBC}" dt="2023-06-15T05:15:59.545" v="70"/>
          <ac:inkMkLst>
            <pc:docMk/>
            <pc:sldMk cId="142352291" sldId="257"/>
            <ac:inkMk id="82" creationId="{95304330-800F-4222-6A2F-CA010CD8C732}"/>
          </ac:inkMkLst>
        </pc:inkChg>
        <pc:inkChg chg="add mod">
          <ac:chgData name="하 승웅" userId="f9089b053ea938d5" providerId="LiveId" clId="{B1D711A2-17C8-46BD-92DA-7FB8FE78EDBC}" dt="2023-06-15T05:15:59.545" v="70"/>
          <ac:inkMkLst>
            <pc:docMk/>
            <pc:sldMk cId="142352291" sldId="257"/>
            <ac:inkMk id="83" creationId="{EA702C9A-C588-67B3-23D0-254DF16ECF3F}"/>
          </ac:inkMkLst>
        </pc:inkChg>
        <pc:inkChg chg="add mod">
          <ac:chgData name="하 승웅" userId="f9089b053ea938d5" providerId="LiveId" clId="{B1D711A2-17C8-46BD-92DA-7FB8FE78EDBC}" dt="2023-06-15T05:15:42.935" v="64"/>
          <ac:inkMkLst>
            <pc:docMk/>
            <pc:sldMk cId="142352291" sldId="257"/>
            <ac:inkMk id="91" creationId="{18A83795-1AE1-72DC-EC82-F35EC6A572E0}"/>
          </ac:inkMkLst>
        </pc:inkChg>
        <pc:inkChg chg="add mod">
          <ac:chgData name="하 승웅" userId="f9089b053ea938d5" providerId="LiveId" clId="{B1D711A2-17C8-46BD-92DA-7FB8FE78EDBC}" dt="2023-06-15T05:15:59.545" v="70"/>
          <ac:inkMkLst>
            <pc:docMk/>
            <pc:sldMk cId="142352291" sldId="257"/>
            <ac:inkMk id="102" creationId="{E96D546D-00EE-7414-F730-A852E1CF196D}"/>
          </ac:inkMkLst>
        </pc:inkChg>
        <pc:inkChg chg="add mod">
          <ac:chgData name="하 승웅" userId="f9089b053ea938d5" providerId="LiveId" clId="{B1D711A2-17C8-46BD-92DA-7FB8FE78EDBC}" dt="2023-06-15T05:15:59.545" v="70"/>
          <ac:inkMkLst>
            <pc:docMk/>
            <pc:sldMk cId="142352291" sldId="257"/>
            <ac:inkMk id="111" creationId="{D5488323-BB52-CC25-611D-DA1D20E1A522}"/>
          </ac:inkMkLst>
        </pc:inkChg>
        <pc:inkChg chg="add mod">
          <ac:chgData name="하 승웅" userId="f9089b053ea938d5" providerId="LiveId" clId="{B1D711A2-17C8-46BD-92DA-7FB8FE78EDBC}" dt="2023-06-15T05:15:59.545" v="70"/>
          <ac:inkMkLst>
            <pc:docMk/>
            <pc:sldMk cId="142352291" sldId="257"/>
            <ac:inkMk id="121" creationId="{D43DF9DB-7432-05F4-63B4-F28C88B66E59}"/>
          </ac:inkMkLst>
        </pc:inkChg>
        <pc:inkChg chg="add mod">
          <ac:chgData name="하 승웅" userId="f9089b053ea938d5" providerId="LiveId" clId="{B1D711A2-17C8-46BD-92DA-7FB8FE78EDBC}" dt="2023-06-15T05:15:59.545" v="70"/>
          <ac:inkMkLst>
            <pc:docMk/>
            <pc:sldMk cId="142352291" sldId="257"/>
            <ac:inkMk id="128" creationId="{1E155CB6-B7DA-75FE-976D-C1F11AC7A952}"/>
          </ac:inkMkLst>
        </pc:inkChg>
        <pc:inkChg chg="add mod">
          <ac:chgData name="하 승웅" userId="f9089b053ea938d5" providerId="LiveId" clId="{B1D711A2-17C8-46BD-92DA-7FB8FE78EDBC}" dt="2023-06-15T05:15:59.545" v="70"/>
          <ac:inkMkLst>
            <pc:docMk/>
            <pc:sldMk cId="142352291" sldId="257"/>
            <ac:inkMk id="131" creationId="{FCDAC31D-7790-9F61-A3BA-85DD074015AA}"/>
          </ac:inkMkLst>
        </pc:inkChg>
        <pc:inkChg chg="add mod">
          <ac:chgData name="하 승웅" userId="f9089b053ea938d5" providerId="LiveId" clId="{B1D711A2-17C8-46BD-92DA-7FB8FE78EDBC}" dt="2023-06-15T05:15:59.545" v="70"/>
          <ac:inkMkLst>
            <pc:docMk/>
            <pc:sldMk cId="142352291" sldId="257"/>
            <ac:inkMk id="132" creationId="{D5B37EAB-AAC7-9E3A-18E0-A77DEF711E0C}"/>
          </ac:inkMkLst>
        </pc:inkChg>
        <pc:inkChg chg="add mod">
          <ac:chgData name="하 승웅" userId="f9089b053ea938d5" providerId="LiveId" clId="{B1D711A2-17C8-46BD-92DA-7FB8FE78EDBC}" dt="2023-06-15T05:16:21.997" v="73"/>
          <ac:inkMkLst>
            <pc:docMk/>
            <pc:sldMk cId="142352291" sldId="257"/>
            <ac:inkMk id="134" creationId="{E87BC20B-3CB7-C962-DBE3-568D6829E25B}"/>
          </ac:inkMkLst>
        </pc:inkChg>
        <pc:inkChg chg="add mod">
          <ac:chgData name="하 승웅" userId="f9089b053ea938d5" providerId="LiveId" clId="{B1D711A2-17C8-46BD-92DA-7FB8FE78EDBC}" dt="2023-06-15T05:15:59.545" v="70"/>
          <ac:inkMkLst>
            <pc:docMk/>
            <pc:sldMk cId="142352291" sldId="257"/>
            <ac:inkMk id="135" creationId="{E7EDF6AB-8972-09C7-D4B4-756110DF0325}"/>
          </ac:inkMkLst>
        </pc:inkChg>
        <pc:inkChg chg="add mod">
          <ac:chgData name="하 승웅" userId="f9089b053ea938d5" providerId="LiveId" clId="{B1D711A2-17C8-46BD-92DA-7FB8FE78EDBC}" dt="2023-06-15T05:16:21.997" v="73"/>
          <ac:inkMkLst>
            <pc:docMk/>
            <pc:sldMk cId="142352291" sldId="257"/>
            <ac:inkMk id="138" creationId="{3A48E126-63E2-CB68-6686-6E35CE460B5B}"/>
          </ac:inkMkLst>
        </pc:inkChg>
        <pc:inkChg chg="add mod">
          <ac:chgData name="하 승웅" userId="f9089b053ea938d5" providerId="LiveId" clId="{B1D711A2-17C8-46BD-92DA-7FB8FE78EDBC}" dt="2023-06-15T05:16:21.997" v="73"/>
          <ac:inkMkLst>
            <pc:docMk/>
            <pc:sldMk cId="142352291" sldId="257"/>
            <ac:inkMk id="139" creationId="{1BE0FE44-BC95-F973-46A0-2DF4CB6DABE7}"/>
          </ac:inkMkLst>
        </pc:inkChg>
        <pc:inkChg chg="add">
          <ac:chgData name="하 승웅" userId="f9089b053ea938d5" providerId="LiveId" clId="{B1D711A2-17C8-46BD-92DA-7FB8FE78EDBC}" dt="2023-06-15T05:16:46.326" v="74" actId="9405"/>
          <ac:inkMkLst>
            <pc:docMk/>
            <pc:sldMk cId="142352291" sldId="257"/>
            <ac:inkMk id="141" creationId="{154EFB38-4CA4-B7F0-B48A-7C1E5794E0AC}"/>
          </ac:inkMkLst>
        </pc:inkChg>
        <pc:inkChg chg="add">
          <ac:chgData name="하 승웅" userId="f9089b053ea938d5" providerId="LiveId" clId="{B1D711A2-17C8-46BD-92DA-7FB8FE78EDBC}" dt="2023-06-15T05:17:26.187" v="106" actId="9405"/>
          <ac:inkMkLst>
            <pc:docMk/>
            <pc:sldMk cId="142352291" sldId="257"/>
            <ac:inkMk id="142" creationId="{FD47ADEC-9959-0B4A-D0CC-64642098EAE1}"/>
          </ac:inkMkLst>
        </pc:inkChg>
        <pc:inkChg chg="add">
          <ac:chgData name="하 승웅" userId="f9089b053ea938d5" providerId="LiveId" clId="{B1D711A2-17C8-46BD-92DA-7FB8FE78EDBC}" dt="2023-06-15T05:17:44.968" v="107" actId="9405"/>
          <ac:inkMkLst>
            <pc:docMk/>
            <pc:sldMk cId="142352291" sldId="257"/>
            <ac:inkMk id="143" creationId="{DF80A319-1C9B-035B-4B46-5A0B51D8016A}"/>
          </ac:inkMkLst>
        </pc:inkChg>
        <pc:inkChg chg="add del">
          <ac:chgData name="하 승웅" userId="f9089b053ea938d5" providerId="LiveId" clId="{B1D711A2-17C8-46BD-92DA-7FB8FE78EDBC}" dt="2023-06-15T05:17:52.014" v="111" actId="9405"/>
          <ac:inkMkLst>
            <pc:docMk/>
            <pc:sldMk cId="142352291" sldId="257"/>
            <ac:inkMk id="144" creationId="{A618FFFB-92F6-67CA-4E9F-2B3B8BC597CD}"/>
          </ac:inkMkLst>
        </pc:inkChg>
        <pc:inkChg chg="add del">
          <ac:chgData name="하 승웅" userId="f9089b053ea938d5" providerId="LiveId" clId="{B1D711A2-17C8-46BD-92DA-7FB8FE78EDBC}" dt="2023-06-15T05:17:51.838" v="110" actId="9405"/>
          <ac:inkMkLst>
            <pc:docMk/>
            <pc:sldMk cId="142352291" sldId="257"/>
            <ac:inkMk id="145" creationId="{DA9322DF-2575-2286-511F-C79907B99D4C}"/>
          </ac:inkMkLst>
        </pc:inkChg>
        <pc:inkChg chg="add">
          <ac:chgData name="하 승웅" userId="f9089b053ea938d5" providerId="LiveId" clId="{B1D711A2-17C8-46BD-92DA-7FB8FE78EDBC}" dt="2023-06-15T05:18:27.356" v="112" actId="9405"/>
          <ac:inkMkLst>
            <pc:docMk/>
            <pc:sldMk cId="142352291" sldId="257"/>
            <ac:inkMk id="146" creationId="{E93DD7FE-B157-FCB7-E82F-C5E1241776B7}"/>
          </ac:inkMkLst>
        </pc:inkChg>
        <pc:inkChg chg="add mod">
          <ac:chgData name="하 승웅" userId="f9089b053ea938d5" providerId="LiveId" clId="{B1D711A2-17C8-46BD-92DA-7FB8FE78EDBC}" dt="2023-06-15T05:18:59.019" v="122"/>
          <ac:inkMkLst>
            <pc:docMk/>
            <pc:sldMk cId="142352291" sldId="257"/>
            <ac:inkMk id="147" creationId="{3E174053-B4C1-4D63-71E4-1A9005C17384}"/>
          </ac:inkMkLst>
        </pc:inkChg>
        <pc:inkChg chg="add mod">
          <ac:chgData name="하 승웅" userId="f9089b053ea938d5" providerId="LiveId" clId="{B1D711A2-17C8-46BD-92DA-7FB8FE78EDBC}" dt="2023-06-15T05:18:59.019" v="122"/>
          <ac:inkMkLst>
            <pc:docMk/>
            <pc:sldMk cId="142352291" sldId="257"/>
            <ac:inkMk id="148" creationId="{1E817D62-A64E-3794-FF99-4DBA910C8CCB}"/>
          </ac:inkMkLst>
        </pc:inkChg>
        <pc:inkChg chg="add mod">
          <ac:chgData name="하 승웅" userId="f9089b053ea938d5" providerId="LiveId" clId="{B1D711A2-17C8-46BD-92DA-7FB8FE78EDBC}" dt="2023-06-15T05:18:59.019" v="122"/>
          <ac:inkMkLst>
            <pc:docMk/>
            <pc:sldMk cId="142352291" sldId="257"/>
            <ac:inkMk id="149" creationId="{DC9C5D80-D595-4DD8-2F56-D18AA852166F}"/>
          </ac:inkMkLst>
        </pc:inkChg>
        <pc:inkChg chg="add mod">
          <ac:chgData name="하 승웅" userId="f9089b053ea938d5" providerId="LiveId" clId="{B1D711A2-17C8-46BD-92DA-7FB8FE78EDBC}" dt="2023-06-15T05:18:59.019" v="122"/>
          <ac:inkMkLst>
            <pc:docMk/>
            <pc:sldMk cId="142352291" sldId="257"/>
            <ac:inkMk id="150" creationId="{A713DCA3-731A-6F5D-74B2-23B2F87F93A5}"/>
          </ac:inkMkLst>
        </pc:inkChg>
        <pc:inkChg chg="add mod">
          <ac:chgData name="하 승웅" userId="f9089b053ea938d5" providerId="LiveId" clId="{B1D711A2-17C8-46BD-92DA-7FB8FE78EDBC}" dt="2023-06-15T05:18:59.019" v="122"/>
          <ac:inkMkLst>
            <pc:docMk/>
            <pc:sldMk cId="142352291" sldId="257"/>
            <ac:inkMk id="154" creationId="{60B49614-2491-C241-3935-9CD59D517531}"/>
          </ac:inkMkLst>
        </pc:inkChg>
        <pc:inkChg chg="add mod">
          <ac:chgData name="하 승웅" userId="f9089b053ea938d5" providerId="LiveId" clId="{B1D711A2-17C8-46BD-92DA-7FB8FE78EDBC}" dt="2023-06-15T05:18:59.019" v="122"/>
          <ac:inkMkLst>
            <pc:docMk/>
            <pc:sldMk cId="142352291" sldId="257"/>
            <ac:inkMk id="162" creationId="{3CA92C0F-316D-4591-8D74-E725B564FE74}"/>
          </ac:inkMkLst>
        </pc:inkChg>
        <pc:inkChg chg="add mod">
          <ac:chgData name="하 승웅" userId="f9089b053ea938d5" providerId="LiveId" clId="{B1D711A2-17C8-46BD-92DA-7FB8FE78EDBC}" dt="2023-06-15T05:18:59.019" v="122"/>
          <ac:inkMkLst>
            <pc:docMk/>
            <pc:sldMk cId="142352291" sldId="257"/>
            <ac:inkMk id="165" creationId="{965111C4-F823-3F4B-7BC4-D20E01C04D0A}"/>
          </ac:inkMkLst>
        </pc:inkChg>
        <pc:inkChg chg="add mod">
          <ac:chgData name="하 승웅" userId="f9089b053ea938d5" providerId="LiveId" clId="{B1D711A2-17C8-46BD-92DA-7FB8FE78EDBC}" dt="2023-06-15T05:18:59.019" v="122"/>
          <ac:inkMkLst>
            <pc:docMk/>
            <pc:sldMk cId="142352291" sldId="257"/>
            <ac:inkMk id="175" creationId="{B5F32BFE-8ED7-C8FA-136B-99025D0C5AB5}"/>
          </ac:inkMkLst>
        </pc:inkChg>
        <pc:inkChg chg="add mod">
          <ac:chgData name="하 승웅" userId="f9089b053ea938d5" providerId="LiveId" clId="{B1D711A2-17C8-46BD-92DA-7FB8FE78EDBC}" dt="2023-06-15T05:18:59.019" v="122"/>
          <ac:inkMkLst>
            <pc:docMk/>
            <pc:sldMk cId="142352291" sldId="257"/>
            <ac:inkMk id="176" creationId="{98826061-0B59-8F22-0138-E1C92071B111}"/>
          </ac:inkMkLst>
        </pc:inkChg>
      </pc:sldChg>
      <pc:sldChg chg="addSp delSp modSp add mod">
        <pc:chgData name="하 승웅" userId="f9089b053ea938d5" providerId="LiveId" clId="{B1D711A2-17C8-46BD-92DA-7FB8FE78EDBC}" dt="2023-06-15T05:19:57.830" v="151" actId="9405"/>
        <pc:sldMkLst>
          <pc:docMk/>
          <pc:sldMk cId="611999202" sldId="258"/>
        </pc:sldMkLst>
        <pc:grpChg chg="mod">
          <ac:chgData name="하 승웅" userId="f9089b053ea938d5" providerId="LiveId" clId="{B1D711A2-17C8-46BD-92DA-7FB8FE78EDBC}" dt="2023-06-15T04:56:59.204" v="16"/>
          <ac:grpSpMkLst>
            <pc:docMk/>
            <pc:sldMk cId="611999202" sldId="258"/>
            <ac:grpSpMk id="15" creationId="{06054939-9AE3-E6FD-96DB-D12044F0FA3D}"/>
          </ac:grpSpMkLst>
        </pc:grpChg>
        <pc:grpChg chg="del">
          <ac:chgData name="하 승웅" userId="f9089b053ea938d5" providerId="LiveId" clId="{B1D711A2-17C8-46BD-92DA-7FB8FE78EDBC}" dt="2023-06-15T04:56:42.033" v="1" actId="478"/>
          <ac:grpSpMkLst>
            <pc:docMk/>
            <pc:sldMk cId="611999202" sldId="258"/>
            <ac:grpSpMk id="30" creationId="{E057FDEE-A516-B376-D9C5-DA0F5BE8B5CD}"/>
          </ac:grpSpMkLst>
        </pc:grpChg>
        <pc:grpChg chg="del mod">
          <ac:chgData name="하 승웅" userId="f9089b053ea938d5" providerId="LiveId" clId="{B1D711A2-17C8-46BD-92DA-7FB8FE78EDBC}" dt="2023-06-15T05:17:00.890" v="82"/>
          <ac:grpSpMkLst>
            <pc:docMk/>
            <pc:sldMk cId="611999202" sldId="258"/>
            <ac:grpSpMk id="32" creationId="{BAD58C8A-F3A6-819A-E8E7-B9925CB6DBEF}"/>
          </ac:grpSpMkLst>
        </pc:grpChg>
        <pc:grpChg chg="mod">
          <ac:chgData name="하 승웅" userId="f9089b053ea938d5" providerId="LiveId" clId="{B1D711A2-17C8-46BD-92DA-7FB8FE78EDBC}" dt="2023-06-15T05:17:00.890" v="82"/>
          <ac:grpSpMkLst>
            <pc:docMk/>
            <pc:sldMk cId="611999202" sldId="258"/>
            <ac:grpSpMk id="72" creationId="{DBB4CC10-4A0F-960D-7606-DAC8580735A4}"/>
          </ac:grpSpMkLst>
        </pc:grpChg>
        <pc:grpChg chg="del">
          <ac:chgData name="하 승웅" userId="f9089b053ea938d5" providerId="LiveId" clId="{B1D711A2-17C8-46BD-92DA-7FB8FE78EDBC}" dt="2023-06-15T04:56:42.033" v="1" actId="478"/>
          <ac:grpSpMkLst>
            <pc:docMk/>
            <pc:sldMk cId="611999202" sldId="258"/>
            <ac:grpSpMk id="106" creationId="{73FC28B8-AD36-46FF-661B-A2CBA8BA2E95}"/>
          </ac:grpSpMkLst>
        </pc:grpChg>
        <pc:grpChg chg="del mod">
          <ac:chgData name="하 승웅" userId="f9089b053ea938d5" providerId="LiveId" clId="{B1D711A2-17C8-46BD-92DA-7FB8FE78EDBC}" dt="2023-06-15T05:17:15.408" v="105"/>
          <ac:grpSpMkLst>
            <pc:docMk/>
            <pc:sldMk cId="611999202" sldId="258"/>
            <ac:grpSpMk id="121" creationId="{3BC15B55-1E89-9924-E0CA-6B96AF32E090}"/>
          </ac:grpSpMkLst>
        </pc:grpChg>
        <pc:grpChg chg="mod">
          <ac:chgData name="하 승웅" userId="f9089b053ea938d5" providerId="LiveId" clId="{B1D711A2-17C8-46BD-92DA-7FB8FE78EDBC}" dt="2023-06-15T05:17:15.408" v="105"/>
          <ac:grpSpMkLst>
            <pc:docMk/>
            <pc:sldMk cId="611999202" sldId="258"/>
            <ac:grpSpMk id="137" creationId="{EE3C331B-118B-0E7F-92D2-B68E1DB3A1DC}"/>
          </ac:grpSpMkLst>
        </pc:grpChg>
        <pc:grpChg chg="del mod">
          <ac:chgData name="하 승웅" userId="f9089b053ea938d5" providerId="LiveId" clId="{B1D711A2-17C8-46BD-92DA-7FB8FE78EDBC}" dt="2023-06-15T05:19:47.745" v="133"/>
          <ac:grpSpMkLst>
            <pc:docMk/>
            <pc:sldMk cId="611999202" sldId="258"/>
            <ac:grpSpMk id="144" creationId="{C363940E-7165-FBE3-AA79-1409CD9956D6}"/>
          </ac:grpSpMkLst>
        </pc:grpChg>
        <pc:grpChg chg="mod">
          <ac:chgData name="하 승웅" userId="f9089b053ea938d5" providerId="LiveId" clId="{B1D711A2-17C8-46BD-92DA-7FB8FE78EDBC}" dt="2023-06-15T05:19:47.745" v="133"/>
          <ac:grpSpMkLst>
            <pc:docMk/>
            <pc:sldMk cId="611999202" sldId="258"/>
            <ac:grpSpMk id="148" creationId="{65206D33-5B5F-C5DF-FED5-15E265D57B1E}"/>
          </ac:grpSpMkLst>
        </pc:grpChg>
        <pc:grpChg chg="mod">
          <ac:chgData name="하 승웅" userId="f9089b053ea938d5" providerId="LiveId" clId="{B1D711A2-17C8-46BD-92DA-7FB8FE78EDBC}" dt="2023-06-15T05:19:52.128" v="140"/>
          <ac:grpSpMkLst>
            <pc:docMk/>
            <pc:sldMk cId="611999202" sldId="258"/>
            <ac:grpSpMk id="176" creationId="{3EFAA4CD-CD56-3B1C-BE51-647D6CCD2079}"/>
          </ac:grpSpMkLst>
        </pc:grpChg>
        <pc:grpChg chg="mod">
          <ac:chgData name="하 승웅" userId="f9089b053ea938d5" providerId="LiveId" clId="{B1D711A2-17C8-46BD-92DA-7FB8FE78EDBC}" dt="2023-06-15T05:19:57.020" v="150"/>
          <ac:grpSpMkLst>
            <pc:docMk/>
            <pc:sldMk cId="611999202" sldId="258"/>
            <ac:grpSpMk id="219" creationId="{51B42CB6-3380-3BEB-F152-30D7773BE458}"/>
          </ac:grpSpMkLst>
        </pc:grpChg>
        <pc:grpChg chg="del">
          <ac:chgData name="하 승웅" userId="f9089b053ea938d5" providerId="LiveId" clId="{B1D711A2-17C8-46BD-92DA-7FB8FE78EDBC}" dt="2023-06-15T04:56:42.033" v="1" actId="478"/>
          <ac:grpSpMkLst>
            <pc:docMk/>
            <pc:sldMk cId="611999202" sldId="258"/>
            <ac:grpSpMk id="270" creationId="{51A45C53-4FDC-4647-A994-E03EDB4F0E3F}"/>
          </ac:grpSpMkLst>
        </pc:grpChg>
        <pc:inkChg chg="add del">
          <ac:chgData name="하 승웅" userId="f9089b053ea938d5" providerId="LiveId" clId="{B1D711A2-17C8-46BD-92DA-7FB8FE78EDBC}" dt="2023-06-15T04:56:48.845" v="3" actId="9405"/>
          <ac:inkMkLst>
            <pc:docMk/>
            <pc:sldMk cId="611999202" sldId="258"/>
            <ac:inkMk id="2" creationId="{32329792-C9E4-D33F-13C5-409198A6DF20}"/>
          </ac:inkMkLst>
        </pc:inkChg>
        <pc:inkChg chg="add del">
          <ac:chgData name="하 승웅" userId="f9089b053ea938d5" providerId="LiveId" clId="{B1D711A2-17C8-46BD-92DA-7FB8FE78EDBC}" dt="2023-06-15T04:56:51.040" v="5" actId="9405"/>
          <ac:inkMkLst>
            <pc:docMk/>
            <pc:sldMk cId="611999202" sldId="258"/>
            <ac:inkMk id="3" creationId="{FEA37324-C9E6-07D3-0804-47319E496DAD}"/>
          </ac:inkMkLst>
        </pc:inkChg>
        <pc:inkChg chg="add del">
          <ac:chgData name="하 승웅" userId="f9089b053ea938d5" providerId="LiveId" clId="{B1D711A2-17C8-46BD-92DA-7FB8FE78EDBC}" dt="2023-06-15T04:56:53.262" v="7" actId="9405"/>
          <ac:inkMkLst>
            <pc:docMk/>
            <pc:sldMk cId="611999202" sldId="258"/>
            <ac:inkMk id="4" creationId="{DD1ABB8C-7A97-BC65-A3BC-33DC135485EE}"/>
          </ac:inkMkLst>
        </pc:inkChg>
        <pc:inkChg chg="add mod">
          <ac:chgData name="하 승웅" userId="f9089b053ea938d5" providerId="LiveId" clId="{B1D711A2-17C8-46BD-92DA-7FB8FE78EDBC}" dt="2023-06-15T04:56:59.204" v="16"/>
          <ac:inkMkLst>
            <pc:docMk/>
            <pc:sldMk cId="611999202" sldId="258"/>
            <ac:inkMk id="5" creationId="{CAD5FC2F-45C4-2D25-65A9-A1724A0487BC}"/>
          </ac:inkMkLst>
        </pc:inkChg>
        <pc:inkChg chg="add del mod">
          <ac:chgData name="하 승웅" userId="f9089b053ea938d5" providerId="LiveId" clId="{B1D711A2-17C8-46BD-92DA-7FB8FE78EDBC}" dt="2023-06-15T04:56:59.204" v="16"/>
          <ac:inkMkLst>
            <pc:docMk/>
            <pc:sldMk cId="611999202" sldId="258"/>
            <ac:inkMk id="6" creationId="{B356E142-A544-A7F1-B726-76B1640F84EE}"/>
          </ac:inkMkLst>
        </pc:inkChg>
        <pc:inkChg chg="add del">
          <ac:chgData name="하 승웅" userId="f9089b053ea938d5" providerId="LiveId" clId="{B1D711A2-17C8-46BD-92DA-7FB8FE78EDBC}" dt="2023-06-15T04:56:58.953" v="13" actId="9405"/>
          <ac:inkMkLst>
            <pc:docMk/>
            <pc:sldMk cId="611999202" sldId="258"/>
            <ac:inkMk id="10" creationId="{5BA6BBC7-475F-2D74-4BE4-684B57650B57}"/>
          </ac:inkMkLst>
        </pc:inkChg>
        <pc:inkChg chg="add del">
          <ac:chgData name="하 승웅" userId="f9089b053ea938d5" providerId="LiveId" clId="{B1D711A2-17C8-46BD-92DA-7FB8FE78EDBC}" dt="2023-06-15T04:56:58.784" v="12" actId="9405"/>
          <ac:inkMkLst>
            <pc:docMk/>
            <pc:sldMk cId="611999202" sldId="258"/>
            <ac:inkMk id="11" creationId="{2868B6F2-9624-65F6-2D77-F97237C99722}"/>
          </ac:inkMkLst>
        </pc:inkChg>
        <pc:inkChg chg="add mod">
          <ac:chgData name="하 승웅" userId="f9089b053ea938d5" providerId="LiveId" clId="{B1D711A2-17C8-46BD-92DA-7FB8FE78EDBC}" dt="2023-06-15T05:17:00.890" v="82"/>
          <ac:inkMkLst>
            <pc:docMk/>
            <pc:sldMk cId="611999202" sldId="258"/>
            <ac:inkMk id="25" creationId="{C3CC611E-80D0-8D34-A492-F9DCCA792253}"/>
          </ac:inkMkLst>
        </pc:inkChg>
        <pc:inkChg chg="add mod">
          <ac:chgData name="하 승웅" userId="f9089b053ea938d5" providerId="LiveId" clId="{B1D711A2-17C8-46BD-92DA-7FB8FE78EDBC}" dt="2023-06-15T05:17:00.890" v="82"/>
          <ac:inkMkLst>
            <pc:docMk/>
            <pc:sldMk cId="611999202" sldId="258"/>
            <ac:inkMk id="26" creationId="{6EE9336D-2260-8E8A-39E7-1B231E109A49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29" creationId="{068B1017-58FF-6AFB-B3E7-CA891A4C40EF}"/>
          </ac:inkMkLst>
        </pc:inkChg>
        <pc:inkChg chg="add del">
          <ac:chgData name="하 승웅" userId="f9089b053ea938d5" providerId="LiveId" clId="{B1D711A2-17C8-46BD-92DA-7FB8FE78EDBC}" dt="2023-06-15T04:57:03.048" v="23" actId="9405"/>
          <ac:inkMkLst>
            <pc:docMk/>
            <pc:sldMk cId="611999202" sldId="258"/>
            <ac:inkMk id="38" creationId="{2AB3B86D-F24B-7EAD-831E-7AC9E8E89154}"/>
          </ac:inkMkLst>
        </pc:inkChg>
        <pc:inkChg chg="add del">
          <ac:chgData name="하 승웅" userId="f9089b053ea938d5" providerId="LiveId" clId="{B1D711A2-17C8-46BD-92DA-7FB8FE78EDBC}" dt="2023-06-15T04:57:02.810" v="22" actId="9405"/>
          <ac:inkMkLst>
            <pc:docMk/>
            <pc:sldMk cId="611999202" sldId="258"/>
            <ac:inkMk id="39" creationId="{37C07115-7895-36D4-D24F-979A61976D97}"/>
          </ac:inkMkLst>
        </pc:inkChg>
        <pc:inkChg chg="add">
          <ac:chgData name="하 승웅" userId="f9089b053ea938d5" providerId="LiveId" clId="{B1D711A2-17C8-46BD-92DA-7FB8FE78EDBC}" dt="2023-06-15T04:57:04.113" v="24" actId="9405"/>
          <ac:inkMkLst>
            <pc:docMk/>
            <pc:sldMk cId="611999202" sldId="258"/>
            <ac:inkMk id="40" creationId="{8A9B02E9-6C86-3D7A-B0B1-7286EE8660EF}"/>
          </ac:inkMkLst>
        </pc:inkChg>
        <pc:inkChg chg="add">
          <ac:chgData name="하 승웅" userId="f9089b053ea938d5" providerId="LiveId" clId="{B1D711A2-17C8-46BD-92DA-7FB8FE78EDBC}" dt="2023-06-15T05:16:55.936" v="75" actId="9405"/>
          <ac:inkMkLst>
            <pc:docMk/>
            <pc:sldMk cId="611999202" sldId="258"/>
            <ac:inkMk id="42" creationId="{8DD5C6BB-12A1-A9E2-001D-DE3C81B40E0D}"/>
          </ac:inkMkLst>
        </pc:inkChg>
        <pc:inkChg chg="add mod">
          <ac:chgData name="하 승웅" userId="f9089b053ea938d5" providerId="LiveId" clId="{B1D711A2-17C8-46BD-92DA-7FB8FE78EDBC}" dt="2023-06-15T05:17:00.890" v="82"/>
          <ac:inkMkLst>
            <pc:docMk/>
            <pc:sldMk cId="611999202" sldId="258"/>
            <ac:inkMk id="47" creationId="{19270D7C-CDF1-AA1D-C659-27EDCCDB28FB}"/>
          </ac:inkMkLst>
        </pc:inkChg>
        <pc:inkChg chg="add mod">
          <ac:chgData name="하 승웅" userId="f9089b053ea938d5" providerId="LiveId" clId="{B1D711A2-17C8-46BD-92DA-7FB8FE78EDBC}" dt="2023-06-15T05:17:00.890" v="82"/>
          <ac:inkMkLst>
            <pc:docMk/>
            <pc:sldMk cId="611999202" sldId="258"/>
            <ac:inkMk id="55" creationId="{FD45CE60-2FD9-5385-3DD7-7D1331C2ABD1}"/>
          </ac:inkMkLst>
        </pc:inkChg>
        <pc:inkChg chg="add mod">
          <ac:chgData name="하 승웅" userId="f9089b053ea938d5" providerId="LiveId" clId="{B1D711A2-17C8-46BD-92DA-7FB8FE78EDBC}" dt="2023-06-15T05:17:00.890" v="82"/>
          <ac:inkMkLst>
            <pc:docMk/>
            <pc:sldMk cId="611999202" sldId="258"/>
            <ac:inkMk id="56" creationId="{FBE98F11-96C5-CBE4-ECA9-27816EB5F2C1}"/>
          </ac:inkMkLst>
        </pc:inkChg>
        <pc:inkChg chg="add mod">
          <ac:chgData name="하 승웅" userId="f9089b053ea938d5" providerId="LiveId" clId="{B1D711A2-17C8-46BD-92DA-7FB8FE78EDBC}" dt="2023-06-15T05:17:00.890" v="82"/>
          <ac:inkMkLst>
            <pc:docMk/>
            <pc:sldMk cId="611999202" sldId="258"/>
            <ac:inkMk id="58" creationId="{6029AF14-FD03-74C0-5336-0FC53C17FD78}"/>
          </ac:inkMkLst>
        </pc:inkChg>
        <pc:inkChg chg="add mod">
          <ac:chgData name="하 승웅" userId="f9089b053ea938d5" providerId="LiveId" clId="{B1D711A2-17C8-46BD-92DA-7FB8FE78EDBC}" dt="2023-06-15T05:17:00.890" v="82"/>
          <ac:inkMkLst>
            <pc:docMk/>
            <pc:sldMk cId="611999202" sldId="258"/>
            <ac:inkMk id="60" creationId="{C30B3F14-BE80-E4D5-159B-D6A1B2D5C6C3}"/>
          </ac:inkMkLst>
        </pc:inkChg>
        <pc:inkChg chg="add mod">
          <ac:chgData name="하 승웅" userId="f9089b053ea938d5" providerId="LiveId" clId="{B1D711A2-17C8-46BD-92DA-7FB8FE78EDBC}" dt="2023-06-15T05:17:00.890" v="82"/>
          <ac:inkMkLst>
            <pc:docMk/>
            <pc:sldMk cId="611999202" sldId="258"/>
            <ac:inkMk id="67" creationId="{976AA067-26E8-CA0B-948A-73E5B962C2EE}"/>
          </ac:inkMkLst>
        </pc:inkChg>
        <pc:inkChg chg="add mod">
          <ac:chgData name="하 승웅" userId="f9089b053ea938d5" providerId="LiveId" clId="{B1D711A2-17C8-46BD-92DA-7FB8FE78EDBC}" dt="2023-06-15T05:17:15.408" v="105"/>
          <ac:inkMkLst>
            <pc:docMk/>
            <pc:sldMk cId="611999202" sldId="258"/>
            <ac:inkMk id="73" creationId="{49AA95FE-A026-741C-FA5B-FC2A0C0EB40A}"/>
          </ac:inkMkLst>
        </pc:inkChg>
        <pc:inkChg chg="add mod">
          <ac:chgData name="하 승웅" userId="f9089b053ea938d5" providerId="LiveId" clId="{B1D711A2-17C8-46BD-92DA-7FB8FE78EDBC}" dt="2023-06-15T05:17:15.408" v="105"/>
          <ac:inkMkLst>
            <pc:docMk/>
            <pc:sldMk cId="611999202" sldId="258"/>
            <ac:inkMk id="74" creationId="{32954D1E-8429-B825-EC2E-ACC9519EB833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75" creationId="{F28C7E28-A0F1-D6FC-B9C8-5D5F1DF9FB3E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76" creationId="{3CB2892A-0930-28EC-63F3-D8886771CA80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77" creationId="{84E3380A-8A68-E990-64E1-79BBE6FB8C40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78" creationId="{78A377A3-8260-739C-5EED-8BC0E8EDA6A3}"/>
          </ac:inkMkLst>
        </pc:inkChg>
        <pc:inkChg chg="add mod">
          <ac:chgData name="하 승웅" userId="f9089b053ea938d5" providerId="LiveId" clId="{B1D711A2-17C8-46BD-92DA-7FB8FE78EDBC}" dt="2023-06-15T05:17:15.408" v="105"/>
          <ac:inkMkLst>
            <pc:docMk/>
            <pc:sldMk cId="611999202" sldId="258"/>
            <ac:inkMk id="79" creationId="{7B5A7AAF-9DCB-F1AD-248A-AE71EFDC2237}"/>
          </ac:inkMkLst>
        </pc:inkChg>
        <pc:inkChg chg="add mod">
          <ac:chgData name="하 승웅" userId="f9089b053ea938d5" providerId="LiveId" clId="{B1D711A2-17C8-46BD-92DA-7FB8FE78EDBC}" dt="2023-06-15T05:17:15.408" v="105"/>
          <ac:inkMkLst>
            <pc:docMk/>
            <pc:sldMk cId="611999202" sldId="258"/>
            <ac:inkMk id="80" creationId="{E5B8E908-5EB2-CFAF-5FF4-C873DF13867D}"/>
          </ac:inkMkLst>
        </pc:inkChg>
        <pc:inkChg chg="add mod">
          <ac:chgData name="하 승웅" userId="f9089b053ea938d5" providerId="LiveId" clId="{B1D711A2-17C8-46BD-92DA-7FB8FE78EDBC}" dt="2023-06-15T05:17:15.408" v="105"/>
          <ac:inkMkLst>
            <pc:docMk/>
            <pc:sldMk cId="611999202" sldId="258"/>
            <ac:inkMk id="81" creationId="{67C7B09B-94E2-8C8A-9BCD-4FC52FA399E9}"/>
          </ac:inkMkLst>
        </pc:inkChg>
        <pc:inkChg chg="add mod">
          <ac:chgData name="하 승웅" userId="f9089b053ea938d5" providerId="LiveId" clId="{B1D711A2-17C8-46BD-92DA-7FB8FE78EDBC}" dt="2023-06-15T05:17:15.408" v="105"/>
          <ac:inkMkLst>
            <pc:docMk/>
            <pc:sldMk cId="611999202" sldId="258"/>
            <ac:inkMk id="82" creationId="{0F9585E9-1CEB-B378-A544-927EC34C5F27}"/>
          </ac:inkMkLst>
        </pc:inkChg>
        <pc:inkChg chg="add mod">
          <ac:chgData name="하 승웅" userId="f9089b053ea938d5" providerId="LiveId" clId="{B1D711A2-17C8-46BD-92DA-7FB8FE78EDBC}" dt="2023-06-15T05:17:15.408" v="105"/>
          <ac:inkMkLst>
            <pc:docMk/>
            <pc:sldMk cId="611999202" sldId="258"/>
            <ac:inkMk id="83" creationId="{17D7EBD5-8712-87A0-96EE-1D762B9B2D67}"/>
          </ac:inkMkLst>
        </pc:inkChg>
        <pc:inkChg chg="add mod">
          <ac:chgData name="하 승웅" userId="f9089b053ea938d5" providerId="LiveId" clId="{B1D711A2-17C8-46BD-92DA-7FB8FE78EDBC}" dt="2023-06-15T05:17:15.408" v="105"/>
          <ac:inkMkLst>
            <pc:docMk/>
            <pc:sldMk cId="611999202" sldId="258"/>
            <ac:inkMk id="84" creationId="{1FAC1B93-D8A0-272D-DB38-628CC04E62A3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85" creationId="{8B78DC44-F6C8-0056-2107-D96A31692771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86" creationId="{F757E229-6BFB-4D0C-02BF-0C446AC213D9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87" creationId="{902737B7-A40D-8D8F-A857-63DF8B076B57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88" creationId="{D73DB805-9C36-A7A0-28BE-B2BD01549A72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89" creationId="{1F80DCC0-643A-A03A-120E-E380AB1C8623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90" creationId="{76177018-BEDB-DA45-851D-E2211738FA3F}"/>
          </ac:inkMkLst>
        </pc:inkChg>
        <pc:inkChg chg="add mod">
          <ac:chgData name="하 승웅" userId="f9089b053ea938d5" providerId="LiveId" clId="{B1D711A2-17C8-46BD-92DA-7FB8FE78EDBC}" dt="2023-06-15T05:17:15.408" v="105"/>
          <ac:inkMkLst>
            <pc:docMk/>
            <pc:sldMk cId="611999202" sldId="258"/>
            <ac:inkMk id="91" creationId="{3596A176-BAC8-1289-6F66-ED0C226BFC70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92" creationId="{12D10052-C6DA-A888-B6CC-4E4C5F925EE9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93" creationId="{05260A3D-229A-90FC-05BC-ECF70F283E00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94" creationId="{1AC406CC-1112-19B9-CCA5-636C322F886B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95" creationId="{381EFF62-F626-EA16-6688-B981183618F0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96" creationId="{6CB29AE4-BC55-CF82-D7DB-D732AF519A17}"/>
          </ac:inkMkLst>
        </pc:inkChg>
        <pc:inkChg chg="add mod">
          <ac:chgData name="하 승웅" userId="f9089b053ea938d5" providerId="LiveId" clId="{B1D711A2-17C8-46BD-92DA-7FB8FE78EDBC}" dt="2023-06-15T05:17:15.408" v="105"/>
          <ac:inkMkLst>
            <pc:docMk/>
            <pc:sldMk cId="611999202" sldId="258"/>
            <ac:inkMk id="97" creationId="{514D3C16-5E3E-4A89-9030-54A6A9A40540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98" creationId="{97AC9C54-140A-C463-623C-DAB44523CF1E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99" creationId="{A4ECB4B3-3211-D3E8-6579-BD045C0132A7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100" creationId="{99693814-F279-2F0E-DB79-F077FB47FCB6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101" creationId="{0E06DA62-F86E-AD1C-E389-237E51C203EF}"/>
          </ac:inkMkLst>
        </pc:inkChg>
        <pc:inkChg chg="add mod">
          <ac:chgData name="하 승웅" userId="f9089b053ea938d5" providerId="LiveId" clId="{B1D711A2-17C8-46BD-92DA-7FB8FE78EDBC}" dt="2023-06-15T05:17:15.408" v="105"/>
          <ac:inkMkLst>
            <pc:docMk/>
            <pc:sldMk cId="611999202" sldId="258"/>
            <ac:inkMk id="102" creationId="{F078D7A3-A3AB-00CD-B1E1-425BB7A79623}"/>
          </ac:inkMkLst>
        </pc:inkChg>
        <pc:inkChg chg="add mod">
          <ac:chgData name="하 승웅" userId="f9089b053ea938d5" providerId="LiveId" clId="{B1D711A2-17C8-46BD-92DA-7FB8FE78EDBC}" dt="2023-06-15T05:17:15.408" v="105"/>
          <ac:inkMkLst>
            <pc:docMk/>
            <pc:sldMk cId="611999202" sldId="258"/>
            <ac:inkMk id="111" creationId="{660D0054-869E-E00C-A312-6218A0911FCB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112" creationId="{797B525A-11FF-AB8F-8463-7ABA03A9F169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113" creationId="{DFB65635-3C7C-EEA7-F1B2-116E976C675A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114" creationId="{E1604AA7-12EA-787A-04DD-0F7211C4BD85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115" creationId="{64225822-F14E-97E0-3FBF-4DB67833C522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116" creationId="{FE8161B1-D6E7-500E-6992-1C530CDC3601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117" creationId="{A373AB8B-D4AA-DDED-5992-43C3696847FD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118" creationId="{A9EB7300-ED68-A111-BC44-AA3736CD78A3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119" creationId="{18BF13EF-9AAB-622F-6AF4-9E2644C9A86D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120" creationId="{066A7512-466B-B391-BE4C-F07FE5BCF900}"/>
          </ac:inkMkLst>
        </pc:inkChg>
        <pc:inkChg chg="add mod">
          <ac:chgData name="하 승웅" userId="f9089b053ea938d5" providerId="LiveId" clId="{B1D711A2-17C8-46BD-92DA-7FB8FE78EDBC}" dt="2023-06-15T05:17:15.408" v="105"/>
          <ac:inkMkLst>
            <pc:docMk/>
            <pc:sldMk cId="611999202" sldId="258"/>
            <ac:inkMk id="122" creationId="{94C356C1-6E2E-D1F8-33B8-FD8A9EE4C8B8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123" creationId="{E652C40C-2CB5-3153-B570-2350CB207817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124" creationId="{CE507C10-BEB4-B39C-7987-FC10AACE95F6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125" creationId="{61E67D21-1F79-31E1-4D12-3BEDFDA5FEDA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126" creationId="{CBC6D15D-D96B-2D3A-A93D-74A791B46D4A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127" creationId="{0B635C10-3A0F-5755-5416-995ABC4CB455}"/>
          </ac:inkMkLst>
        </pc:inkChg>
        <pc:inkChg chg="add mod">
          <ac:chgData name="하 승웅" userId="f9089b053ea938d5" providerId="LiveId" clId="{B1D711A2-17C8-46BD-92DA-7FB8FE78EDBC}" dt="2023-06-15T05:17:15.408" v="105"/>
          <ac:inkMkLst>
            <pc:docMk/>
            <pc:sldMk cId="611999202" sldId="258"/>
            <ac:inkMk id="128" creationId="{276D7B33-8F04-9E20-091F-9AE751B26E09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129" creationId="{F1D01841-0D66-4D3F-2BEA-6827C885237E}"/>
          </ac:inkMkLst>
        </pc:inkChg>
        <pc:inkChg chg="add mod">
          <ac:chgData name="하 승웅" userId="f9089b053ea938d5" providerId="LiveId" clId="{B1D711A2-17C8-46BD-92DA-7FB8FE78EDBC}" dt="2023-06-15T05:17:15.408" v="105"/>
          <ac:inkMkLst>
            <pc:docMk/>
            <pc:sldMk cId="611999202" sldId="258"/>
            <ac:inkMk id="130" creationId="{55CB2455-CC18-C455-38B7-1D0C2359A330}"/>
          </ac:inkMkLst>
        </pc:inkChg>
        <pc:inkChg chg="add mod">
          <ac:chgData name="하 승웅" userId="f9089b053ea938d5" providerId="LiveId" clId="{B1D711A2-17C8-46BD-92DA-7FB8FE78EDBC}" dt="2023-06-15T05:17:15.408" v="105"/>
          <ac:inkMkLst>
            <pc:docMk/>
            <pc:sldMk cId="611999202" sldId="258"/>
            <ac:inkMk id="131" creationId="{C647DF07-D5B3-28EC-2FEC-B862AA45AB08}"/>
          </ac:inkMkLst>
        </pc:inkChg>
        <pc:inkChg chg="add mod">
          <ac:chgData name="하 승웅" userId="f9089b053ea938d5" providerId="LiveId" clId="{B1D711A2-17C8-46BD-92DA-7FB8FE78EDBC}" dt="2023-06-15T05:17:15.408" v="105"/>
          <ac:inkMkLst>
            <pc:docMk/>
            <pc:sldMk cId="611999202" sldId="258"/>
            <ac:inkMk id="132" creationId="{206A4B7D-69F3-F1A0-B349-5744405E44FA}"/>
          </ac:inkMkLst>
        </pc:inkChg>
        <pc:inkChg chg="add mod">
          <ac:chgData name="하 승웅" userId="f9089b053ea938d5" providerId="LiveId" clId="{B1D711A2-17C8-46BD-92DA-7FB8FE78EDBC}" dt="2023-06-15T05:17:15.408" v="105"/>
          <ac:inkMkLst>
            <pc:docMk/>
            <pc:sldMk cId="611999202" sldId="258"/>
            <ac:inkMk id="133" creationId="{75DF5DA4-5657-0713-1D36-F8839ACF9B8F}"/>
          </ac:inkMkLst>
        </pc:inkChg>
        <pc:inkChg chg="add mod">
          <ac:chgData name="하 승웅" userId="f9089b053ea938d5" providerId="LiveId" clId="{B1D711A2-17C8-46BD-92DA-7FB8FE78EDBC}" dt="2023-06-15T05:17:15.408" v="105"/>
          <ac:inkMkLst>
            <pc:docMk/>
            <pc:sldMk cId="611999202" sldId="258"/>
            <ac:inkMk id="134" creationId="{B72DADE0-FC5D-5AEB-4568-9DA6CE3D334D}"/>
          </ac:inkMkLst>
        </pc:inkChg>
        <pc:inkChg chg="add mod">
          <ac:chgData name="하 승웅" userId="f9089b053ea938d5" providerId="LiveId" clId="{B1D711A2-17C8-46BD-92DA-7FB8FE78EDBC}" dt="2023-06-15T05:17:15.408" v="105"/>
          <ac:inkMkLst>
            <pc:docMk/>
            <pc:sldMk cId="611999202" sldId="258"/>
            <ac:inkMk id="135" creationId="{9A9D24EA-AC71-E8C2-5A7D-F469BFDECD7F}"/>
          </ac:inkMkLst>
        </pc:inkChg>
        <pc:inkChg chg="add mod">
          <ac:chgData name="하 승웅" userId="f9089b053ea938d5" providerId="LiveId" clId="{B1D711A2-17C8-46BD-92DA-7FB8FE78EDBC}" dt="2023-06-15T05:17:15.408" v="105"/>
          <ac:inkMkLst>
            <pc:docMk/>
            <pc:sldMk cId="611999202" sldId="258"/>
            <ac:inkMk id="136" creationId="{C5978694-5497-DDB1-78A9-79F423C863E3}"/>
          </ac:inkMkLst>
        </pc:inkChg>
        <pc:inkChg chg="add mod">
          <ac:chgData name="하 승웅" userId="f9089b053ea938d5" providerId="LiveId" clId="{B1D711A2-17C8-46BD-92DA-7FB8FE78EDBC}" dt="2023-06-15T05:19:47.745" v="133"/>
          <ac:inkMkLst>
            <pc:docMk/>
            <pc:sldMk cId="611999202" sldId="258"/>
            <ac:inkMk id="138" creationId="{7F445C43-4A0A-E111-5B42-12456925BB45}"/>
          </ac:inkMkLst>
        </pc:inkChg>
        <pc:inkChg chg="add mod">
          <ac:chgData name="하 승웅" userId="f9089b053ea938d5" providerId="LiveId" clId="{B1D711A2-17C8-46BD-92DA-7FB8FE78EDBC}" dt="2023-06-15T05:19:47.745" v="133"/>
          <ac:inkMkLst>
            <pc:docMk/>
            <pc:sldMk cId="611999202" sldId="258"/>
            <ac:inkMk id="139" creationId="{3AF7094B-43DA-BBA2-AF38-5674A97F3EDA}"/>
          </ac:inkMkLst>
        </pc:inkChg>
        <pc:inkChg chg="add mod">
          <ac:chgData name="하 승웅" userId="f9089b053ea938d5" providerId="LiveId" clId="{B1D711A2-17C8-46BD-92DA-7FB8FE78EDBC}" dt="2023-06-15T05:19:47.745" v="133"/>
          <ac:inkMkLst>
            <pc:docMk/>
            <pc:sldMk cId="611999202" sldId="258"/>
            <ac:inkMk id="140" creationId="{61BE2284-3ED6-6D2D-3051-ACF09B25DB9F}"/>
          </ac:inkMkLst>
        </pc:inkChg>
        <pc:inkChg chg="add mod">
          <ac:chgData name="하 승웅" userId="f9089b053ea938d5" providerId="LiveId" clId="{B1D711A2-17C8-46BD-92DA-7FB8FE78EDBC}" dt="2023-06-15T05:19:47.745" v="133"/>
          <ac:inkMkLst>
            <pc:docMk/>
            <pc:sldMk cId="611999202" sldId="258"/>
            <ac:inkMk id="141" creationId="{37C0808F-96A5-0489-6FB4-AAE10EA6E498}"/>
          </ac:inkMkLst>
        </pc:inkChg>
        <pc:inkChg chg="add mod">
          <ac:chgData name="하 승웅" userId="f9089b053ea938d5" providerId="LiveId" clId="{B1D711A2-17C8-46BD-92DA-7FB8FE78EDBC}" dt="2023-06-15T05:19:47.745" v="133"/>
          <ac:inkMkLst>
            <pc:docMk/>
            <pc:sldMk cId="611999202" sldId="258"/>
            <ac:inkMk id="142" creationId="{6D0217D9-3C25-8D43-704D-3AA7972A9231}"/>
          </ac:inkMkLst>
        </pc:inkChg>
        <pc:inkChg chg="add mod">
          <ac:chgData name="하 승웅" userId="f9089b053ea938d5" providerId="LiveId" clId="{B1D711A2-17C8-46BD-92DA-7FB8FE78EDBC}" dt="2023-06-15T05:19:47.745" v="133"/>
          <ac:inkMkLst>
            <pc:docMk/>
            <pc:sldMk cId="611999202" sldId="258"/>
            <ac:inkMk id="143" creationId="{C79F9CAE-D2DF-779A-2AAC-C8C1BE70D8C7}"/>
          </ac:inkMkLst>
        </pc:inkChg>
        <pc:inkChg chg="add mod">
          <ac:chgData name="하 승웅" userId="f9089b053ea938d5" providerId="LiveId" clId="{B1D711A2-17C8-46BD-92DA-7FB8FE78EDBC}" dt="2023-06-15T05:19:47.745" v="133"/>
          <ac:inkMkLst>
            <pc:docMk/>
            <pc:sldMk cId="611999202" sldId="258"/>
            <ac:inkMk id="145" creationId="{FB8587BC-CFE9-9224-252F-F6F2E17545F2}"/>
          </ac:inkMkLst>
        </pc:inkChg>
        <pc:inkChg chg="add mod">
          <ac:chgData name="하 승웅" userId="f9089b053ea938d5" providerId="LiveId" clId="{B1D711A2-17C8-46BD-92DA-7FB8FE78EDBC}" dt="2023-06-15T05:19:47.745" v="133"/>
          <ac:inkMkLst>
            <pc:docMk/>
            <pc:sldMk cId="611999202" sldId="258"/>
            <ac:inkMk id="146" creationId="{6D1F6D23-8BD3-F720-2B6A-D54716595AE9}"/>
          </ac:inkMkLst>
        </pc:inkChg>
        <pc:inkChg chg="add mod">
          <ac:chgData name="하 승웅" userId="f9089b053ea938d5" providerId="LiveId" clId="{B1D711A2-17C8-46BD-92DA-7FB8FE78EDBC}" dt="2023-06-15T05:19:47.745" v="133"/>
          <ac:inkMkLst>
            <pc:docMk/>
            <pc:sldMk cId="611999202" sldId="258"/>
            <ac:inkMk id="147" creationId="{02016FAD-8200-F320-B3D6-5148C63BCB69}"/>
          </ac:inkMkLst>
        </pc:inkChg>
        <pc:inkChg chg="add mod">
          <ac:chgData name="하 승웅" userId="f9089b053ea938d5" providerId="LiveId" clId="{B1D711A2-17C8-46BD-92DA-7FB8FE78EDBC}" dt="2023-06-15T05:19:52.128" v="140"/>
          <ac:inkMkLst>
            <pc:docMk/>
            <pc:sldMk cId="611999202" sldId="258"/>
            <ac:inkMk id="149" creationId="{7B20DA33-C6E8-D602-467D-49559A49052D}"/>
          </ac:inkMkLst>
        </pc:inkChg>
        <pc:inkChg chg="add mod">
          <ac:chgData name="하 승웅" userId="f9089b053ea938d5" providerId="LiveId" clId="{B1D711A2-17C8-46BD-92DA-7FB8FE78EDBC}" dt="2023-06-15T05:19:52.128" v="140"/>
          <ac:inkMkLst>
            <pc:docMk/>
            <pc:sldMk cId="611999202" sldId="258"/>
            <ac:inkMk id="150" creationId="{BDCC3EB5-B84F-EFC1-8C01-63B922E4E531}"/>
          </ac:inkMkLst>
        </pc:inkChg>
        <pc:inkChg chg="add mod">
          <ac:chgData name="하 승웅" userId="f9089b053ea938d5" providerId="LiveId" clId="{B1D711A2-17C8-46BD-92DA-7FB8FE78EDBC}" dt="2023-06-15T05:19:52.128" v="140"/>
          <ac:inkMkLst>
            <pc:docMk/>
            <pc:sldMk cId="611999202" sldId="258"/>
            <ac:inkMk id="154" creationId="{087D2DAF-787C-F4C1-373F-56BEDA77C2C4}"/>
          </ac:inkMkLst>
        </pc:inkChg>
        <pc:inkChg chg="add mod">
          <ac:chgData name="하 승웅" userId="f9089b053ea938d5" providerId="LiveId" clId="{B1D711A2-17C8-46BD-92DA-7FB8FE78EDBC}" dt="2023-06-15T05:19:52.128" v="140"/>
          <ac:inkMkLst>
            <pc:docMk/>
            <pc:sldMk cId="611999202" sldId="258"/>
            <ac:inkMk id="162" creationId="{83244D68-4D27-24F8-9C27-8BDF89C02D36}"/>
          </ac:inkMkLst>
        </pc:inkChg>
        <pc:inkChg chg="add mod">
          <ac:chgData name="하 승웅" userId="f9089b053ea938d5" providerId="LiveId" clId="{B1D711A2-17C8-46BD-92DA-7FB8FE78EDBC}" dt="2023-06-15T05:19:52.128" v="140"/>
          <ac:inkMkLst>
            <pc:docMk/>
            <pc:sldMk cId="611999202" sldId="258"/>
            <ac:inkMk id="165" creationId="{22E8ADFF-2F97-D5BF-05C2-8284DE133503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172" creationId="{5272DA4B-B155-B7D0-CED5-A773F1A3788D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173" creationId="{62AB5E38-BCF4-6B52-D157-94569D400562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174" creationId="{7919000B-F6B1-8DA8-3F86-FD4A55E80E6B}"/>
          </ac:inkMkLst>
        </pc:inkChg>
        <pc:inkChg chg="add mod">
          <ac:chgData name="하 승웅" userId="f9089b053ea938d5" providerId="LiveId" clId="{B1D711A2-17C8-46BD-92DA-7FB8FE78EDBC}" dt="2023-06-15T05:19:52.128" v="140"/>
          <ac:inkMkLst>
            <pc:docMk/>
            <pc:sldMk cId="611999202" sldId="258"/>
            <ac:inkMk id="175" creationId="{A940113D-F924-0292-54B4-40188E606831}"/>
          </ac:inkMkLst>
        </pc:inkChg>
        <pc:inkChg chg="add mod">
          <ac:chgData name="하 승웅" userId="f9089b053ea938d5" providerId="LiveId" clId="{B1D711A2-17C8-46BD-92DA-7FB8FE78EDBC}" dt="2023-06-15T05:19:57.020" v="150"/>
          <ac:inkMkLst>
            <pc:docMk/>
            <pc:sldMk cId="611999202" sldId="258"/>
            <ac:inkMk id="177" creationId="{8E78544B-FBE2-02F5-29AF-5BBC216DD407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178" creationId="{96B7D04B-19B2-14E1-C439-722F725CA83D}"/>
          </ac:inkMkLst>
        </pc:inkChg>
        <pc:inkChg chg="add mod">
          <ac:chgData name="하 승웅" userId="f9089b053ea938d5" providerId="LiveId" clId="{B1D711A2-17C8-46BD-92DA-7FB8FE78EDBC}" dt="2023-06-15T05:19:57.020" v="150"/>
          <ac:inkMkLst>
            <pc:docMk/>
            <pc:sldMk cId="611999202" sldId="258"/>
            <ac:inkMk id="179" creationId="{C7D3B7DD-2AB9-786C-F105-90C91DDC6279}"/>
          </ac:inkMkLst>
        </pc:inkChg>
        <pc:inkChg chg="add mod">
          <ac:chgData name="하 승웅" userId="f9089b053ea938d5" providerId="LiveId" clId="{B1D711A2-17C8-46BD-92DA-7FB8FE78EDBC}" dt="2023-06-15T05:19:57.020" v="150"/>
          <ac:inkMkLst>
            <pc:docMk/>
            <pc:sldMk cId="611999202" sldId="258"/>
            <ac:inkMk id="183" creationId="{A755F0C4-FAB3-638C-A874-AE01283BC131}"/>
          </ac:inkMkLst>
        </pc:inkChg>
        <pc:inkChg chg="add mod">
          <ac:chgData name="하 승웅" userId="f9089b053ea938d5" providerId="LiveId" clId="{B1D711A2-17C8-46BD-92DA-7FB8FE78EDBC}" dt="2023-06-15T05:19:57.020" v="150"/>
          <ac:inkMkLst>
            <pc:docMk/>
            <pc:sldMk cId="611999202" sldId="258"/>
            <ac:inkMk id="187" creationId="{BAC48FE0-FBA0-74DC-45EF-7680F572F34A}"/>
          </ac:inkMkLst>
        </pc:inkChg>
        <pc:inkChg chg="add mod">
          <ac:chgData name="하 승웅" userId="f9089b053ea938d5" providerId="LiveId" clId="{B1D711A2-17C8-46BD-92DA-7FB8FE78EDBC}" dt="2023-06-15T05:19:57.020" v="150"/>
          <ac:inkMkLst>
            <pc:docMk/>
            <pc:sldMk cId="611999202" sldId="258"/>
            <ac:inkMk id="196" creationId="{17920040-9B6A-925F-91D9-645FE42DA595}"/>
          </ac:inkMkLst>
        </pc:inkChg>
        <pc:inkChg chg="add mod">
          <ac:chgData name="하 승웅" userId="f9089b053ea938d5" providerId="LiveId" clId="{B1D711A2-17C8-46BD-92DA-7FB8FE78EDBC}" dt="2023-06-15T05:19:57.020" v="150"/>
          <ac:inkMkLst>
            <pc:docMk/>
            <pc:sldMk cId="611999202" sldId="258"/>
            <ac:inkMk id="205" creationId="{B32E1E01-E3F0-415C-26B2-40D12A446A1E}"/>
          </ac:inkMkLst>
        </pc:inkChg>
        <pc:inkChg chg="add mod">
          <ac:chgData name="하 승웅" userId="f9089b053ea938d5" providerId="LiveId" clId="{B1D711A2-17C8-46BD-92DA-7FB8FE78EDBC}" dt="2023-06-15T05:19:57.020" v="150"/>
          <ac:inkMkLst>
            <pc:docMk/>
            <pc:sldMk cId="611999202" sldId="258"/>
            <ac:inkMk id="208" creationId="{79A16F4B-1BD0-3DD8-BE09-C5289A767D9A}"/>
          </ac:inkMkLst>
        </pc:inkChg>
        <pc:inkChg chg="add mod">
          <ac:chgData name="하 승웅" userId="f9089b053ea938d5" providerId="LiveId" clId="{B1D711A2-17C8-46BD-92DA-7FB8FE78EDBC}" dt="2023-06-15T05:19:57.020" v="150"/>
          <ac:inkMkLst>
            <pc:docMk/>
            <pc:sldMk cId="611999202" sldId="258"/>
            <ac:inkMk id="217" creationId="{01BCC41C-6282-947E-AA54-3E93C303377B}"/>
          </ac:inkMkLst>
        </pc:inkChg>
        <pc:inkChg chg="add mod">
          <ac:chgData name="하 승웅" userId="f9089b053ea938d5" providerId="LiveId" clId="{B1D711A2-17C8-46BD-92DA-7FB8FE78EDBC}" dt="2023-06-15T05:19:57.020" v="150"/>
          <ac:inkMkLst>
            <pc:docMk/>
            <pc:sldMk cId="611999202" sldId="258"/>
            <ac:inkMk id="218" creationId="{EA0AEB05-C47A-EFA9-8297-36B4E132EF65}"/>
          </ac:inkMkLst>
        </pc:inkChg>
        <pc:inkChg chg="add">
          <ac:chgData name="하 승웅" userId="f9089b053ea938d5" providerId="LiveId" clId="{B1D711A2-17C8-46BD-92DA-7FB8FE78EDBC}" dt="2023-06-15T05:19:57.830" v="151" actId="9405"/>
          <ac:inkMkLst>
            <pc:docMk/>
            <pc:sldMk cId="611999202" sldId="258"/>
            <ac:inkMk id="220" creationId="{5735F007-9149-1AA0-B286-1D7DFA0EDF5E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271" creationId="{957DBE31-370C-2EAD-9492-6D903F89D268}"/>
          </ac:inkMkLst>
        </pc:inkChg>
        <pc:inkChg chg="del">
          <ac:chgData name="하 승웅" userId="f9089b053ea938d5" providerId="LiveId" clId="{B1D711A2-17C8-46BD-92DA-7FB8FE78EDBC}" dt="2023-06-15T04:56:42.033" v="1" actId="478"/>
          <ac:inkMkLst>
            <pc:docMk/>
            <pc:sldMk cId="611999202" sldId="258"/>
            <ac:inkMk id="272" creationId="{513E3448-EF1D-2683-4FE6-2A0BBF3A9E52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6:12:43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471 0 24575,'0'7'0,"1"0"0,0-1 0,0 1 0,1-1 0,0 0 0,0 0 0,0 1 0,1-1 0,0-1 0,7 12 0,46 55 0,-22-32 0,174 242 0,-176-235 0,-3 1 0,-1 2 0,-3 1 0,25 70 0,1 1 0,137 343 0,-147-338 0,45 230 0,-66-207 0,2 160 0,-20 152 0,-3-240 0,-2-158 0,-2-1 0,-3 0 0,-3 0 0,-3-1 0,-24 69 0,12-33 0,20-72 0,0 1 0,-2-1 0,-1 0 0,-19 37 0,-33 68 0,1 1 0,-142 207 0,182-308 0,-1 4 0,-2-1 0,-35 39 0,18-25 0,25-30 0,0 0 0,-29 25 0,-246 185 0,160-128 0,109-86 0,0 0 0,-28 12 0,31-17 0,0 0 0,2 1 0,-1 1 0,-26 23 0,30-22-1365,1-3-5461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6:14:18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722 979 24575,'-1'1'0,"1"1"0,0-1 0,-1 0 0,0 0 0,1 0 0,-1 0 0,0 1 0,1-1 0,-1 0 0,0 0 0,0 0 0,0-1 0,0 1 0,0 0 0,0 0 0,0 0 0,0-1 0,-1 1 0,1 0 0,0-1 0,-2 1 0,-29 11 0,30-11 0,-55 13 0,-89 11 0,85-18 0,-42 7 0,87-11 0,0 0 0,0 0 0,0-2 0,0 0 0,-1 0 0,1-2 0,-32-5 0,42 5 0,0 0 0,0-1 0,0 0 0,1 0 0,-1-1 0,1 1 0,-1-1 0,1-1 0,0 1 0,0-1 0,1 1 0,-1-2 0,1 1 0,0 0 0,0-1 0,0 0 0,0 1 0,1-2 0,0 1 0,0 0 0,0-1 0,1 1 0,-4-12 0,-4-33 0,2-1 0,2 1 0,2-1 0,6-103 0,-1 49 0,0 92 0,0 0 0,1 0 0,0 0 0,1 0 0,0 0 0,1 0 0,0 1 0,2 0 0,-1 0 0,12-19 0,7-4 0,55-63 0,-69 86 0,18-22 0,-16 18 0,2 0 0,28-26 0,-29 31 0,0 0 0,0 2 0,1-1 0,0 1 0,1 1 0,0 1 0,0 0 0,1 1 0,0 1 0,0 0 0,0 1 0,0 0 0,1 2 0,21-1 0,-10 2 0,1-1 0,-1 2 0,38 4 0,-58-2 0,1-1 0,0 1 0,-1 1 0,1 0 0,-1 0 0,0 0 0,1 1 0,-2 0 0,1 1 0,-1 0 0,12 9 0,-1 2 0,-1 1 0,-1 0 0,0 1 0,-1 1 0,19 32 0,-27-38 0,0 0 0,-1 1 0,-1 0 0,0 0 0,-1 1 0,0-1 0,-1 1 0,-1 0 0,0 0 0,-1 15 0,0 61 0,-5 157 0,2-237 0,0 0 0,-1 0 0,0 0 0,-1 0 0,-7 15 0,6-13 0,0-1 0,0 1 0,-3 19 0,-1 13 0,-21 58 0,19-69 0,9-29 0,0-1 0,0 0 0,0 1 0,-1-1 0,0 0 0,1 0 0,-1 0 0,-1-1 0,1 1 0,0-1 0,-1 0 0,0 0 0,0 0 0,0 0 0,0 0 0,0-1 0,0 0 0,-1 0 0,1 0 0,-1-1 0,1 1 0,-1-1 0,0 0 0,-6 0 0,-15 2 0,1-1 0,-1-1 0,-38-5 0,14 1 0,-23 4 0,-59-3 0,108-3-80,24 5 85,0 0 0,0-1-1,0 1 1,-1 0 0,1 0 0,0 0 0,0 0 0,0-1 0,-1 1 0,1 0 0,0 0-1,0 0 1,0-1 0,0 1 0,0 0 0,0 0 0,-1 0 0,1-1 0,0 1-1,0 0 1,0 0 0,0-1 0,0 1 0,0 0 0,0 0 0,0-1 0,0 1 0,0 0-1,0 0 1,0-1 0,0 1 0,0 0 0,0 0 0,0 0 0,1-1 0,-1 1-1,0 0 1,0 0 0,0-1 0,0 1 0,3-3-170,0 1 0,0-1 0,0 1 0,0 0 0,0 0 0,1 0 0,-1 1 0,5-3 0,9-2-6661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05T17:32:55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4:59:51.5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0 620 24575,'7'4'0,"-1"1"0,1 0 0,-1 0 0,-1 0 0,1 1 0,8 10 0,7 7 0,-11-13 0,284 288 0,-270-268 0,13 14 0,-35-41 0,1-1 0,0 1 0,0-1 0,0 0 0,0 0 0,0 0 0,0 0 0,0-1 0,1 1 0,-1-1 0,0 0 0,5 1 0,-6-2 0,0 0 0,0-1 0,0 1 0,0 0 0,0-1 0,0 0 0,0 0 0,0 1 0,0-1 0,0 0 0,0 0 0,0-1 0,-1 1 0,1 0 0,-1-1 0,1 1 0,-1-1 0,3-2 0,27-37 0,-25 32 0,53-82 0,-32 47 0,35-44 0,-20 31 0,-2-3 0,64-126 0,-78 137 0,-4 7 0,25-65 0,-33 71 0,29-49 0,1-4 0,-39 79-102,0 0 0,0 1 0,1 0 0,1 0-1,0 1 1,11-13 0,-11 14-548,0-1-6176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4:59:52.3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24575,'5'1'0,"0"0"0,0 0 0,0 0 0,-1 0 0,1 1 0,0 0 0,-1 0 0,1 0 0,-1 0 0,0 1 0,0 0 0,0 0 0,0 0 0,0 0 0,0 1 0,-1-1 0,0 1 0,4 5 0,7 10 0,0 2 0,15 30 0,-23-40 0,57 94 0,110 138 0,-121-164 0,-37-54 0,0-1 0,32 36 0,-16-19 0,-25-32 0,0 0 0,1-1 0,0 0 0,16 15 0,-21-22 0,1 1 0,-1 0 0,1 0 0,0-1 0,0 0 0,0 1 0,0-1 0,0 0 0,0-1 0,0 1 0,0 0 0,1-1 0,-1 0 0,0 0 0,0 0 0,0 0 0,0 0 0,1-1 0,-1 1 0,0-1 0,3-1 0,27-11 0,-1-1 0,-1-1 0,48-33 0,-63 38 0,165-112-400,-35 20 106,169-129 988,-306 224-694,1 0 0,-1 1 0,12-5 0,-13 7 0,0 0 0,0 0 0,0-1 0,-1-1 0,14-11 0,-16 11-195,1 0 0,-1 1 0,1-1 0,1 1 0,-1 1 0,10-6 0,-3 4-6631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4:59:53.2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97 1 24575,'1'60'0,"-12"272"0,5-274 0,1 6 0,-3-1 0,-18 64 0,9-38 0,-2 5 0,18-90 0,0 0 0,0 0 0,0 0 0,0 0 0,1 0 0,-1 0 0,1 0 0,0 7 0,1-11 0,-1 1 0,0-1 0,0 1 0,0 0 0,1-1 0,-1 1 0,0-1 0,1 1 0,-1-1 0,0 1 0,1-1 0,-1 1 0,0-1 0,1 0 0,-1 1 0,1-1 0,-1 1 0,1-1 0,-1 0 0,1 0 0,0 1 0,-1-1 0,1 0 0,1 1 0,0-1 0,0 0 0,0 0 0,0 0 0,0 0 0,0 0 0,0 0 0,0-1 0,0 1 0,3-2 0,34-13-222,-2-1 0,1-2 0,49-33 0,-1 1-37,21-5 259,48-26 0,107-53 0,-171 90 0,46-37-244,-17 10-158,-99 60 464,0 1 0,1 2 0,45-13 0,-63 20 42,4 0-109,0-1-1,0-1 1,-1 1-1,9-5 1,-5 1-6718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01:15.6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32 24575,'151'133'0,"-52"-50"0,34 23 0,-124-99 0,0-1 0,1 0 0,0-1 0,0 0 0,1-1 0,-1 0 0,1-1 0,13 3 0,-19-5 0,0 0 0,0 0 0,-1-1 0,1 0 0,0 0 0,0 0 0,0 0 0,0-1 0,-1 0 0,1 0 0,0 0 0,-1-1 0,1 1 0,-1-1 0,1 0 0,-1-1 0,0 1 0,0-1 0,0 0 0,7-6 0,64-68 0,-58 58 0,20-29 0,-6 6 0,-21 31 0,-2 0 0,0-1 0,0 1 0,-1-1 0,0-1 0,-1 1 0,-1-1 0,0-1 0,4-15 0,-2-4-1365,-4 18-5461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01:16.2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1 243 24575,'2'1'0,"1"0"0,-1 0 0,1 0 0,-1 1 0,0-1 0,0 1 0,1-1 0,-1 1 0,0 0 0,0 0 0,0 0 0,-1 0 0,1 0 0,2 4 0,4 3 0,90 108 0,-66-76 0,93 104 0,-115-135 0,0-1 0,1 0 0,13 9 0,22 19 0,-45-36 0,0 1 0,0-1 0,1 1 0,-1-1 0,0 0 0,1 0 0,-1 0 0,1 0 0,0 0 0,-1 0 0,1 0 0,0 0 0,-1-1 0,1 1 0,0 0 0,0-1 0,0 0 0,-1 1 0,1-1 0,0 0 0,0 0 0,0 0 0,0 0 0,0 0 0,-1-1 0,1 1 0,0-1 0,0 1 0,0-1 0,-1 1 0,1-1 0,0 0 0,-1 0 0,1 0 0,-1 0 0,1 0 0,-1 0 0,1-1 0,1-1 0,5-6 0,-1 0 0,-1 0 0,1-1 0,-1 0 0,5-13 0,-3 7 0,7-6 0,0 1 0,1 1 0,1 0 0,1 1 0,38-32 0,6-6 0,24-25 0,-33 33 0,58-69 0,-92 95 0,-8 10 0,1-1 0,-2-1 0,12-20 0,-16 22-1365,-1 2-5461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01:17.1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1 237 24575,'-1'17'0,"1"0"0,1 0 0,1 0 0,1 0 0,0 0 0,1-1 0,1 1 0,0-1 0,1 0 0,1 0 0,14 23 0,31 62 0,-42-78 0,1-1 0,1 0 0,1-1 0,0 0 0,2-1 0,17 19 0,-29-36 0,-1-1 0,0 0 0,1 0 0,0 0 0,-1-1 0,1 1 0,0-1 0,0 1 0,0-1 0,0 0 0,0 0 0,0 0 0,0 0 0,0-1 0,0 1 0,6-1 0,-4 0 0,0-1 0,0 0 0,0 0 0,0 0 0,0-1 0,0 1 0,-1-1 0,1 0 0,7-5 0,5-5 0,-1 0 0,0-1 0,-1-1 0,16-18 0,-25 26 0,209-247 0,-181 207 0,-2-1 0,-2-1 0,40-87 0,-67 126-151,0-1-1,-1 0 0,0 0 0,0 0 1,-1 0-1,0 0 0,-1 0 1,0-11-1,-1 6-6674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05:43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24575,'2'45'-211,"11"59"0,-1-7-244,-7-34 317,26 241 100,42 428-1773,-65-605 1811,29 151 0,21 195 0,8 42 0,24 159-1111,-78-556 1170,8 206 737,-21-203 2324,-1-110-2949,-4-15 0,-6-18-1878,6 9-5119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55:55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24575,'4'0'0,"6"0"0,6 0 0,4 0 0,3 0 0,2 0 0,2 0 0,-1 0 0,1 0 0,0 0 0,-1 0 0,0 0 0,0 0 0,-4 0-8191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00:45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2816 36 24575,'-8'1'0,"-1"1"0,1 0 0,-1 0 0,1 1 0,0 0 0,-1 0 0,1 1 0,1 0 0,-1 0 0,-12 9 0,-25 14 0,3-4-108,0 2 0,2 1 0,-65 58-1,-3 2-222,-472 369-3691,417-315 3298,6 6 0,7 7 1,-185 242-1,232-257 420,6 5 0,-84 167 0,80-105 304,-123 357 0,193-462 0,-46 138 0,51-169 339,4 2 0,3 1 0,3 0 0,-12 135 0,21-93-148,-5 199 5379,11-236-5268,-1-30-93,3 0-1,1 0 1,12 61 0,6-7-209,-11-46 0,3-2 0,19 55 0,15 12 0,23 66 0,-3-15 0,-8-22 0,-37-100 0,1 0 0,33 48 0,-17-29 0,164 296 0,-156-277 0,34 58 0,-55-103 7,90 139-103,-60-95-155,21 28 53,7 9 418,26 34 98,84 119-318,-181-258 0,0-1 0,2 0 0,19 19 0,18 22 0,-41-45 0,24 21 0,2 5 0,-25-27 0,1-1 0,1 0 0,16 12 0,23 21 0,-32-26 0,0-1 0,40 25 0,0-1 0,-17-9 0,58 30 0,-50-28 0,-37-23 0,1-1 0,23 13 0,65 31 0,-58-30 0,0-1 0,55 19 0,59 17 0,87 26 0,180 11 0,-356-83 0,234 34 0,-105-25-350,89 6-255,13-16 605,315-4 0,-378-10 0,-163 0-85,135-23 0,71-33-122,-47-8 207,-100 13 0,-25 9 0,-42 18-122,0-3 1,-2-3-1,-2-2 1,-1-3 0,-1-3-1,97-84 1,-20 14-62,-17 14 196,191-160-712,17-14-55,-66 47 627,-202 172 134,37-29 86,138-149 1,-114 77 574,-62 77-96,5-17 738,-28 36-1333,44-62 225,-5-3-1,73-160 1,-107 191-235,-4-2 0,47-179 0,-11-172-1575,-47-146 1608,-26 321-227,-3-212-319,-1 419 546,-3 1 0,-24-104 0,6 72 0,-38-90 0,23 77-171,-100-230-870,-31 32 1041,118 216 0,-8-19-11,-95-146 122,1 18-111,91 135 0,-53-54 0,16 26 0,64 78 0,-2 2 0,-3 2 0,-76-68 0,-56-50 1573,112 118-367,41 31-496,-34-29-1,8 3-709,-1 3 0,-90-53 0,130 85 0,-298-162 0,82 77 0,126 55 0,-109-39 0,162 60 0,0 2 0,-1 3 0,-75-8 0,-139 9 0,-8 7-350,-159 3-357,-142 55 704,261-18-291,-69-31 294,225-10 1041,73 0-963,-84 4 157,116 7-235,35-7 0,-1 1 0,-19 0 0,4 0 0,1 1 0,-1 1 0,-28 9 0,-4 1 0,14-6 0,-1-1 0,0-2 0,-52-1 0,-156-6-1365,239 1-5461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00:46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206 221 24575,'-4'0'0,"1"1"0,-1-1 0,1 1 0,-1 0 0,1 0 0,0 0 0,-1 1 0,1-1 0,0 1 0,0 0 0,0 0 0,0 0 0,0 0 0,0 0 0,0 1 0,1-1 0,-1 1 0,-2 4 0,-5 7 0,1-1 0,-13 27 0,13-23 0,-1 2 0,4-7 0,-1 0 0,0-1 0,-9 11 0,10-14 0,1 0 0,0 1 0,1-1 0,0 1 0,0 0 0,1 0 0,0 0 0,0 0 0,1 1 0,-1 13 0,-1 13 0,2 49 0,2-78 0,1-1 0,-1 1 0,1-1 0,0 1 0,1-1 0,-1 0 0,1 1 0,4 7 0,0-4 0,-1-1 0,2 1 0,-1-1 0,9 8 0,-9-9 0,1 0 0,0 0 0,0-1 0,0 0 0,1-1 0,0 1 0,0-2 0,1 1 0,0-1 0,16 7 0,-17-8 0,-1-1 0,-1 1 0,1 0 0,0 1 0,7 6 0,-7-5 0,0-1 0,0 0 0,0 0 0,11 5 0,-1-4 0,1-1 0,-1 0 0,1-1 0,0-1 0,0 0 0,33-1 0,-27-1 0,56 6 0,40 2 0,-111-9 0,8 0 0,0 0 0,31-6 0,-42 5 0,1-1 0,-1 0 0,1 0 0,-1-1 0,0 0 0,0 0 0,0-1 0,0 0 0,-1 1 0,7-7 0,-5 4 0,-1 0 0,1 0 0,-1 0 0,0-1 0,-1 0 0,0 0 0,0-1 0,0 0 0,-1 0 0,0 0 0,0 0 0,-1 0 0,0-1 0,-1 1 0,0-1 0,0 0 0,-1 0 0,0 0 0,0-10 0,-1-65 0,0 37 0,8-72 0,-4 93 0,-2 0 0,0 0 0,-3-35 0,0 50 0,0 1 0,-1-1 0,0 1 0,-1-1 0,0 1 0,-1 0 0,0 0 0,0 1 0,-1-1 0,-12-17 0,-1 4 0,11 12 0,0 1 0,0 1 0,-1-1 0,-1 2 0,0-1 0,-17-13 0,-15-4 0,-58-28 0,17 22 0,48 21-1365,20 7-5461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00:47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649 1 24575,'-8'0'0,"-50"-1"0,-89 12 0,135-9 0,-5 0 0,0 1 0,-1 1 0,2 0 0,-22 9 0,-10 6 0,27-11 0,1 0 0,0 1 0,1 1 0,-25 17 0,23-12 0,12-9 0,1 0 0,0 0 0,0 1 0,1 0 0,-1 0 0,1 0 0,-11 17 0,10-10 0,1 0 0,1 0 0,0 1 0,1 0 0,0 0 0,2 0 0,-1 0 0,0 18 0,0 16 0,4 62 0,2-47 0,-1-49 0,0-1 0,1 1 0,1 0 0,1-1 0,0 0 0,1 0 0,11 24 0,-12-32 0,1 1 0,-1-1 0,1 0 0,0 0 0,1-1 0,0 1 0,0-1 0,0-1 0,0 1 0,12 6 0,10 8 0,-22-15 0,1 0 0,-1 0 0,0 0 0,1-1 0,0 0 0,0-1 0,0 1 0,0-1 0,0-1 0,0 1 0,0-1 0,15 0 0,36 5 0,55 4 0,-88-10 0,-1-1 0,34-6 0,-46 5 0,0-1 0,-1-1 0,1 0 0,-1 0 0,0-1 0,20-12 0,-8 3 0,0-1 0,-1-1 0,0-1 0,26-28 0,-35 31 0,-5 7 0,-1-1 0,0 0 0,0 0 0,0-1 0,-1 0 0,-1 0 0,1-1 0,-2 1 0,8-20 0,3-12 0,-11 34 0,-1 0 0,-1 0 0,1-1 0,-1 0 0,0 1 0,0-11 0,1-38 0,-7-76 0,3 125 0,0 0 0,-1-1 0,0 1 0,0 0 0,0 0 0,-1 0 0,0 0 0,-1 1 0,0-1 0,-4-6 0,-8-7 0,-29-30 0,13 16 0,18 18-1365,2 2-5461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00:48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87 284 24575,'-8'0'0,"2"0"0,0 0 0,0 0 0,0 0 0,0 1 0,0 0 0,-11 3 0,15-3 0,1 0 0,-1 0 0,0 0 0,1 0 0,-1 1 0,1-1 0,-1 0 0,1 1 0,0-1 0,-1 1 0,1 0 0,0-1 0,0 1 0,0 0 0,0 0 0,1-1 0,-1 1 0,0 0 0,1 0 0,-1 0 0,1 0 0,0 0 0,-1 0 0,1 4 0,0 135 0,2-57 0,-1-59 0,0 1 0,2-1 0,1 0 0,0 0 0,2 0 0,1-1 0,1 1 0,19 38 0,-8-21 0,-7-14 0,16 27 0,-22-46 0,2 0 0,-1 0 0,1-1 0,12 10 0,-2-1 0,-12-12 0,0 0 0,0 0 0,1 0 0,-1-1 0,1 0 0,0 0 0,0 0 0,1-1 0,-1 0 0,1-1 0,13 3 0,-4-2 0,0-2 0,1 0 0,-1-1 0,25-3 0,-35 2 0,0 0 0,0-1 0,-1 0 0,1 0 0,0 0 0,-1-1 0,1 0 0,7-5 0,48-37 0,-21 14 0,-11 10 0,0-1 0,-2-2 0,44-45 0,-63 60 0,-1-1 0,0-1 0,-1 1 0,0-1 0,-1 0 0,0-1 0,-1 0 0,0 0 0,-1 0 0,0 0 0,-1-1 0,0 1 0,-1-1 0,1-15 0,-5-185 0,0 65 0,1 139 0,0-1 0,-1 0 0,0 0 0,0 1 0,-1-1 0,-1 1 0,1 0 0,-2 0 0,1 0 0,-1 0 0,0 1 0,-1 0 0,0 0 0,0 0 0,-1 1 0,-8-8 0,-17-18 0,25 24 0,-1 1 0,0 0 0,0 1 0,0-1 0,-13-7 0,-35-17-1365,43 27-5461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00:55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514 1 24575,'-15'0'0,"0"0"0,0 2 0,0 0 0,1 0 0,-1 1 0,0 1 0,1 1 0,0 0 0,0 1 0,0 0 0,1 1 0,-23 16 0,17-10 0,5-4 0,0 1 0,0 0 0,1 1 0,-22 25 0,-17 17 0,38-39 0,0-1 0,-21 29 0,24-24 0,0-1 0,2 2 0,0-1 0,1 1 0,1 1 0,1-1 0,0 1 0,2 0 0,0 1 0,1-1 0,1 1 0,2 35 0,0-18 0,-1 2 0,6 41 0,-3-69 0,0 1 0,0-1 0,1 0 0,1 0 0,0 0 0,1-1 0,10 19 0,1-1 0,-9-17 0,0 1 0,0-1 0,1-1 0,0 1 0,1-1 0,1-1 0,0 0 0,13 11 0,150 109 0,-151-116 0,1 0 0,0-1 0,0-1 0,2-1 0,-1-2 0,1 0 0,1-2 0,0 0 0,26 2 0,28 0 0,130-4 0,-168-5 0,-38 0 0,1 0 0,-1 0 0,1 0 0,-1-1 0,1 0 0,-1 0 0,0 0 0,0 0 0,1-1 0,-1 0 0,7-4 0,-9 4 0,1 0 0,0 0 0,-1-1 0,0 1 0,0-1 0,1 0 0,-2 1 0,1-1 0,0 0 0,0 0 0,-1 0 0,0-1 0,0 1 0,0 0 0,0 0 0,1-4 0,13-87 0,-4 0 0,-4-1 0,-9-152 0,-1 213 0,-2 0 0,-2 0 0,-1 1 0,-1 0 0,-2 0 0,-1 1 0,-2 1 0,-1 0 0,-26-40 0,32 58 0,-1 0 0,-16-15 0,-12-15 0,30 31 0,-1 1 0,0 1 0,-1 0 0,0 0 0,-1 1 0,-19-14 0,22 19 0,0-1 0,0 1 0,-1 0 0,0 1 0,0-1 0,0 2 0,0 0 0,0 0 0,0 0 0,-18 0 0,-110 4-1365,123-2-5461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00:56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1 24575,'-4'1'0,"0"0"0,0 1 0,0 0 0,0 0 0,1 0 0,-1 0 0,1 1 0,-6 4 0,0 0 0,4-3 0,0 0 0,1 0 0,0 1 0,-1 0 0,1 0 0,1 0 0,-5 7 0,5-6 0,-1 0 0,-1 0 0,1-1 0,-1 1 0,-10 8 0,-70 57-1365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00:56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24575,'3'1'0,"0"1"0,-1 0 0,1 0 0,-1 0 0,1 0 0,-1 0 0,0 0 0,0 1 0,0-1 0,0 1 0,0 0 0,2 5 0,64 112 0,-62-111 0,1 0 0,13 13 0,-13-15 0,-1 0 0,0 1 0,0-1 0,6 11 0,-3-2-455,0 0 0,24 30 0,-25-37-6371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00:57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313 1 24575,'2'137'0,"-4"155"0,-27-37 0,21-194 0,-86 566-6844,60-333 13688,28-214-6844,5 114 0,2-88 0,-1-102 0,1-2 0,-1 0 0,0 0 0,0 1 0,0-1 0,0 0 0,-1 0 0,1 0 0,0 0 0,-1 0 0,0 0 0,1 0 0,-1 0 0,0 0 0,-1 2 0,0-4 0,1-1 0,-1 0 0,1 1 0,0-1 0,-1 0 0,1 0 0,0 0 0,0 0 0,0 0 0,0 0 0,0 0 0,0 0 0,0-1 0,0 1 0,-1-2 0,0 0 0,-10-10 41,-79-97-1447,81 96-5420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00:57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0 211 24575,'0'12'0,"1"-1"0,0 0 0,0 1 0,1-1 0,0 0 0,1 0 0,5 12 0,10 22 0,-7-19 0,11 41 0,-22-64 0,1-1 0,0 1 0,0 0 0,0-1 0,0 1 0,0 0 0,1-1 0,-1 0 0,1 1 0,0-1 0,-1 0 0,1 0 0,0 0 0,0 0 0,1 0 0,-1 0 0,0 0 0,1-1 0,-1 1 0,1-1 0,-1 0 0,1 0 0,0 0 0,-1 0 0,1 0 0,0-1 0,0 1 0,-1-1 0,1 1 0,0-1 0,0 0 0,0 0 0,0-1 0,3 1 0,3-2 0,0 0 0,0 0 0,0 0 0,-1-1 0,1 0 0,0-1 0,-1 0 0,0 0 0,11-8 0,14-14 0,-1-1 0,-2-2 0,50-59 0,-37 33 0,54-93 0,-52 68-1365,-39 69-5461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00:58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 57 24575,'-2'0'0,"-1"1"0,1-1 0,-1 1 0,1 0 0,-1 0 0,1 0 0,0 1 0,-1-1 0,1 0 0,0 1 0,0 0 0,0-1 0,0 1 0,0 0 0,0 0 0,1 0 0,-1 0 0,1 0 0,-3 4 0,-3 7 0,0-1 0,-6 17 0,-72 200 0,77-202 0,1 2 0,1-1 0,-2 46 0,5 88 0,4-114 0,-1-41 0,0-1 0,1 0 0,0 0 0,0 0 0,0 0 0,1 0 0,0 0 0,0 0 0,1 0 0,-1 0 0,1-1 0,1 0 0,-1 1 0,1-1 0,0 0 0,0-1 0,7 8 0,-1-4 0,0-1 0,0 0 0,1 0 0,-1-1 0,1-1 0,1 0 0,22 7 0,-17-6 0,0-2 0,0 0 0,0-1 0,1-1 0,30 0 0,-15-2 0,-19 1 0,1-1 0,-1 0 0,0-1 0,1-1 0,-1 0 0,0-1 0,0 0 0,20-8 0,-7-1 0,-20 9 0,1 0 0,-1 0 0,0-1 0,0 1 0,-1-2 0,1 1 0,-1-1 0,0 0 0,0 0 0,9-10 0,49-53 0,-53 53 0,-1 0 0,-1 0 0,0-1 0,-1 0 0,-1 0 0,0-1 0,-1 0 0,7-34 0,-8 22 0,-1 0 0,-2-1 0,-1 1 0,-4-51 0,0 59 0,-1 0 0,0 1 0,-2-1 0,0 1 0,-1 0 0,-11-19 0,0 4 0,-1 1 0,-33-42 0,47 70 0,-1 0 0,0 1 0,-1-1 0,1 1 0,-1 0 0,0 1 0,0 0 0,0 0 0,-1 0 0,1 1 0,-17-5 0,-10-5 0,20 9 0,0 0 0,-1 2 0,1-1 0,-1 2 0,0 0 0,0 0 0,1 2 0,-16 1 0,-17 0 0,-21-2-1365,53 0-5461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01:00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24575,'0'10'0,"1"1"0,0-1 0,0 0 0,1 0 0,1 1 0,0-1 0,0-1 0,1 1 0,6 11 0,4 4 0,2-1 0,19 23 0,-32-43 0,22 34 0,-18-26 0,1 0 0,13 14 0,-10-11 112,1 0 1,8 16-1,-11-17-538,0-1 1,0 0-1,16 16 1,-17-21-6401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01:00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1 110 24575,'0'-2'0,"0"1"0,1 0 0,-1-1 0,1 1 0,-1 0 0,1-1 0,-1 1 0,1 0 0,0-1 0,0 1 0,0 0 0,0 0 0,-1 0 0,2 0 0,-1 0 0,0 0 0,0 0 0,2-1 0,26-15 0,-25 15 0,8-3 0,1 0 0,0 0 0,1 1 0,22-3 0,14-4 0,-31 5-682,30-12-1,-40 12-6143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01:01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24575,'1'6'0,"-1"-1"0,1 1 0,0 0 0,1-1 0,-1 1 0,1-1 0,0 0 0,0 1 0,1-1 0,0 0 0,0 0 0,0 0 0,0-1 0,8 8 0,6 6 0,1-2 0,25 19 0,2 1 0,-21-16 0,2-2 0,0 0 0,48 23 0,-6-3 0,204 125 0,-37-27-728,85 36 728,-108-63 0,-157-80 0,17 10 0,91 63 0,-141-85 243,2-1-1,45 23 1,-60-33-243,1-1 0,-2 2 0,1-1 0,-1 1 0,0 0 0,8 10 0,-6-7 0,0 0 0,22 15 0,-13-11 0,24 23 0,12 7 0,-2-2 0,-1 3 0,58 63 0,-35-33 0,137 132 0,-92-104 0,-108-94 0,0 0 0,0-1 0,1-1 0,1 0 0,14 6 0,-10-5 0,86 38 0,-87-37 0,0 0 0,-1 2 0,23 16 0,-22-14 0,0-1 0,29 15 0,17 7 0,-41-21 0,1-1 0,44 17 0,-42-22 0,-15-4 0,0-1 0,-1 1 0,1 1 0,-1 0 0,0 0 0,0 1 0,0 0 0,14 12 0,-1 1 0,1-1 0,0-1 0,33 16 0,-33-23-1365,-13-7-5461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01:01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442 0 24575,'1'6'0,"1"-1"0,-1 1 0,2 0 0,-1-1 0,0 0 0,1 1 0,0-1 0,0 0 0,1-1 0,-1 1 0,6 4 0,4 9 0,0 0 0,26 26 0,-12-13 0,-18-20 0,-2 0 0,0 1 0,0-1 0,5 15 0,19 32 0,8 5 0,-39-62 0,1 0 0,0 0 0,0 0 0,-1 0 0,1 1 0,0-1 0,-1 0 0,0 1 0,1-1 0,-1 0 0,0 1 0,1-1 0,-1 0 0,0 1 0,0-1 0,0 1 0,0-1 0,-1 0 0,1 1 0,0-1 0,0 0 0,-2 3 0,1-3 0,0 1 0,0 0 0,0-1 0,-1 1 0,1-1 0,-1 1 0,1-1 0,-1 1 0,0-1 0,1 0 0,-1 0 0,0 0 0,-3 1 0,-5 2 0,0-1 0,0 0 0,-1 0 0,-18 1 0,-70 2 0,-102-6 0,77-2 0,-29 2-1365,139 0-5461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01:02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2 431 24575,'-1'-84'0,"3"-89"0,-2 168 0,1 0 0,-1 0 0,1 0 0,0 0 0,1 0 0,-1 0 0,1 0 0,0 1 0,0-1 0,0 0 0,1 1 0,-1 0 0,1 0 0,0-1 0,1 2 0,-1-1 0,1 0 0,0 1 0,7-6 0,14-9 0,-20 13 0,1 0 0,1 1 0,-1 0 0,0 0 0,1 0 0,0 1 0,0 0 0,0 0 0,14-3 0,29 0 0,-15 1 0,49-1 0,-40 4 0,-27 1 0,0 1 0,0 0 0,0 1 0,22 4 0,-36-4-72,0 0 1,0 1-1,-1-1 0,1 0 0,0 1 0,-1 0 0,1-1 0,-1 1 1,0 0-1,0 0 0,1 0 0,-1 1 0,0-1 0,-1 0 0,1 1 1,0-1-1,-1 1 0,2 4 0,2 3-6754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01:10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24575,'5'0'0,"-1"1"0,1-1 0,-1 1 0,0 0 0,1 0 0,-1 0 0,0 1 0,0-1 0,0 1 0,0 0 0,0 1 0,0-1 0,-1 0 0,4 4 0,5 5 0,-1 0 0,17 21 0,11 11 0,-4-12 0,-2-2 0,34 39 0,-27-28 0,0-1 0,70 50 0,-58-49 0,-7-6 0,-24-19 0,0 1 0,23 24 0,-27-23 0,29 20 0,-1 1 0,30 26 0,56 55 0,30 39 0,0 15 0,-150-160 0,-4-6 0,0 1 0,-1-1 0,0 1 0,-1 1 0,0-1 0,0 1 0,7 18 0,-9-20 0,1 1 0,0-1 0,0 0 0,1 0 0,0-1 0,0 1 0,11 9 0,18 26 0,-31-39 0,0 1 0,0-1 0,0 0 0,0 0 0,1 0 0,-1 0 0,1 0 0,0-1 0,0 0 0,4 2 0,-3-2 0,-1 1 0,0-1 0,0 1 0,0-1 0,0 1 0,0 1 0,0-1 0,-1 0 0,4 6 0,-3-4 0,0-1 0,0 0 0,1 1 0,-1-1 0,1-1 0,0 1 0,0-1 0,0 0 0,9 4 0,-8-4 0,0 0 0,0 1 0,-1-1 0,1 1 0,-1 0 0,0 0 0,0 1 0,5 5 0,7 9 0,0-1 0,2-1 0,0 0 0,2-1 0,29 17 0,-22-14 0,54 24-1365,-71-36-5461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01:11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1581 24575,'2'-5'0,"0"1"0,0-1 0,1 1 0,-1 0 0,1 0 0,0 0 0,0 0 0,0 1 0,0-1 0,6-3 0,-5 3 0,81-81 0,11 5 0,115-134-660,175-209-905,-350 377 1428,-1 0-1,-3-3 1,42-82-1,-18 26 83,-32 62 1031,34-83 0,-8-10-98,-38 92-2243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01:12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1539 1 24575,'-1'2'0,"0"1"0,-1-1 0,1 0 0,-1 0 0,0 1 0,0-1 0,0 0 0,0-1 0,0 1 0,0 0 0,0 0 0,0-1 0,-4 2 0,1 0 0,-7 7 0,1 0 0,0 1 0,0 0 0,-14 21 0,-15 16 0,-39 25 0,-2-3 0,-101 66 0,161-122 0,-233 157 0,180-124 0,-73 39 0,26-18 0,95-54 0,0-1 0,-1-2 0,0-1 0,-36 9 0,58-17 0,-19 6 0,1 2 0,0 1 0,-28 17 0,23-12 0,10-6 171,-30 23 0,44-29-314,-1-1 1,1 1 0,0 0 0,0 1-1,0-1 1,0 0 0,1 1 0,0 0 0,0 0-1,0 0 1,-2 7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01:12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24575,'1083'0'-1055,"-1005"4"823,84 14-1,-70-6 229,48 6 1528,-129-16-1446,1 0 0,-1 1-1,16 6 1,15 5-1754,-29-12-5150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05:29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24575,'13'1'0,"0"1"0,-1 0 0,1 1 0,-1 0 0,1 1 0,14 7 0,-9-4 0,32 8 0,3-6 0,102 4 0,56-13 0,-78-2 0,-115 3 137,-13-1-245,-1 1 1,1-1 0,0 0 0,-1 0-1,1 0 1,0-1 0,-1 1 0,1-1-1,0 0 1,-1 0 0,1-1-1,-1 0 1,5-2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05:29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1 24575,'-3'4'0,"1"-1"0,0 1 0,0 0 0,0 0 0,0 0 0,0 0 0,1 1 0,0-1 0,0 0 0,0 1 0,0 4 0,-4 17 0,-14 34 0,3 1 0,-10 75 0,21-104 0,-15 48 0,13-53 0,0 0 0,-4 44 0,-7 48 0,11-82 0,2-1 0,-1 45 0,5-13 0,4 92 0,-3-153 0,2-1 0,-1 0 0,1 1 0,0-1 0,0 0 0,1 0 0,0-1 0,0 1 0,6 9 0,5 3 0,21 23 0,-28-33 0,0-2 0,0 1 0,0-1 0,0-1 0,1 1 0,0-1 0,0-1 0,13 7 0,66 18 0,-23-8 0,-43-13 0,0-1 0,1-2 0,-1 0 0,1-1 0,0-1 0,0-1 0,25-1 0,-12-1 0,67-3 0,-87 1 0,0 0 0,0-1 0,-1-1 0,27-9 0,-7 0 0,-19 7 0,29-14 0,-39 17 0,0 0 0,0-1 0,0 1 0,-1-1 0,1-1 0,-1 1 0,0 0 0,7-10 0,5-10-1365,-8 14-5461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05:30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 24575,'48'0'0,"65"-10"0,38-7 0,-66 10 0,-53 5 0,35-6 0,-65 7-76,0 1 1,0-1-1,0 1 0,1 0 0,-1-1 0,0 1 0,0 0 0,0 0 1,1 1-1,-1-1 0,0 0 0,0 1 0,0-1 0,0 1 1,0 0-1,0-1 0,3 3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05:30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24575,'109'-9'0,"-72"4"0,40 1 0,-57 4 91,-2 1-455,-1-1 0,0-1 0,30-5 0,-32 2-6462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05:31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89 24575,'2'-1'0,"0"0"0,0 0 0,0 0 0,0 0 0,0 0 0,-1-1 0,1 1 0,0-1 0,-1 1 0,1-1 0,2-3 0,7-6 0,2 3 0,-1 1 0,1 0 0,0 1 0,1 1 0,-1 0 0,1 1 0,0 0 0,0 1 0,23-2 0,14 1 0,70 5 0,-53 1 0,-10-4 0,-33 1 0,1 1 0,0 0 0,33 7 0,-49-5 0,1 1 0,-1 1 0,0 0 0,-1 1 0,16 8 0,42 33 0,-56-37 0,-1 1 0,-1 0 0,1 0 0,12 19 0,-1-1 0,-13-18 0,-1 0 0,0 1 0,0 0 0,-1 0 0,-1 0 0,0 1 0,0 0 0,3 17 0,-3-7 0,-2 0 0,-1 0 0,0 44 0,-2-33 0,0-7 0,-5 39 0,4-56 0,-1 0 0,0-1 0,-1 1 0,0-1 0,0 0 0,0 0 0,-1 0 0,-7 11 0,-4 1 0,-1-1 0,0-1 0,-1 0 0,-1-1 0,-1-1 0,-1 0 0,0-2 0,-1 0 0,-44 21 0,-61 38 0,-14 7 0,99-63 0,-61 17 0,73-25 0,27-9 0,1 0 0,0 1 0,0-1 0,0 0 0,0 1 0,-1-1 0,1 1 0,0 0 0,0-1 0,0 1 0,0 0 0,0-1 0,0 1 0,1 0 0,-3 2 0,3-3 0,0 1 0,0-1 0,0 0 0,0 1 0,0-1 0,0 1 0,0-1 0,0 1 0,0-1 0,0 0 0,0 1 0,1-1 0,-1 0 0,0 1 0,0-1 0,0 1 0,1-1 0,-1 0 0,0 1 0,0-1 0,1 0 0,-1 1 0,0-1 0,0 0 0,1 0 0,-1 1 0,0-1 0,1 0 0,0 0 0,2 3 0,1-1 0,0-1 0,0 1 0,0 0 0,0-1 0,0 0 0,6 1 0,46 3 4,110-5 0,-76-2-116,821 2-1149,-896 0-5565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05:32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24575,'0'494'-1365,"0"-479"-5461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05:33.7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0 24575,'-1'5'0,"0"0"0,0 0 0,-1 0 0,0 0 0,0 0 0,0 0 0,0-1 0,-1 0 0,0 1 0,0-1 0,-7 8 0,-6 10 0,3-1 0,-4 4 0,-14 32 0,27-50 0,0 1 0,-1-1 0,-1 1 0,-8 9 0,8-11 0,0 1 0,0 0 0,-8 15 0,14-21 0,-1 0 0,1 0 0,0 0 0,-1 0 0,1 0 0,0 0 0,-1-1 0,1 1 0,0 0 0,0 1 0,0-1 0,0 0 0,0 0 0,0 0 0,0 0 0,0 0 0,1 0 0,-1 0 0,0-1 0,0 1 0,1 0 0,0 2 0,0-1 0,1-1 0,-1 1 0,1-1 0,-1 0 0,1 0 0,-1 1 0,1-1 0,-1 0 0,1 0 0,0 0 0,2 0 0,7 3 0,0-1 0,0 0 0,17 1 0,-17-2 0,43 5 15,0-3 0,87-5 0,-51 0-1425,-76 1-5416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05:34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24575,'0'547'-1365,"0"-533"-5461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05:35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282 1 24575,'-1'21'0,"-1"0"0,-2-1 0,-6 29 0,4-29 0,2 1 0,0 0 0,0 28 0,3-7 0,3 70 0,-1-108 0,0 1 0,1-1 0,-1 0 0,1 0 0,0 0 0,0 0 0,0 0 0,0-1 0,1 1 0,-1 0 0,1-1 0,0 0 0,0 0 0,0 0 0,0 0 0,1 0 0,0 0 0,-1-1 0,1 0 0,0 0 0,0 0 0,4 1 0,3 2 0,1 0 0,0-1 0,0-1 0,0 0 0,0-1 0,21 2 0,-13-3 0,-1-1 0,-1 1 0,36 7 0,-30-3 0,-16-4 0,-1 0 0,1 1 0,0 0 0,-1 1 0,13 6 0,-18-8 0,0 1 0,1-1 0,-1 1 0,0 0 0,0 0 0,0 0 0,0 0 0,-1 0 0,1 1 0,-1-1 0,1 0 0,-1 1 0,0-1 0,0 1 0,0-1 0,0 1 0,0 0 0,-1 0 0,1-1 0,0 6 0,0 3 0,0 1 0,0 0 0,-1 0 0,-2 12 0,1-21 0,1 1 0,-1-1 0,0 0 0,1 0 0,-1 0 0,-1 0 0,1 0 0,0-1 0,-1 1 0,0 0 0,1 0 0,-1-1 0,0 1 0,0-1 0,-1 0 0,1 0 0,0 0 0,-1 0 0,-5 3 0,-7 4 0,0-1 0,-1-1 0,0 0 0,-24 5 0,-11 2 0,36-9 0,0 0 0,0-2 0,-1 0 0,-26 2 0,11-6 0,-1-1 0,-46-9 0,59 6 16,1 0 0,0-1-1,0-1 1,0-1 0,-29-18 0,-6-2-1476,35 19-5366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05:35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24575,'30'0'0,"0"1"0,47 8 0,-50-5 0,41 1 0,-40-4 0,37 6 0,-26-2 16,0-2 0,71-3-1,-43-1-1427,-52 1-5414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05:27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1 24575,'1'153'0,"-3"158"0,-14-154 0,-2 32 0,17-173 0,-1-1 0,0 1 0,-8 27 0,9-93 0,3 33 0,0 1 0,2 0 0,0 0 0,10-26 0,33-61 0,-32 71 0,9-14 0,3 2 0,63-82 0,-62 94 0,2 1 0,1 1 0,1 2 0,39-27 0,-32 25 0,-12 8 0,49-30 0,-49 36-1365,-16 10-5461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05:27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24575,'1'2'0,"-1"0"0,1 0 0,-1-1 0,1 1 0,0 0 0,0 0 0,-1 0 0,1 0 0,0-1 0,1 1 0,-1 0 0,0-1 0,2 2 0,24 24 0,-12-12 0,107 105 0,-107-107 0,-1 0 0,27 17 0,-21-17 0,20 20 0,-15-10 0,57 57 0,-49-47 0,-25-26 0,0 0 0,0 1 0,-1 0 0,0 0 0,0 1 0,7 13 0,8 8-737,-19-27 109,4 5-6198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05:28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24575,'1'0'0,"0"1"0,0-1 0,-1 0 0,1 1 0,0-1 0,0 1 0,-1-1 0,1 1 0,0-1 0,-1 1 0,1-1 0,-1 1 0,1 0 0,-1-1 0,1 1 0,-1 0 0,1-1 0,-1 1 0,0 0 0,1 0 0,-1 1 0,8 21 0,-7-20 0,4 19 0,0 0 0,-2 1 0,1 40 0,-4-40 0,2 1 0,0-1 0,9 34 0,7 6 0,-3 2 0,-2-1 0,-4 2 0,2 80 0,-2-26 0,-1 12 0,-8-106 0,1-15 0,-1 0 0,0 0 0,-2 11 0,2-22-20,0 0 0,0 0 0,0 0 0,0 0 0,0 0 0,0-1 0,-1 1 0,1 0 0,0 0-1,0 0 1,0 0 0,0 0 0,0 0 0,0 0 0,0-1 0,0 1 0,0 0 0,0 0 0,-1 0 0,1 0 0,0 0 0,0 0-1,0 0 1,0 0 0,0 0 0,0 0 0,-1 0 0,1 0 0,0 0 0,0 0 0,0 0 0,0 0 0,0 0 0,0 0 0,-1 0-1,1 0 1,0 0 0,0 0 0,0 0 0,0 0 0,0 0 0,-1 0 0,1 0 0,0 0 0,0 0 0,0 0 0,0 0 0,0 0-1,0 0 1,0 0 0,-1 0 0,1 1 0,0-1 0,0 0 0,0 0 0,0 0 0,0 0 0,0 0 0,0 0 0,0 0 0,0 1-1,0-1 1,0 0 0,0 0 0,0 0 0,0 0 0,0 1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05:28.5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2 24575,'77'-1'0,"86"3"0,-158-2 0,0 1 0,0 0 0,1 0 0,-1 1 0,0 0 0,-1-1 0,1 2 0,0-1 0,0 0 0,-1 1 0,5 3 0,4 5 0,0 1 0,12 13 0,14 14 0,-15-19 0,-2 2 0,39 45 0,-50-52 0,-1 0 0,0 1 0,-1 0 0,-1 1 0,0 0 0,6 22 0,-6-14 0,-2 1 0,-1 0 0,-1 0 0,-2 1 0,0 37 0,-2-27 0,0-6 0,-7 60 0,6-81 0,-1 0 0,-1 0 0,0-1 0,0 1 0,-1-1 0,0 0 0,-1 0 0,0 0 0,0 0 0,-7 7 0,11-15 0,-73 85 0,62-74 0,-1 1 0,-1-2 0,0 0 0,-21 13 0,25-19 0,0 0 0,-1-1 0,1 0 0,-1-1 0,0 0 0,0-1 0,-23 3 0,-82-5 0,54-2 0,-267 2-1365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55:48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520 0 24575,'-54'21'0,"29"-12"0,1 1 0,0 1 0,0 1 0,-42 28 0,-80 73 0,130-99 0,0 1 0,0 1 0,2 1 0,0 0 0,1 0 0,0 2 0,-10 21 0,18-30 0,0 0 0,1 0 0,0 0 0,1 1 0,0-1 0,0 1 0,1 0 0,1 0 0,0 0 0,0 0 0,1 0 0,1 0 0,0 0 0,0 0 0,1 0 0,4 12 0,-3-16 0,0 0 0,1-1 0,-1 0 0,1 0 0,1 0 0,-1-1 0,1 1 0,0-1 0,0 0 0,1 0 0,0-1 0,-1 0 0,1 0 0,13 6 0,10 4 0,0-1 0,31 8 0,-43-15 0,94 37 0,-67-25 0,2-1 0,-1-2 0,54 9 0,-81-20 0,0 0 0,27 12 0,-31-10 0,0-1 0,1 0 0,0-1 0,25 3 0,47 5 0,-57-6 0,57 2 0,-27-6 0,-32 0 0,0-2 0,-1 0 0,1-2 0,29-6 0,-53 7-47,0 0 0,1 0 0,-1-1 0,0 0 0,0 0 0,0 0 0,0 0 0,0-1 0,-1 1-1,1-1 1,-1 0 0,1 0 0,-1 0 0,0-1 0,0 1 0,-1-1 0,1 1 0,-1-1 0,0 0 0,1 0 0,-2 0 0,1-1-1,0 1 1,-1 0 0,0-1 0,0 1 0,0 0 0,-1-7 0,2-9-6779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55:48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24575,'670'0'-1365,"-649"0"-5461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55:48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24575,'0'514'-1365,"0"-492"-5461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4:59:41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24575,'596'0'0,"-569"2"158,37 5-1,3 2-1837,-53-9-5146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4:59:41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24575,'0'516'0,"2"-485"0,1 0 0,11 48 0,2 16 0,-15-90 0,0 0 0,0 0 0,0 0 0,0 0 0,1 0 0,0 0 0,0-1 0,0 1 0,0-1 0,1 1 0,0-1 0,0 0 0,0 0 0,1 0 0,-1-1 0,1 1 0,0-1 0,0 0 0,0 0 0,5 3 0,0-1 0,0-1 0,0 0 0,0-1 0,1 0 0,-1-1 0,1 0 0,-1 0 0,1-1 0,16 0 0,46 7 0,-6 0 0,156-7 0,-116-2 0,-82 0 0,0-2 0,0 0 0,29-9 0,22-4 0,-61 13-1365,-3-1-5461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4:59:41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24575,'478'0'-1365,"-464"0"-5461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4:59:42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24575,'308'0'-1365,"-294"0"-5461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4:59:42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24575,'18'232'0,"-1"7"0,-9-108 0,1 2 0,-10-49-1365,1-69-5461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4:59:33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4690 4 24575,'-88'-2'0,"32"0"0,1 3 0,-74 9 0,-73 37-374,80-16 6,-414 130-1457,498-148 1850,-174 65-1290,-278 144 0,-67 104-2788,-54 120 4053,345-194 0,17 19 0,132-136-391,-157 238 1,188-239 440,7 3 0,-71 166-1,97-169-49,5 1 0,-41 192 0,-16 347 153,76-456-126,4-6-27,1 253 0,24-398 0,6 300 0,1-252 0,25 134 0,25 23 781,-35-191-390,41 103-1,8-1 710,34 80 805,-84-223-1449,2-1 0,1-1-1,30 35 1,-19-27-489,31 56-1,-45-62 34,2-2 0,2 0 0,36 42 0,27 20 0,121 125 0,-189-206 0,216 199 0,-22-50 0,109 61 26,-81-55-8,42-4-301,13-24-220,-44-22 288,178 61 215,-424-182 0,809 284-2191,-391-154 1529,-365-116 662,230 62 0,-199-59 0,114 11 0,820-8 0,-869-31-166,253-47 0,147-69-166,-352 68 332,-2-9 0,282-133 0,299-214 0,-715 366 26,-2-2 0,70-68 0,108-125 85,-160 155-99,-46 45 418,-2-1 0,54-80 0,-27 30-430,-31 49 0,36-67 0,41-114 0,-73 149 0,70-186 82,-19 41 39,-52 136-107,-4-2-1,28-129 1,-49 174-10,75-397 275,-54-17-217,-31-4-71,-3 179 13,-3 29-4,0 186 0,-25-119 0,-52-152 0,65 267 0,-37-93 0,-42-60 0,5 2 0,-34-68 0,-63-30 0,132 228 0,-47-69 91,-6 5-1,-195-207 1,-65-36 1115,240 245 63,66 74 1024,2 17-1840,16 17-293,20 19-442,-1 2-1,-1 0 0,-38-22 1,49 34 1173,8 4-857,0 1 0,-1 1 1,1 0-1,-1 0 0,-1 0 0,-16-4 0,15 5-34,1 0 0,0 0 0,0-1 0,0-1 0,-13-9 0,-32-15 0,-110-31 0,66 26 0,-43-9 0,16 6 0,78 24 0,-82-13 0,27 7 0,-338-78 0,376 84 0,-56-14 0,8-5 0,-47-15 0,-21-5 0,9 3 0,140 37 0,23 9 0,-1 0 0,0 0 0,0 1 0,-19-4 0,-189-27 0,203 31 0,-1-1 0,1 0 0,0-1 0,0-1 0,-25-13 0,-25-10 0,-241-74 0,288 96 0,-21-8 0,-1 2 0,-53-11 0,-42-10 0,48 11 0,53 14 0,-7-1 0,-49-6 0,64 13 0,-160-10 0,172 13 0,0 0 0,0-2 0,0 0 0,-16-4 0,-14 0-1365,31 5-5461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4:59:34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599 121 24575,'-60'-2'0,"32"0"0,0 2 0,0 1 0,-33 5 0,48-2 0,1 0 0,-1 2 0,1-1 0,0 2 0,1-1 0,-1 2 0,1-1 0,-11 12 0,-3-1 0,-22 21 0,2 1 0,-65 75 0,107-112 0,0 2 0,-1-1 0,1 1 0,0 0 0,0 0 0,0 0 0,1 1 0,0-1 0,0 1 0,-1 6 0,-8 55 0,10-50 0,-2 4 0,1-1 0,2 0 0,2 35 0,-2-50 0,1 1 0,0 0 0,0-1 0,1 1 0,0-1 0,0 1 0,0-1 0,0 0 0,1 0 0,0 0 0,0 0 0,0 0 0,1-1 0,-1 1 0,1-1 0,0 0 0,9 7 0,-1-3 0,1 1 0,1-2 0,-1 0 0,20 8 0,92 33 0,-91-37 0,1-3 0,60 8 0,-31-8 0,83 4 0,-128-11 0,-1-2 0,1 0 0,-1-1 0,1-1 0,30-9 0,-25 2 0,-1-2 0,0 0 0,-1-1 0,37-30 0,-41 30 0,-1-1 0,-1 0 0,0-2 0,-1 0 0,24-34 0,-31 37 0,0 1 0,-2-1 0,1-1 0,-2 1 0,0-1 0,0 0 0,-2 0 0,1 0 0,1-28 0,-2-26 0,-6-79 0,1 135 0,0 0 0,-1 0 0,0 0 0,-1 0 0,0 0 0,0 1 0,-2 0 0,1 0 0,-1 0 0,-1 0 0,0 1 0,-1 0 0,-8-9 0,-3-1 0,-1 2 0,0 0 0,-1 1 0,-45-27 0,62 42-151,-1-1-1,0 1 0,0 0 0,0 1 1,0-1-1,0 1 0,0 0 1,-7-1-1,-1 1-6674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4:59:35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497 20 24575,'-5'0'0,"1"0"0,-1 1 0,1 0 0,0 0 0,-1 0 0,1 1 0,0-1 0,0 1 0,0 0 0,-6 4 0,-39 31 0,22-15 0,10-8 0,0 1 0,2 1 0,-20 23 0,4-3 0,-43 54 0,15-16 0,47-59 0,1 0 0,0 1 0,2 0 0,-13 26 0,-21 73 0,40-104 0,1 0 0,-1 0 0,2 0 0,-1 0 0,2 0 0,-1 0 0,1 0 0,1 0 0,0 0 0,4 17 0,-3-21 0,0 1 0,1-1 0,0 0 0,0 0 0,0-1 0,1 1 0,0-1 0,0 0 0,1 1 0,0-2 0,0 1 0,0-1 0,0 1 0,1-2 0,0 1 0,9 5 0,-2-2 0,2 1 0,0-1 0,30 13 0,-27-14 0,-1-1 0,1-1 0,0-1 0,1 0 0,-1-1 0,26 0 0,-22-3 0,3 0 0,40-4 0,-57 2 0,0 1 0,0-1 0,0 0 0,0-1 0,-1 0 0,1 0 0,-1-1 0,14-9 0,6-6 0,-1-2 0,-1-1 0,-1-1 0,0 0 0,35-50 0,-48 58 0,-1-1 0,-1 0 0,-1-1 0,0 0 0,-1-1 0,-1 0 0,0 0 0,-1 0 0,-2 0 0,0-1 0,2-32 0,-5 28 0,-2-112 0,1 130 0,0 0 0,0 0 0,0 1 0,-1-1 0,0 0 0,0 1 0,0-1 0,0 1 0,-1-1 0,0 1 0,0 0 0,0 0 0,0 1 0,-1-1 0,1 0 0,-8-5 0,-6-7 0,-14-16 0,16 15 0,-27-23 0,-28-14 0,66 51 0,0 1 0,0 0 0,0 0 0,0 0 0,-1 0 0,1 1 0,0 0 0,-1 0 0,1 0 0,-1 0 0,-7 0 0,5 1 0,0-1 0,0 0 0,0-1 0,-7-2 0,-13-5-195,-1 1 0,0 0 0,0 3 0,-1 0 0,1 1 0,-56 2 0,60 2-6631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4:59: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479 1 24575,'-16'0'0,"1"0"0,0 1 0,0 1 0,-15 4 0,21-4 0,1 1 0,0 1 0,0-1 0,0 1 0,0 0 0,1 1 0,-1 0 0,-8 8 0,1-1 0,-91 84 0,94-82 0,-1 0 0,2 1 0,0 0 0,1 1 0,-14 27 0,5 3 0,2 0 0,2 0 0,2 2 0,-8 49 0,12-24 0,2 0 0,3 76 0,4-143 0,1 1 0,0-1 0,0 0 0,0 0 0,1 0 0,0-1 0,0 1 0,1 0 0,-1-1 0,1 1 0,1-1 0,-1 0 0,1 0 0,7 8 0,3 1 0,0-1 0,0-1 0,26 17 0,-33-25 0,0-1 0,1 1 0,0-1 0,0-1 0,0 1 0,0-1 0,0-1 0,0 1 0,0-1 0,1-1 0,12 0 0,-5 0 0,29 5 0,-3 2 0,0-3 0,0-2 0,82-5 0,-106 2 0,0-2 0,0 0 0,0 0 0,-1-2 0,0 0 0,28-13 0,-34 13 0,-1 0 0,0-1 0,0-1 0,-1 0 0,0 0 0,0-1 0,-1 0 0,0 0 0,0-1 0,-1 0 0,9-14 0,-6 7 0,-3 6 0,0 0 0,-1-1 0,0 0 0,-1 0 0,0-1 0,0 0 0,-2 1 0,1-1 0,1-18 0,3-39 0,2-46 0,-10 101 0,1 1 0,-2-1 0,1 0 0,-2 1 0,0-1 0,-1 1 0,0-1 0,-1 1 0,-10-23 0,1 12 0,-1 0 0,-1 1 0,-1 0 0,0 2 0,-2 0 0,-1 1 0,-1 0 0,0 2 0,-1 1 0,-1 0 0,-43-24 0,27 19 0,19 11 0,0 0 0,0 1 0,-24-8 0,-20-4 188,34 11-576,0 1 0,-1 1-1,-59-9 1,73 17-6438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4:59:37.8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548 28 24575,'0'0'0,"-26"0"0,0 1 0,-31 5 0,49-5 0,-1 1 0,1 1 0,0-1 0,0 1 0,0 1 0,0 0 0,0 0 0,1 0 0,-1 1 0,-9 8 0,-78 65 0,76-63 0,1 1 0,1 1 0,-25 31 0,-5 6 0,35-41 0,2 1 0,0-1 0,0 2 0,1 0 0,1 0 0,0 0 0,1 1 0,1 0 0,0 0 0,2 1 0,0-1 0,0 1 0,2 0 0,0 0 0,1 0 0,1 18 0,0-24 0,0-1 0,1 0 0,0 0 0,1 0 0,0 0 0,1 0 0,6 14 0,-7-19 0,1 1 0,0-1 0,1 0 0,-1-1 0,1 1 0,0 0 0,0-1 0,0 0 0,1 0 0,0 0 0,0-1 0,-1 0 0,2 0 0,5 3 0,29 18 0,-34-19 0,1-1 0,0 0 0,1 0 0,-1 0 0,1-1 0,-1 0 0,1 0 0,15 3 0,20-1 0,3 1 0,53 0 0,-69-5 0,-16 0 0,-1-1 0,23-2 0,-32 2 0,-1-1 0,0 0 0,0 1 0,0-1 0,0 0 0,0-1 0,0 1 0,0-1 0,0 1 0,-1-1 0,1 0 0,0 0 0,-1 0 0,1 0 0,-1 0 0,3-4 0,28-35 0,-22 29 0,-1-1 0,0 0 0,-1 0 0,12-24 0,-11 14 0,-2-1 0,0-1 0,-2 0 0,0 0 0,3-41 0,-4-130 0,-6 156 0,1 34 0,0 1 0,0-1 0,-1 0 0,1 1 0,-1-1 0,-1 1 0,1-1 0,-1 1 0,0 0 0,0 0 0,-1 0 0,1 0 0,-1 0 0,0 0 0,-1 1 0,1-1 0,-1 1 0,0 0 0,0 0 0,0 0 0,0 1 0,-1-1 0,-7-3 0,-29-26 0,32 26 0,0-1 0,0 1 0,-1 1 0,-17-10 0,-62-30-1365,77 40-5461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4:59:38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396 175 24575,'-7'1'0,"-1"0"0,1 0 0,0 1 0,0 0 0,0 0 0,0 0 0,0 1 0,0 0 0,1 1 0,0-1 0,-1 1 0,1 1 0,-7 5 0,-7 8 0,1 0 0,-22 27 0,6-2 0,1 0 0,-41 71 0,64-95 0,1 0 0,1 1 0,1 0 0,1 0 0,1 1 0,1 0 0,0 0 0,2 0 0,-2 30 0,5-34 0,3 161 0,-2-176 0,-1 1 0,0-1 0,1 1 0,0-1 0,-1 1 0,1-1 0,0 0 0,0 1 0,1-1 0,-1 0 0,0 0 0,1 0 0,-1 0 0,1 0 0,0 0 0,3 2 0,1 1 0,1 0 0,-1-1 0,16 6 0,6 5 0,-10-5 0,1 0 0,0-1 0,1-1 0,0-1 0,0-1 0,21 4 0,-7-4 0,0-2 0,67 0 0,-55-4 0,36-1 0,-72 0 0,-1 0 0,1-1 0,-1 0 0,0-1 0,0 1 0,13-7 0,-3-2 0,-1-1 0,33-26 0,-10 6 0,-30 23 0,-1-2 0,0 0 0,-1 0 0,0 0 0,-1-1 0,-1 0 0,12-24 0,-1 3 0,-5 9 0,0 0 0,-2-1 0,-1-1 0,-1 1 0,-1-2 0,-1 1 0,-2-1 0,-1 0 0,0 0 0,-2-52 0,-2 57 0,-1-12 0,-4-36 0,3 58 0,-1 0 0,0 0 0,0 0 0,-1 1 0,-1 0 0,-9-19 0,-1 5 0,-2 1 0,0 0 0,-26-27 0,16 19 0,23 25 0,-1 0 0,-1 1 0,1-1 0,-1 1 0,-1 0 0,1 1 0,-1 0 0,0 0 0,0 0 0,0 1 0,0 0 0,-1 0 0,-12-4 0,-18 1 0,1 1 0,-2 1 0,1 3 0,0 1 0,-57 6 0,84-4 0,0 0 0,0 1 0,0 1 0,0 0 0,1 0 0,-1 1 0,1 1 0,-12 6 0,-2 4 0,-43 36 0,43-33 128,15-11-294,1-1 0,-1 1 0,2 0 0,-1 0 0,1 1 1,0 0-1,0 1 0,-6 11 0,7-9-6660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4:59:43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1 292 24575,'40'-2'0,"0"-2"0,0-2 0,61-16 0,-87 19 0,147-22 0,-99 17 0,12-7 0,-53 9 0,0 2 0,42-4 0,-28 5 0,0-2 0,-1-2 0,67-21 0,37-7 0,-101 28 0,-1-1 0,64-23 0,-86 27 0,0 0 0,0 2 0,0-1 0,0 2 0,0 0 0,0 1 0,25 2 0,-21-1 0,0-1 0,0 0 0,1-1 0,17-4 0,7-4 0,0 1 0,1 3 0,64-1 0,-87 7 0,0-1 0,0-2 0,0 0 0,21-5 0,-21 4-25,0 0 0,1 1 0,-1 1 0,23 2 0,-10 0-1215,-19-1-5586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4:59:44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24575,'1'21'0,"1"0"0,1 1 0,1-1 0,0 0 0,2-1 0,0 1 0,19 37 0,-7-18 0,-11-28 0,-1 0 0,-1 0 0,-1 1 0,1-1 0,3 24 0,-2-12 0,0 0 0,2 0 0,0-1 0,2 0 0,13 23 0,13 34 0,35 88 0,-52-128 0,42 67 0,11 22 0,-61-107 0,1-1 0,25 33 0,-13-20 0,48 85 0,-39-67 0,45 65 0,-44-67 0,-25-36 0,0 1 0,1-2 0,0 0 0,17 17 0,-7-9 0,0 0 0,16 24 0,-18-21 0,36 36 0,-41-46 0,-1 1 0,0 0 0,-1 1 0,-1 0 0,-1 0 0,11 27 0,-14-31 0,-3-6 0,1 0 0,0 0 0,1 0 0,7 7 0,-7-8 0,-1 0 0,0 0 0,0 1 0,0-1 0,5 11 0,15 34-1365,-19-38-5461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4:59:46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1727 24575,'0'-5'0,"1"-1"0,0 1 0,1-1 0,-1 1 0,1-1 0,0 1 0,0 0 0,1 0 0,-1 0 0,1 0 0,7-8 0,2-6 0,41-66-551,4 3 0,3 2 0,74-75 0,50-68 349,-22 24 1993,-32 35-1277,-87 106-463,95-101-1,-95 116-50,-27 25 0,1 1 0,34-26 0,71-41 0,-76 62 0,-37 19 0,0-1 0,-1 0 0,1 0 0,13-11 0,-14 8 0,1-1 0,1 1 0,0 1 0,0 0 0,0 0 0,1 1 0,-1 0 0,1 1 0,0 0 0,1 0 0,-1 2 0,13-3 0,-15 5 0,0-2 0,0 1 0,0-1 0,0-1 0,0 1 0,15-8 0,47-30 0,-60 33 0,18-6 327,-24 11-666,1-1 1,-1 1 0,0-1-1,9-6 1,-6 3-6488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4:59:46.8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24575,'6'1'0,"-1"1"0,1-1 0,-1 1 0,0 1 0,0-1 0,0 1 0,0 0 0,8 6 0,-2-2 0,86 57 0,-48-30 0,1-3 0,84 40 0,-43-28-161,-2 5-1,106 76 0,60 33-117,-191-122 279,75 53 0,-65-38 0,99 48 0,-78-46 0,-76-40 154,27 22 0,-33-23-63,1-1 1,0 0-1,0-1 0,18 8 0,-13-9-318,-1 0-1,0 1 1,0 1-1,-1 1 1,24 19-1,-32-21-6598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00:18.4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0 24575,'0'495'0,"0"-491"-124,0 0 0,0 0 0,-1 0 0,1 0 0,-1 0 0,0 0-1,0 0 1,0 0 0,0-1 0,-3 6 0,-4 2-6702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00:19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24575,'0'-1'0,"1"0"0,-1 0 0,0 1 0,1-1 0,-1 0 0,1 0 0,-1 1 0,1-1 0,-1 0 0,1 1 0,-1-1 0,1 1 0,-1-1 0,1 1 0,0-1 0,-1 1 0,1-1 0,0 1 0,0 0 0,-1-1 0,1 1 0,0 0 0,0 0 0,-1-1 0,1 1 0,0 0 0,1 0 0,26-3 0,-25 3 0,171-2 0,-89 3 0,-82-1 0,0 0 0,0 0 0,0 0 0,0 1 0,0-1 0,0 1 0,0-1 0,0 1 0,-1 0 0,1 0 0,0 0 0,0 1 0,-1-1 0,1 1 0,-1-1 0,1 1 0,-1 0 0,0 0 0,1 0 0,1 2 0,-1 1 0,0 0 0,-1 1 0,1-1 0,-1 0 0,0 1 0,0 0 0,-1-1 0,0 1 0,1 8 0,3 29 0,-2-1 0,-2 1 0,-6 51 0,4-90 0,1 1 0,-1-1 0,-1 0 0,1 1 0,0-1 0,-1 0 0,0 0 0,0 0 0,0 0 0,-1 0 0,1 0 0,-1-1 0,0 1 0,-6 5 0,-1-1 0,-1 1 0,0-1 0,-19 10 0,30-18 0,0 0 0,0 0 0,0 0 0,-1 0 0,1 0 0,0 0 0,0 0 0,0 0 0,-1 0 0,1 0 0,0 1 0,0-1 0,0 0 0,-1 0 0,1 0 0,0 0 0,0 0 0,0 1 0,0-1 0,0 0 0,-1 0 0,1 0 0,0 0 0,0 1 0,0-1 0,0 0 0,0 0 0,0 1 0,0-1 0,0 0 0,0 0 0,0 0 0,0 1 0,0-1 0,0 0 0,0 0 0,0 0 0,0 1 0,0-1 0,0 0 0,10 4 0,22-4 0,-29 0 0,68-1-1365,-55 1-5461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00:20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723 0 24575,'-3'1'0,"1"1"0,-1-1 0,1 1 0,-1-1 0,1 1 0,0 0 0,0 0 0,0 0 0,0 0 0,0 0 0,-2 5 0,-3 1 0,-17 14 0,-1-1 0,0-1 0,-42 24 0,-7 6 0,-23 22 0,-202 114 0,288-181 0,-27 14 0,36-17 0,-1-1 0,1 1 0,0-1 0,0 1 0,-1 0 0,1 0 0,0 0 0,1 0 0,-1 0 0,0 0 0,-1 4 0,3-6 0,0 0 0,0 1 0,0-1 0,0 0 0,0 1 0,0-1 0,0 1 0,0-1 0,0 0 0,0 1 0,0-1 0,0 0 0,0 1 0,0-1 0,0 0 0,1 1 0,-1-1 0,0 0 0,0 1 0,0-1 0,1 0 0,-1 1 0,0-1 0,1 0 0,-1 0 0,0 1 0,0-1 0,1 0 0,-1 0 0,0 0 0,1 0 0,-1 1 0,0-1 0,1 0 0,-1 0 0,0 0 0,1 0 0,-1 0 0,1 0 0,-1 0 0,19 3 0,-17-3 0,220 2 0,-108-4 0,330 2-1365,-430 0-5461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00:21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24575,'2'52'-356,"14"78"0,-2-23 36,21 144 320,-17 66 1032,-19-251-1032,2 85 0,2-137-1365,0-3-5461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00:22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1 24575,'-7'28'0,"1"-7"0,-4 23 0,-3 19 0,13-58 0,0 0 0,-1 0 0,1 0 0,1 0 0,-1 0 0,1 0 0,0 0 0,0 0 0,0-1 0,3 6 0,1-3 0,1 0 0,-1 0 0,1-1 0,0 0 0,1-1 0,0 1 0,0-1 0,0 0 0,11 5 0,-3-2 0,1-1 0,0 0 0,0-1 0,1-1 0,0 0 0,27 3 0,-42-8 0,1 0 0,-1 1 0,0-1 0,1 1 0,-1-1 0,0 1 0,1 0 0,-1 0 0,0 0 0,0 0 0,0 1 0,0-1 0,0 0 0,0 1 0,0-1 0,0 1 0,-1 0 0,1 0 0,0-1 0,-1 1 0,2 2 0,-1 1 0,-1 0 0,1 0 0,-1 0 0,0 0 0,0 0 0,-1 0 0,1 0 0,-1 0 0,-1 5 0,2 26 0,-1-19 0,0 1 0,0-1 0,-7 31 0,7-44 0,-1-1 0,-1 1 0,1-1 0,-1 0 0,1 0 0,-1 0 0,0 0 0,0 0 0,0 0 0,0 0 0,-1-1 0,1 1 0,-1-1 0,1 1 0,-1-1 0,0 0 0,0 0 0,0-1 0,0 1 0,-5 2 0,-5 0 0,0-1 0,0 1 0,0-2 0,-15 2 0,-16 2 0,34-3 0,1-1 0,-1-1 0,0 0 0,1 0 0,-1-1 0,0 0 0,0-1 0,1 0 0,-15-4 0,20 4 0,0 0 0,1-1 0,-1 0 0,0 1 0,1-1 0,-1-1 0,1 1 0,-1 0 0,1-1 0,0 0 0,0 0 0,1 0 0,-1 0 0,0 0 0,1 0 0,0-1 0,0 1 0,0-1 0,0 0 0,0 1 0,1-1 0,0 0 0,0 0 0,-2-8 0,1-4-1365,1 1-5461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00:22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24575,'565'0'-1365,"-551"0"-5461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00:23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 24575,'10'-1'0,"0"0"0,0-1 0,13-3 0,25-3 0,160 6 0,-107 3 0,-98-1 0,0 0 0,0 0 0,0 0 0,0 0 0,1 1 0,-1-1 0,0 1 0,0 0 0,0 0 0,0 0 0,0 0 0,0 1 0,-1-1 0,1 1 0,0 0 0,-1-1 0,1 1 0,-1 0 0,0 1 0,1-1 0,-1 0 0,0 1 0,0-1 0,-1 1 0,1-1 0,0 1 0,-1 0 0,0 0 0,2 3 0,2 5 0,-1 0 0,0 1 0,0-1 0,-1 1 0,-1-1 0,0 1 0,0 0 0,-1 0 0,-2 22 0,1-4 0,1-15 0,-1-1 0,0 1 0,-1-1 0,-1 0 0,0 1 0,-1-1 0,-10 28 0,11-39 0,0 1 0,-1-1 0,1 0 0,-1 0 0,0 0 0,1 0 0,-1 0 0,-1 0 0,1-1 0,-7 5 0,-43 20 0,18-11 0,20-9 0,-10 5 0,24-12 0,0 1 0,0-1 0,0 1 0,0 0 0,1-1 0,-1 1 0,0 0 0,0 0 0,1-1 0,-1 1 0,0 0 0,1 0 0,-1 0 0,1 0 0,-1 0 0,1 0 0,0 0 0,-1 0 0,1 0 0,0 1 0,0 0 0,1-1 0,0 1 0,0-1 0,0 0 0,0 1 0,0-1 0,0 0 0,0 0 0,1 0 0,-1 0 0,0 0 0,1 0 0,-1 0 0,0 0 0,1 0 0,-1-1 0,1 1 0,1 0 0,9 6 0,20 17 0,2-1 0,41 21 0,-50-30 0,0 2 0,-1 1 0,43 38 0,-62-50 0,-1 0 0,1 1 0,-1-1 0,0 1 0,-1 0 0,0 0 0,1 0 0,-2 0 0,1 1 0,-1-1 0,0 1 0,-1 0 0,2 11 0,0 10 0,-1 56 0,-2-69 0,1 10 0,-1-15 0,1 0 0,-1 0 0,-1 0 0,-1 10 0,1-18 0,1 0 0,-1 0 0,0 1 0,0-1 0,0 0 0,0 0 0,0 0 0,0 0 0,0 0 0,-1 0 0,1 0 0,-1 0 0,1 0 0,-1-1 0,0 1 0,0 0 0,1-1 0,-1 0 0,0 1 0,-1-1 0,-2 1 0,-13 5-227,-1-2-1,0 0 1,0-2-1,0 0 1,-37 1-1,39-4-6598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00:26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921 308 24575,'-11'0'0,"0"1"0,1 1 0,-1-1 0,0 2 0,1 0 0,-20 7 0,-58 35 0,45-22 0,-112 64 0,133-73 0,1 1 0,1 1 0,0 1 0,-31 36 0,-114 167 0,131-163 0,3 2 0,-37 95 0,36-80 0,18-36 0,1 0 0,1 0 0,3 1 0,-10 74 0,9 161 0,10-270 0,5 104 0,-3-94 0,1 1 0,0 0 0,1-1 0,0 0 0,9 17 0,87 160 0,-85-163 0,1-1 0,29 37 0,-1-1 0,-1-5 0,99 105 0,-126-145 0,22 18-3424,82 60 0,-109-88 3334,158 105 1207,-150-104-395,0-1 0,0-1-1,1 0 1,0-2-1,0 0 1,39 4 0,13 4 47,7 2-769,0-4 0,87 2 0,163-13 0,-145-2 0,-153 0 0,-1 0 0,0-2 0,45-11 0,89-35 0,-105 31 0,182-71 0,-192 67 0,-1-3 0,77-54 0,-54 26-174,79-77-1,-109 90 88,-3-2 0,-1-1 0,31-50 0,22-53 87,-75 118 0,-2 0 0,0-1 0,10-42 0,-6 0 0,-3-1 0,-3-1 0,-4 0 0,-2-93 0,-5 106 52,1 12 77,-2 1 0,-2-1 0,-2 1 0,-13-57 0,2 42-129,8 29 0,-1-1 0,-2 1 0,-25-53 0,1 17 0,21 38 0,-2 1 0,-1 1 0,-1 0 0,-2 2 0,-25-29 0,-131-133 0,161 175 0,-26-21 0,-10-10 0,33 30 0,-1 0 0,-1 2 0,0 0 0,-39-20 0,-14-10 0,62 38 0,0-1 0,-1 1 0,0 1 0,-1 0 0,1 0 0,-1 2 0,1-1 0,-1 2 0,-20-3 0,-11-1 0,23 2 0,-34-2 0,-19-2 0,52 4 0,-37-1 0,28 5 0,-1 1 0,0 1 0,1 2 0,0 1 0,-1 2 0,-43 15 0,-206 70 0,214-75 0,0-2 0,-90 7 0,153-22 1,-364 19-1367,353-19-5460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00:27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24575,'3'0'0,"4"0"0,3 0 0,4 0 0,1 0 0,2 0 0,1 0 0,-1 0 0,1 0 0,0 0 0,-1 0 0,1 0 0,-1 0 0,0 0 0,0 0 0,0 0 0,0 0 0,-3 0-8191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00:28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24575,'-1'18'0,"1"-1"0,1 1 0,0-1 0,2 1 0,0-1 0,0 0 0,2 0 0,0 0 0,13 26 0,-10-25 0,0 1 0,-1 0 0,-1 1 0,0-1 0,-2 1 0,0 0 0,-1 0 0,-1 0 0,-2 33 0,0-37 0,1 46 0,-1-57 0,1 1 0,0 0 0,1 0 0,-1-1 0,1 1 0,0-1 0,0 1 0,4 6 0,-4-10 0,1 1 0,-1-1 0,1 0 0,0 0 0,-1 0 0,1 0 0,0 0 0,0 0 0,0-1 0,0 0 0,0 1 0,1-1 0,-1-1 0,4 2 0,48 6 0,198-5 0,-130-5 0,-118 2 36,40-3-1437,-31-1-5425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00:28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24575,'427'0'-1365,"-412"0"-5461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00:29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70 24575,'19'0'0,"0"-2"0,35-6 0,44-7 0,-53 9 0,59-15 0,-82 16-273,1 0 0,0 2 0,0 0 0,43 2 0,-51 1-6553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00:30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 24575,'10'12'0,"0"1"0,10 17 0,0-1 0,70 93 0,-83-111 0,-1 1 0,8 23 0,-9-24 0,-1 0 0,1 0 0,9 14 0,-13-24 0,0 0 0,-1 1 0,1-1 0,0 0 0,0 0 0,0 0 0,0 0 0,0-1 0,0 1 0,0 0 0,0 0 0,0-1 0,0 1 0,0 0 0,1-1 0,-1 1 0,0-1 0,0 1 0,1-1 0,-1 0 0,0 0 0,1 0 0,-1 1 0,0-1 0,1 0 0,-1-1 0,0 1 0,1 0 0,-1 0 0,0 0 0,0-1 0,1 1 0,-1-1 0,0 1 0,0-1 0,1 1 0,-1-1 0,2-1 0,4-4 0,0 0 0,0 0 0,-1-1 0,11-12 0,-4 3 0,5-3 0,0-1 0,-2-1 0,0-1 0,17-32 0,-17 26 0,-9 17 0,-1 0 0,0 0 0,-1-1 0,5-17 0,-4 9 200,5-30-1765,-10 37-5261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00:30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155 260 24575,'32'2'0,"-22"-1"0,-1-1 0,1 1 0,0-2 0,0 1 0,-1-1 0,16-4 0,-23 4 0,0 0 0,0 0 0,-1 0 0,1 0 0,-1 0 0,1-1 0,-1 1 0,0-1 0,1 1 0,-1-1 0,0 1 0,0-1 0,0 0 0,0 1 0,0-1 0,-1 0 0,1 0 0,0 0 0,-1 1 0,1-1 0,-1 0 0,0 0 0,1-3 0,-1-7 0,1 0 0,-3-21 0,0 15 0,3 14 0,-1-1 0,0 1 0,-1 0 0,1 0 0,-1-1 0,0 1 0,0 0 0,0 0 0,0 0 0,-1 0 0,0 0 0,1 0 0,-2 1 0,1-1 0,0 0 0,-1 1 0,1 0 0,-1-1 0,0 1 0,0 0 0,0 1 0,-1-1 0,-6-4 0,1 0 0,-1 1 0,-1 0 0,1 1 0,-1 0 0,0 0 0,0 1 0,-15-3 0,22 6 0,0 0 0,-1 1 0,1-1 0,0 1 0,0 0 0,-1 0 0,1 0 0,0 1 0,-1-1 0,1 1 0,0 0 0,0 0 0,0 1 0,0-1 0,0 1 0,0 0 0,0 0 0,0 0 0,1 1 0,-1-1 0,1 1 0,-1 0 0,-3 4 0,2 0 0,1 0 0,-1 0 0,1 1 0,0 0 0,1-1 0,0 1 0,0 0 0,1 1 0,0-1 0,-1 10 0,-1 9 0,1 51 0,4 188 0,-1-263 0,-1 0 0,2-1 0,-1 1 0,0 0 0,0 0 0,1-1 0,0 1 0,-1-1 0,1 1 0,0 0 0,0-1 0,1 0 0,-1 1 0,0-1 0,1 0 0,-1 1 0,1-1 0,0 0 0,0 0 0,3 3 0,-1-3 0,0 0 0,1 0 0,-1 0 0,0 0 0,0-1 0,1 0 0,-1 0 0,1 0 0,0 0 0,-1-1 0,8 0 0,161-3 0,-161 1-114,-1-1 1,0-1-1,0 0 0,0 0 0,0-1 1,-1 0-1,1-1 0,-1 0 0,-1-1 1,1 0-1,9-9 0,-4 3-6712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00:31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24575,'1'1'0,"1"-1"0,-1 0 0,0 1 0,1-1 0,-1 1 0,0 0 0,1-1 0,-1 1 0,0 0 0,0 0 0,1-1 0,-1 1 0,0 0 0,0 0 0,0 1 0,0-1 0,-1 0 0,1 0 0,1 2 0,16 30 0,-12-20 0,3 7 0,-1 1 0,0 0 0,-2 1 0,6 32 0,-6-26 0,14 60 0,-17-145 0,-3 40 0,0 0 0,4-20 0,-3 31 0,0-1 0,1 1 0,0 1 0,0-1 0,1 0 0,-1 0 0,1 1 0,1-1 0,4-6 0,-6 9 0,7-9 0,0 1 0,1 0 0,19-17 0,-25 24 0,1 1 0,0 0 0,0 1 0,0-1 0,0 1 0,0 0 0,0 0 0,1 0 0,-1 1 0,1 0 0,-1 0 0,1 0 0,5 1 0,-6 0 0,-1 0 0,1 0 0,-1 1 0,0 0 0,1-1 0,-1 2 0,0-1 0,0 0 0,0 1 0,0 0 0,0 0 0,0 0 0,0 0 0,-1 1 0,1-1 0,-1 1 0,4 4 0,4 5 0,-1 0 0,0 1 0,11 21 0,17 20 0,-27-39 0,-2-1 0,1 2 0,-2-1 0,0 1 0,11 32 0,13 25 0,-32-72 42,1-1-94,-1 0 0,0 1 0,0-1 0,0 1 0,0-1-1,0 0 1,1 1 0,-1-1 0,0 0 0,0 1 0,0-1 0,1 0 0,-1 1-1,0-1 1,1 0 0,-1 0 0,0 1 0,1-1 0,-1 0 0,0 0 0,1 0 0,-1 1-1,0-1 1,1 0 0,-1 0 0,1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00:31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24575,'461'0'-1365,"-446"0"-5461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00:32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24575,'0'360'0,"1"-348"0,0 0 0,6 24 0,-4-22 0,-1-1 0,2 18 0,-4-25 0,0-1 0,1 1 0,-1 0 0,1 0 0,0-1 0,1 1 0,0 0 0,0-1 0,0 1 0,0-1 0,1 0 0,0 0 0,0 0 0,0 0 0,1-1 0,-1 1 0,1-1 0,0 0 0,1 0 0,-1 0 0,1 0 0,-1-1 0,1 0 0,0 0 0,1 0 0,-1-1 0,0 1 0,1-1 0,-1-1 0,1 1 0,-1-1 0,1 0 0,0 0 0,11 0 0,-4 0 0,0-1 0,0-1 0,0 0 0,0 0 0,14-4 0,-21 3 0,1-1 0,0 1 0,-1-1 0,0 0 0,0-1 0,0 1 0,0-1 0,0-1 0,-1 1 0,1-1 0,4-5 0,-7 6-76,1 0 1,0 0-1,-1-1 0,0 1 0,0-1 0,0 0 0,-1 1 0,1-2 1,-1 1-1,0 0 0,-1 0 0,1 0 0,-1-1 0,0 1 1,0-1-1,-1 1 0,0-11 0,0 2-6750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00:32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4 24575,'-48'-2'0,"14"1"0,-33 3 0,59-2 0,-1 1 0,1 0 0,0 1 0,0 0 0,0 1 0,0-1 0,0 1 0,0 1 0,-9 5 0,6-1 0,0 2 0,0-1 0,1 1 0,0 1 0,1 0 0,0 0 0,1 1 0,0 0 0,-11 25 0,15-28 0,2 0 0,-1 0 0,1 0 0,0 0 0,1 0 0,-1 12 0,4 59 0,0-33 0,-2-24 0,-1-6 0,2-1 0,3 24 0,-3-35 0,0 1 0,1-1 0,0 1 0,0-1 0,0 1 0,1-1 0,-1 0 0,1 0 0,1 0 0,5 7 0,4 3 0,0 0 0,1-1 0,1-1 0,0 0 0,33 21 0,43 15 0,-77-43 0,0-1 0,0 0 0,1-1 0,26 4 0,-1-2 0,-25-3 0,0 0 0,0-2 0,24 1 0,-34-3 0,0 1 0,0-1 0,-1 0 0,1 0 0,0-1 0,-1 1 0,0-1 0,1 0 0,-1 0 0,0 0 0,0-1 0,0 0 0,0 1 0,0-1 0,5-6 0,0 0 0,-1 0 0,0 0 0,0-1 0,-1 0 0,-1-1 0,1 1 0,8-23 0,-12 27 0,35-109 0,-33 97 0,-1 0 0,-1-1 0,-1 0 0,0-26 0,-2 18 0,0 2 0,-4-31 0,3 47 0,-1 1 0,0 0 0,0 0 0,-1 0 0,0 0 0,0 0 0,-7-12 0,-10-13 0,12 18 0,-1 0 0,0 1 0,-1 0 0,-21-21 0,14 18-1365,9 11-5461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00:33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24575,'1'0'0,"0"0"0,0 0 0,-1 1 0,1-1 0,-1 0 0,1 1 0,0-1 0,-1 0 0,1 1 0,-1-1 0,1 1 0,-1-1 0,1 1 0,-1-1 0,1 1 0,-1-1 0,0 1 0,1 0 0,-1-1 0,0 1 0,1 0 0,-1-1 0,0 1 0,0 0 0,1-1 0,-1 1 0,0 1 0,4 24 0,-4-18 0,19 114 0,-12-71 0,-3-27 0,1 37 0,-4-51 43,0-1-1,0 1 0,4 11 0,0 1-1576,-3-10-5292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00:34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376 2 24575,'-13'0'0,"5"-1"0,0 1 0,0 0 0,-1 0 0,1 1 0,0 0 0,0 0 0,0 1 0,0 0 0,0 1 0,0 0 0,-9 5 0,-1 2 0,11-7 0,0 1 0,0 0 0,1 0 0,0 1 0,0 0 0,0 0 0,0 0 0,1 0 0,-8 12 0,-18 28 0,14-23 0,2 0 0,1 2 0,-21 45 0,21-35 0,8-20 0,0 1 0,1 0 0,1-1 0,-3 18 0,1 3 0,3-21 0,0-1 0,1 1 0,1 18 0,1-28 0,0 0 0,1 1 0,-1-1 0,1 0 0,0 1 0,1-1 0,-1 0 0,1 0 0,0 0 0,-1 0 0,2 0 0,-1-1 0,0 1 0,6 5 0,11 14 0,-15-17 0,0 0 0,1-1 0,0 0 0,0 0 0,0 0 0,0-1 0,1 0 0,0 0 0,6 4 0,11 2 0,1 0 0,-1-2 0,2 0 0,-1-2 0,1 0 0,0-2 0,0-1 0,0-1 0,47-2 0,-63-2 0,1 0 0,0 0 0,-1-1 0,1 0 0,-1 0 0,0-1 0,0 0 0,0-1 0,-1 0 0,1-1 0,-1 0 0,-1 0 0,1 0 0,-1-1 0,12-14 0,16-10 0,-30 28 0,-1 0 0,1-1 0,-1 0 0,0 1 0,0-2 0,0 1 0,0 0 0,-1-1 0,1 0 0,-1 1 0,4-10 0,-3 2 0,0 1 0,-1-1 0,-1 0 0,0 0 0,0 0 0,-1 0 0,-1 0 0,0-14 0,-1 18 0,0 0 0,-1 1 0,0-1 0,0 1 0,-1 0 0,1 0 0,-2 0 0,1 0 0,-1 0 0,0 1 0,0-1 0,-1 1 0,-10-11 0,-22-24 0,26 28 0,-1-1 0,-1 1 0,-18-14 0,-86-59-1365,108 80-5461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00:35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1 24575,'0'23'0,"-1"1"0,-8 44 0,6-57 0,1 0 0,-2-1 0,0 1 0,0-1 0,-1 1 0,0-1 0,-1-1 0,-8 12 0,1-4 0,1 1 0,0 0 0,2 0 0,-11 26 0,21-44 0,-1 1 0,1-1 0,0 1 0,0 0 0,0-1 0,0 1 0,-1 0 0,1-1 0,0 1 0,0 0 0,0-1 0,0 1 0,0 0 0,0-1 0,1 1 0,-1 0 0,0-1 0,0 1 0,0 0 0,1-1 0,-1 1 0,0-1 0,0 1 0,1-1 0,-1 1 0,1 0 0,1 0 0,-1 0 0,0 0 0,0 0 0,1 0 0,-1-1 0,1 1 0,-1-1 0,1 1 0,-1-1 0,1 1 0,1-1 0,8 1 0,-1 0 0,20-2 0,-20 1 0,0-1 0,276-14 0,-195 11-1365,-77 4-5461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00:35.7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24575,'0'11'0,"1"0"0,0 0 0,1 0 0,0 0 0,1 0 0,0 0 0,1-1 0,0 0 0,1 1 0,7 11 0,-7-9 0,1 0 0,4 19 0,6 14 0,-9-28 0,-2 1 0,0-1 0,-1 1 0,-1 0 0,0 1 0,-1 26 0,-2-30-1365,0-1-5461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00:36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567 4 24575,'-55'-1'0,"30"-1"0,-1 2 0,1 1 0,-33 4 0,46-2 0,0 1 0,0 0 0,0 1 0,1 0 0,0 0 0,-19 13 0,-58 50 0,39-28 0,38-31 0,1 0 0,0 1 0,0 1 0,1-1 0,1 2 0,0-1 0,0 1 0,-8 19 0,7-12 0,1 1 0,0 0 0,2 1 0,-7 39 0,10-36 0,1-1 0,1 0 0,0 1 0,2-1 0,5 31 0,-3-45 0,1 0 0,-1 0 0,1 0 0,1 0 0,-1-1 0,2 0 0,10 14 0,9 14 0,-17-25 0,1 0 0,0-1 0,1 0 0,0 0 0,14 10 0,4 4 0,-21-18 0,0 0 0,0-1 0,0 1 0,1-2 0,-1 1 0,1-1 0,1 0 0,-1 0 0,0-1 0,1 0 0,0-1 0,-1 0 0,1 0 0,0-1 0,0 0 0,15-1 0,-19 0 0,7 1 0,1-1 0,0 0 0,0-1 0,-1-1 0,1 0 0,-1 0 0,1-2 0,-1 1 0,0-1 0,13-7 0,5-6 0,57-40 0,-75 47 0,-1 0 0,0 0 0,0-1 0,-1 0 0,-1-1 0,0 0 0,9-15 0,-15 20 0,39-76 0,-38 72 0,0 0 0,-1 0 0,0-1 0,-1 1 0,0-1 0,0-12 0,-2-127 0,-2 56 0,2 89 0,0 0 0,0 1 0,-1-1 0,0 1 0,0-1 0,-1 1 0,1 0 0,-1 0 0,-3-6 0,-2-1 0,0 1 0,-13-16 0,15 21 0,-4-6 0,5 6 0,-1 0 0,1 1 0,-1-1 0,0 1 0,0 0 0,-1 0 0,0 1 0,1-1 0,-1 1 0,-1 1 0,-8-5 0,7 5-195,0 0 0,0 1 0,0 0 0,0 1 0,-1-1 0,-12 1 0,6 1-6631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00:37.2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24575,'-1'49'0,"2"56"0,0-102 0,-1 0 0,1 0 0,0 0 0,0 0 0,0-1 0,0 1 0,1 0 0,-1-1 0,1 1 0,0-1 0,-1 1 0,1-1 0,0 0 0,0 0 0,1 0 0,-1 0 0,0 0 0,1 0 0,-1 0 0,1-1 0,0 0 0,-1 1 0,1-1 0,0 0 0,0 0 0,0 0 0,4 0 0,9 2 0,1 0 0,0-1 0,25 1 0,-40-3 0,30-1 0,-25 0 0,1 0 0,0 1 0,-1 0 0,1 1 0,-1-1 0,16 5 0,-21-4 0,-1 0 0,1 0 0,0 1 0,-1-1 0,1 1 0,0-1 0,-1 1 0,0 0 0,1-1 0,-1 1 0,0 0 0,0 0 0,0 0 0,0 0 0,0 0 0,-1 0 0,1 0 0,-1 0 0,1 0 0,-1 0 0,0 1 0,1-1 0,-1 0 0,0 0 0,-1 0 0,0 4 0,1-3 0,0 1 0,0-1 0,-1 0 0,1 0 0,-1 0 0,0 0 0,0 0 0,0 0 0,0-1 0,-1 1 0,1 0 0,-1 0 0,0-1 0,0 1 0,1-1 0,-2 0 0,1 1 0,-3 2 0,-1-3-97,0 0-1,0 0 1,1-1-1,-1 0 1,0 0-1,0 0 1,0-1-1,-1 1 1,1-2-1,0 1 1,0-1-1,0 0 0,-9-2 1,3-2-6729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00:37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24575,'21'-1'0,"38"-7"0,15 0 0,62-9-1365,-121 17-5461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00:38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486 59 24575,'-1'0'0,"0"1"0,0-1 0,0 0 0,0 1 0,1-1 0,-1 1 0,0-1 0,0 1 0,1-1 0,-1 1 0,0 0 0,1-1 0,-1 1 0,1 0 0,-1-1 0,1 1 0,-1 0 0,0 1 0,-9 19 0,8-17 0,-25 57 0,-39 76 0,28-75 0,-74 92 0,-45 49 0,145-188 0,1 1 0,0 1 0,-12 25 0,23-41 0,-1-1 0,1 1 0,0-1 0,0 1 0,-1-1 0,1 1 0,0-1 0,0 1 0,0 0 0,0-1 0,0 1 0,-1-1 0,1 1 0,0 0 0,0-1 0,0 1 0,1-1 0,-1 1 0,0 0 0,0-1 0,0 1 0,0-1 0,1 1 0,-1-1 0,0 1 0,0 0 0,1-1 0,-1 1 0,0-1 0,1 1 0,0 0 0,1-1 0,-1 1 0,0-1 0,0 1 0,0-1 0,1 0 0,-1 1 0,0-1 0,1 0 0,-1 0 0,0 0 0,1 0 0,1 0 0,43-9 0,-43 8 0,77-21 0,105-25 0,50-3 0,-162 40 0,-11 3 0,-41 3 0,10-1 0,52-17 0,-64 15 0,-10 3 0,1 0 0,0 1 0,-1 0 0,1 1 0,0 0 0,16-1 0,-20 3 0,24 0 0,54-9 0,-11 2 0,-52 6 0,-1-1 0,26-5 0,-38 5 0,-4 2 0,0-1 0,1 0 0,-1-1 0,0 1 0,0-1 0,0 0 0,7-3 0,-10 4 0,0 0 0,-1 0 0,1 0 0,0-1 0,0 1 0,0 0 0,-1 0 0,1 0 0,-1-1 0,1 1 0,-1 0 0,1 0 0,-1-1 0,0 1 0,1-1 0,-1 1 0,0 0 0,0-1 0,0 1 0,0 0 0,-1-1 0,1 1 0,0 0 0,0-1 0,-1 1 0,1 0 0,-1-1 0,1 1 0,-2-2 0,-2-6 0,-1 1 0,0 0 0,0 0 0,-1 1 0,0-1 0,0 1 0,-13-11 0,-12-14 0,17 17 0,-1 0 0,-29-21 0,23 20 0,-19-20 0,-32-47 0,41 47 0,-9-6 0,28 31 0,1 0 0,0-2 0,-10-13 0,-43-57-1365,55 73-5461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00:41.0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1370 24575,'0'-8'0,"1"-1"0,0 1 0,0-1 0,1 1 0,0-1 0,1 1 0,0 0 0,0 0 0,1 0 0,0 0 0,6-8 0,32-56 0,4 2 0,2 3 0,94-102 0,19-18 0,-115 131 0,-32 38 0,0 0 0,19-17 0,-19 20 0,24-29 0,-26 27 0,26-25 0,29-20 0,90-107 0,-135 143 0,1 1 0,1 2 0,1 0 0,1 2 0,2 0 0,0 2 0,33-16 0,-29 15-1365,-21 12-5461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00:41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24575,'1'0'0,"36"-1"0,0 2 0,1 1 0,68 14 0,-84-10 0,-12-5 0,-1 2 0,1-1 0,0 2 0,-1-1 0,9 6 0,-15-8 0,-1 1 0,1 0 0,-1-1 0,0 1 0,1 0 0,-1 1 0,0-1 0,0 0 0,-1 1 0,1-1 0,0 1 0,-1-1 0,0 1 0,1 0 0,-1 0 0,0-1 0,0 1 0,-1 0 0,1 0 0,-1 0 0,1 4 0,0 5 0,0 0 0,-1 0 0,0 0 0,-1 0 0,-4 21 0,4-28 0,0-1 0,-1 1 0,0 0 0,0-1 0,0 0 0,0 1 0,-1-1 0,0 0 0,0 0 0,0-1 0,0 1 0,0-1 0,-1 1 0,0-1 0,1 0 0,-1 0 0,-5 2 0,5-2 33,-1 0 0,1 0 0,0 1 0,1 0 0,-7 6 0,-3 5-1596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00:42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24575,'2'1'0,"1"0"0,0 0 0,-1 1 0,1-1 0,-1 1 0,1 0 0,-1 0 0,0 0 0,3 3 0,4 3 0,40 30 0,62 37 0,-20-21-77,286 165-618,-233-132 695,157 126 0,82 135-5,-267-234-48,15 20 442,7 9 52,-128-135-441,-1 1 0,0 1 0,-1-1 0,0 2 0,0-1 0,-1 1 0,8 15 0,-13-15 342,-6-19-2049,2-1-5119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00:42.5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442 1 24575,'40'36'0,"74"53"0,-112-88 0,97 80 0,-70-56 0,7 7 0,33 39 0,-64-65 0,0 0 0,-1 0 0,0 1 0,0 0 0,-1 0 0,0 0 0,0 0 0,-1 0 0,0 0 0,0 1 0,0-1 0,0 9 0,-2-13 0,0 0 0,1 0 0,-1 0 0,0-1 0,0 1 0,-1 0 0,1 0 0,-1 0 0,1 0 0,-1 0 0,0-1 0,0 1 0,0 0 0,0-1 0,-1 1 0,1-1 0,-1 1 0,1-1 0,-1 0 0,0 1 0,0-1 0,0 0 0,0 0 0,0-1 0,-1 1 0,1 0 0,-1-1 0,1 1 0,-1-1 0,1 0 0,-1 0 0,0 0 0,-5 2 0,-37 5 0,-90 4 0,-48-13 0,73 0 0,-221 1-1365,316 0-5461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46:55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24575,'474'-2'-777,"512"4"-3013,-524 10 2312,221 2-221,2565-15-1035,-3195-1 6374,56-10 0,-38 3-2607,-49 7-7059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46:56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820 0 24575,'-2'1'0,"-1"0"0,1-1 0,-1 1 0,1 0 0,0 0 0,-1 0 0,1 1 0,0-1 0,0 0 0,0 1 0,0 0 0,0-1 0,1 1 0,-1 0 0,0 0 0,1 0 0,-1 0 0,1 0 0,0 0 0,-2 5 0,-23 50 0,25-52 0,-83 246-2051,-22 56-1340,74-236 4196,-79 131 1,-63 53 1989,38-58-1759,132-190-1036,-1 1 0,0-1 0,0 0 0,-1 0 0,0-1 0,0 1 0,0-1 0,-1-1 0,0 1 0,0-1 0,-10 5 0,16-10 0,1 1 0,-1-1 0,0 0 0,1 0 0,-1 1 0,0-1 0,1 0 0,-1 0 0,0 0 0,0 0 0,1 0 0,-1 0 0,0 0 0,1 0 0,-1 0 0,0 0 0,1 0 0,-1-1 0,0 1 0,1 0 0,-1 0 0,0-1 0,1 1 0,-1 0 0,0-1 0,1 1 0,-1-1 0,1 1 0,-1-1 0,1 1 0,-1-1 0,1 1 0,-1-2 0,-4-27 0,17-32 0,-3 35-1365,0 2-5461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46:56.6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555 1 24575,'-2'17'0,"0"0"0,-1-1 0,-1 1 0,0 0 0,-12 27 0,-1 5 0,-126 365 0,87-260 0,15-53 0,-4-2 0,-69 110 0,15-59-1365,90-137-5461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55:39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546 258 24575,'-25'1'0,"-1"0"0,1 1 0,-1 1 0,1 2 0,-28 8 0,38-7 0,0-1 0,0 2 0,1 0 0,-1 1 0,2 0 0,-1 1 0,1 0 0,1 1 0,-17 17 0,-7 10 0,-44 59 0,69-80 0,0 0 0,2 1 0,0 0 0,1 0 0,0 1 0,2 0 0,-6 24 0,4 3 0,2 2 0,2-1 0,2 1 0,2 0 0,11 86 0,-5-98 0,2-1 0,1-1 0,2 0 0,2 0 0,0-1 0,2 0 0,20 30 0,-2-10 0,2-2 0,3-1 0,51 51 0,-58-71 0,1-1 0,2-1 0,1-2 0,1-2 0,1-1 0,1-1 0,55 20 0,-62-32 0,0-1 0,1-2 0,0-1 0,46 2 0,0 0 0,-4 0 0,1-3 0,100-7 0,-154 1 0,1-2 0,-1 0 0,0-2 0,0 0 0,32-14 0,98-57 0,-59 28 0,-74 39 0,-2 0 0,1-1 0,-1-1 0,-1 0 0,0-1 0,0-1 0,23-29 0,-2-6 0,37-66 0,-48 74 0,-15 23 0,0-1 0,-1 0 0,-1-1 0,-1 0 0,-1 0 0,0 0 0,-2-1 0,0 0 0,-2 1 0,0-2 0,-1 1 0,-2-23 0,0 33 0,-10-178 0,8 163 0,-2 0 0,-1 1 0,-1 0 0,-1 0 0,-15-30 0,4 19 0,-1 1 0,-2 1 0,-1 1 0,-28-31 0,-121-109 0,22 53 0,149 119 0,-50-42 0,-86-53 0,117 87 0,-1 0 0,0 2 0,0 1 0,-1 1 0,0 0 0,0 2 0,0 0 0,0 2 0,-29 1 0,-386 1 0,391 4-1365,29 0-5461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55:39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3416 1 24575,'-30'0'0,"0"1"0,0 1 0,0 2 0,0 1 0,0 1 0,1 2 0,0 1 0,0 1 0,-46 24 0,-199 122-345,86-46 149,-234 158-798,66-37 221,56-51-1138,-304 242-1,434-284 2177,-211 222-1,319-289-62,3 2-1,-74 120 1,44-37 3561,83-144-3609,0 0 0,1 0 1,1 1-1,0 0 0,1 0 1,0 0-1,-1 20 0,6-93-1519,-1 37-5461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55:40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699 0 24575,'-11'27'0,"-1"-2"0,-2 1 0,-1-1 0,-22 28 0,-13 22 0,-226 341 0,165-254 0,37-66 0,43-58 0,-26 43 0,56-79 0,0-1 0,-1 1 0,1 0 0,0 0 0,1 0 0,-1 0 0,0 0 0,0 0 0,1 0 0,-1 0 0,1 0 0,0 0 0,0 0 0,0 0 0,0 1 0,0 3 0,1-5 0,-1 0 0,1 0 0,-1 0 0,1 0 0,0 0 0,0 0 0,-1 0 0,1 0 0,0 0 0,0 0 0,0 0 0,0-1 0,0 1 0,0 0 0,0-1 0,0 1 0,1 0 0,-1-1 0,0 0 0,2 1 0,8 1 0,-1 0 0,1-1 0,-1-1 0,1 1 0,14-3 0,-11 1 0,49-1 0,-1-4 0,1-2 0,82-21 0,330-90-948,-351 92 1338,-32 8-794,129-44 1,-204 57-6423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55:41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1264 25 24575,'-1'-1'0,"1"0"0,0 0 0,-1 0 0,0 0 0,1 0 0,-1 0 0,0 0 0,1 0 0,-1 0 0,0 0 0,0 0 0,0 0 0,0 1 0,1-1 0,-1 0 0,-1 1 0,1-1 0,0 0 0,0 1 0,0 0 0,0-1 0,0 1 0,0-1 0,0 1 0,-1 0 0,1 0 0,-2 0 0,-39-5 0,37 5 0,-357 0 0,342 2 0,1 2 0,-1 0 0,0 1 0,1 1 0,0 1 0,1 0 0,0 2 0,0 0 0,0 1 0,1 0 0,1 2 0,0 0 0,-26 25 0,0 6 0,2 1 0,2 3 0,-42 64 0,14-8 0,5 1 0,4 4 0,-75 201 0,124-284 0,1 1 0,2-1 0,0 1 0,2 1 0,0 26 0,10 133 0,-6-174 0,1-1 0,1 1 0,0-1 0,0 0 0,1 0 0,1 0 0,0 0 0,0-1 0,1 0 0,1 0 0,-1 0 0,2-1 0,-1 0 0,1 0 0,1-1 0,16 13 0,12 6 0,1-1 0,81 40 0,-77-44 0,-9-5 0,1-2 0,1-1 0,0-2 0,1-1 0,0-2 0,1-1 0,0-2 0,0-2 0,1-1 0,37-3 0,91 1 0,140-5 0,-276 1 0,0-1 0,-1-1 0,0-2 0,0-1 0,37-16 0,-7-1 0,80-47 0,-105 51 0,0-1 0,-2-2 0,-1-1 0,0-1 0,-2-1 0,-2-2 0,0-1 0,28-43 0,-38 48 0,-2 0 0,-1-2 0,-1 1 0,-1-2 0,-1 0 0,-2 0 0,0-1 0,-2 0 0,-2 0 0,0 0 0,0-53 0,-4 13 0,0 22 0,-1-1 0,-3 1 0,-11-63 0,7 85 0,-1 0 0,-1 0 0,-1 0 0,-25-42 0,-66-86 0,79 121 0,-1 1 30,-1 0 0,-2 2 0,-31-29 0,41 44-242,-1-1 0,0 2 0,-1 1-1,-1 0 1,0 1 0,-39-16 0,40 21-6614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55:41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567 1 24575,'-115'124'0,"72"-74"0,-65 58 0,-161 157 0,268-264 0,-3 3 0,-1 1 0,1 0 0,0 1 0,1-1 0,-5 9 0,8-13 0,-1-1 0,1 1 0,0 0 0,-1 0 0,1 0 0,0 0 0,0 0 0,0 0 0,0 0 0,0 0 0,0 0 0,0-1 0,0 1 0,0 0 0,0 0 0,1 0 0,-1 0 0,0 0 0,0 0 0,1 0 0,-1-1 0,1 1 0,-1 0 0,1 0 0,-1-1 0,1 1 0,0 0 0,-1 0 0,1-1 0,0 1 0,-1-1 0,1 1 0,0-1 0,0 1 0,-1-1 0,1 1 0,0-1 0,0 0 0,0 1 0,0-1 0,0 0 0,0 0 0,0 0 0,-1 0 0,1 0 0,0 0 0,0 0 0,2 0 0,38 4 0,1-2 0,77-6 0,-17 0 0,-13 6 0,87-4 0,-174 2-57,0-1 0,0 1 1,1 0-1,-1-1 0,0 1 0,0-1 0,0 0 0,0 0 0,0 0 0,0 0 1,0 0-1,0 0 0,0 0 0,0-1 0,0 1 0,-1-1 0,1 1 0,-1-1 0,1 0 1,-1 1-1,0-1 0,1 0 0,0-3 0,4-11-6769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55:42.2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24575,'-1'112'0,"5"0"0,5 0 0,39 187 0,-10-85 0,-37-206 0,1 6 0,1-1 0,-2 1 0,0 0 0,-1 0 0,0-1 0,-1 1 0,-1 0 0,-3 16 0,3-28-57,0 1 0,0-1 1,0 1-1,0-1 0,0 0 0,0 0 0,-1 0 0,1 0 0,-1 0 0,1 0 0,-1-1 1,0 1-1,0-1 0,1 0 0,-1 0 0,0 0 0,0 0 0,0 0 0,0-1 1,-1 1-1,1-1 0,0 0 0,-6 0 0,-12 0-6769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55:43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1 284 24575,'6'-4'0,"0"0"0,0 1 0,0 0 0,1 1 0,-1-1 0,1 1 0,-1 0 0,1 1 0,0 0 0,8-1 0,27-7 0,6-9 0,1 3 0,101-19 0,48 1 0,83-10 0,24 10-1656,130-8 1073,-383 39 561,1021-27-658,-944 32 491,1 6 1,-2 5-1,0 6 1,131 37-1,183 80-212,-357-103 388,-2 3-1,-1 3 1,80 54-1,96 76 330,311 266-1,-1 92-315,-511-471 0,288 304 0,-267-271 0,-5 3 0,73 121 0,273 586-183,-361-652 464,-7 3-1,54 260 1,-68-251-281,21 121 0,-46-159 966,-5 212 0,-4-17 151,8-229-1117,3 0 0,49 159 0,-20-86 0,-32-101-27,-3 0 0,-2 1 0,-4 0 0,-5 68 0,2-18-1203,1-87-5596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55:44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573 1 24575,'-27'69'-3422,"-46"88"1,36-81 1808,2 0 3285,-20 57 2921,-76 170-2402,9-86-2191,38-96 0,75-115 0,16-24 0,17-27 0,7 4 0,2 2 0,2 2 0,53-46 0,130-89 0,-68 57 0,-4 7 0,-86 66 0,-2-2 0,59-59 0,-104 91-1365,-1 3-5461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55:44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24575,'2'6'0,"-1"1"0,1-1 0,1 0 0,-1 0 0,1 0 0,0 0 0,0-1 0,1 1 0,6 7 0,10 20 0,12 54 0,-26-64 0,2-1 0,0-1 0,15 26 0,28 59 0,-26-49 0,-14-33-1365,-3-2-5461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55:45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901 1 24575,'-30'-1'0,"0"2"0,0 1 0,0 1 0,0 1 0,0 1 0,1 2 0,-1 2 0,-28 11 0,36-10 0,-59 24 0,-132 78 0,189-97 0,1 1 0,1 1 0,1 1 0,0 1 0,1 1 0,1 1 0,1 0 0,1 1 0,-24 42 0,32-48 0,0 0 0,1 1 0,1 0 0,1 0 0,1 1 0,0 0 0,1-1 0,1 1 0,0 1 0,1 24 0,2-42 0,-1 21 0,1-1 0,2 1 0,0-1 0,1 0 0,8 27 0,-9-42 0,-1-1 0,2 0 0,-1-1 0,0 1 0,1 0 0,0-1 0,0 1 0,1-1 0,-1 0 0,1 0 0,0 0 0,0 0 0,0-1 0,0 0 0,0 0 0,1 0 0,0 0 0,0-1 0,0 1 0,0-1 0,0 0 0,0-1 0,0 1 0,0-1 0,1 0 0,8 0 0,170 0 0,-86-4 0,-74 2 0,0-1 0,0-1 0,0-1 0,-1-2 0,45-15 0,-31 6 0,-1-1 0,62-38 0,-64 28-1365,-23 14-5461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55:45.8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 24575,'0'-4'0,"5"-2"0,5 0 0,6 2 0,4 1 0,4 1 0,1 0 0,1 2 0,1 0 0,0 0 0,0 0 0,-1 1 0,0-1 0,0 0 0,-5-4 0,-1-2 0,-4 1-8191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55:46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1 24575,'-2'31'0,"0"0"0,-2-1 0,-15 59 0,-39 88 0,40-124 0,-2-7-1365,9-29-5461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05:24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 24575,'2'54'0,"1"0"0,14 64 0,0 60 0,-11-86 0,1 237 0,-8-215 0,-1-75 0,-2 1 0,-9 43 0,-3 17 0,14-89 0,0-1 0,-1 1 0,-1-1 0,1 0 0,-8 14 0,6-15 0,0 1 0,1 1 0,1-1 0,-5 19 0,15-140 0,-1 66-85,3 1-1,1 0 1,2 0-1,31-72 0,-15 57-56,3 1-1,62-90 1,61-48 84,-112 145 177,15-9 433,-9 13-310,-36 34-1607,0 2-5461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05:24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24575,'0'7'0,"0"-1"0,1 1 0,0-1 0,0 0 0,1 0 0,0 1 0,0-1 0,1-1 0,-1 1 0,1 0 0,0 0 0,1-1 0,-1 0 0,1 0 0,0 0 0,8 8 0,7 11 0,-15-18 0,0 0 0,1-1 0,-1 0 0,1 0 0,0 0 0,7 4 0,-1 0 0,0 1 0,0 0 0,-1 1 0,-1 0 0,0 0 0,13 21 0,15 19 0,-29-40 101,-3-6-346,0 1 1,0 0 0,-1 1-1,0-1 1,6 13 0,-5-6-6582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05:24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24575,'0'76'0,"18"148"0,36 187 0,-47-340 0,0 34 0,3 24 0,9 49 0,-18-170 157,1 8-39,-1-12-604,0-8-668,-1-6-5672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05:25.3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69 24575,'10'0'0,"0"-2"0,0 1 0,14-5 0,6-1 0,21-9 0,-41 12 0,0 0 0,0 1 0,21-4 0,286-11 0,-308 18 0,0 0 0,0 1 0,0 0 0,-1 1 0,1 0 0,0 0 0,-1 1 0,1 0 0,10 6 0,-8-2 0,0 0 0,-1 0 0,0 1 0,0 1 0,17 18 0,49 63 0,-71-82 0,-1 1 0,0 0 0,0 0 0,-1 0 0,0 0 0,-1 1 0,0-1 0,0 1 0,-1-1 0,0 11 0,6 33 0,-1-25 0,-1 1 0,-2 0 0,-1-1 0,-1 1 0,-4 32 0,2-53 0,0-1 0,-1 0 0,0 0 0,-1 0 0,0 0 0,0 0 0,0-1 0,-1 1 0,0-1 0,0 0 0,-7 8 0,-8 6 0,-35 31 0,40-39 0,-16 12 0,-37 23 0,-2 1 0,42-28 0,-1-2 0,-1 0 0,0-2 0,-1-1 0,0-2 0,-49 15 0,55-21-341,0-1 0,-1-2-1,-37 4 1,47-8-6485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55:46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951 3 24575,'-41'0'0,"23"-2"0,0 1 0,1 1 0,-1 1 0,0 1 0,0 0 0,1 1 0,-1 1 0,1 1 0,0 0 0,-24 11 0,-120 60 0,103-51 0,-61 35 0,85-39 0,1 1 0,1 1 0,1 2 0,1 1 0,1 2 0,2 1 0,1 0 0,-25 38 0,42-53 0,1 0 0,1 1 0,0-1 0,1 1 0,0 1 0,2-1 0,0 1 0,0 0 0,2 0 0,0 0 0,0 20 0,3-32 0,-1-1 0,1 0 0,0 1 0,1-1 0,-1 0 0,0 0 0,1 1 0,0-1 0,0-1 0,0 1 0,0 0 0,0 0 0,0-1 0,1 1 0,-1-1 0,1 0 0,0 0 0,0 0 0,0 0 0,0 0 0,0 0 0,0-1 0,0 0 0,0 1 0,1-1 0,-1 0 0,0-1 0,7 2 0,10 1 0,1 0 0,-1-1 0,30-1 0,-49-1 0,27 0 0,0 0 0,0-2 0,0-1 0,0-2 0,-1 0 0,32-12 0,154-48 0,-120 39 0,138-59 0,-181 54-1365,-37 22-5461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55:47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0 128 24575,'33'0'0,"0"-2"0,1-1 0,-2-2 0,58-15 0,-1-3 0,106-36 0,-155 47-1365,-21 9-5461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55:47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1 24575,'-4'4'0,"-2"6"0,1 6 0,1 4 0,0 3 0,2 3 0,-3 0 0,-1 1 0,0 0 0,2-1 0,-4 5 0,1 5 0,1 1 0,1-1 0,-3-3 0,1-2 0,0-2 0,3-6-8191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56:09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931 0 24575,'-14'1'0,"1"0"0,-1 1 0,1 1 0,0-1 0,-1 2 0,2 0 0,-15 7 0,-86 47 0,55-26 0,8-6 0,2 3 0,1 1 0,1 3 0,2 1 0,2 3 0,1 1 0,-71 86 0,92-96-100,-22 41-1,-39 105-8468,51-99 7429,8-1 1966,16-42 2173,-3 55 1,10 34 1652,5-44-6219,-4-66 1567,0-1 0,1 0 0,0 0 0,0 0 0,1 0 0,1 0 0,-1-1 0,2 0 0,-1 0 0,1 0 0,1-1 0,-1 0 0,1 0 0,1 0 0,-1-1 0,1 0 0,12 7 0,10 6 0,0 0 0,2-3 0,56 24 0,-49-28 0,0-1 0,0-2 0,79 9 0,29 6 0,-109-17 0,-1-3 0,1-1 0,0-1 0,0-3 0,55-5 0,-74 2 0,0-1 0,1-1 0,-1 0 0,-1-2 0,1 0 0,-1-1 0,-1-1 0,27-17 0,4-7 0,69-62 0,-100 78 0,0 0 0,-1 0 0,-2-2 0,1 0 0,-2 0 0,-1-2 0,0 1 0,-2-1 0,0-1 0,-1 0 0,8-35 0,-10 27 0,-1 0 0,-1 0 0,-2-1 0,-2 1 0,0-1 0,-2 0 0,-2 1 0,-8-46 0,7 60 0,-1 0 0,-1 0 0,0 0 0,-1 1 0,-1 0 0,-12-18 0,-66-82 0,64 87 0,-82-92 0,93 108 8,0 0 0,-1 0 0,-1 1 0,0 1 0,0 0 0,-1 0 0,0 2 0,-1 0 0,0 0 0,0 2 0,-1 0 0,1 0 0,-1 1 0,-17-2 0,-17-1-379,-1 1-1,1 3 1,-66 2 0,94 3-6455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56:10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24575,'0'284'0,"0"-328"-1365,0 21-5461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56:10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24575,'14'1'0,"0"0"0,0 1 0,0 1 0,0 0 0,0 1 0,-1 0 0,15 8 0,91 49 0,-71-34 0,-41-23 0,0 1 0,-1 0 0,0 0 0,0 0 0,0 1 0,-1 0 0,1 0 0,-1 0 0,-1 1 0,1-1 0,-1 1 0,-1 0 0,1 1 0,-1-1 0,0 0 0,-1 1 0,0 0 0,0 0 0,1 9 0,1 17 0,-1 1 0,-2 0 0,-3 40 0,0-21 0,2-31-115,1 4-135,-2-1 0,-1 1 0,-1 0 0,-8 32 0,6-42-6576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56:15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56:16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0 24575,'-4'0'0,"-6"0"0,-2 5 0,2 5 0,3 6 0,-3 4 0,2 3 0,1 2 0,2 2 0,-3-5 0,1-1 0,1 0 0,-3-3 0,0-1 0,-2 1 0,0 2 0,3-2-8191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56:16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24575,'5'0'0,"0"1"0,-1 0 0,1 0 0,0 0 0,-1 0 0,0 1 0,1 0 0,-1 0 0,0 0 0,0 0 0,0 1 0,0 0 0,0-1 0,6 8 0,47 56 0,-29-32 0,23 17 0,-35-36 0,-1 0 0,0 1 0,-1 0 0,16 25 0,-26-34 20,1-1 0,0 0 0,1 0 0,-1 0 0,9 6 0,-8-7-267,-1 0-1,1 0 1,-1 1-1,0 0 0,6 9 1,-3 0-6579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56:26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0 24575,'-4'0'0,"-6"0"0,-2 5 0,-2 5 0,1 6 0,-2 4 0,2 4 0,-2-3 0,2-1 0,-1 1 0,2 2 0,3 0 0,-2 2 0,2 0 0,-3-4 0,1-6-8191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56:26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1 24575,'-3'31'0,"-1"-1"0,-2 1 0,-1-1 0,-1 0 0,-1-1 0,-21 43 0,-10 36 0,-23 87 0,82-230-1365,-10 15-5461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56:27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24575,'0'5'0,"0"5"0,0 5 0,0 6 0,0 2 0,0 2 0,0 1 0,0 1 0,0 0 0,0 0 0,0-1 0,0 0 0,0-4-8191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56:27.3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258 0 24575,'-1'10'0,"-1"0"0,0 0 0,-1 0 0,0-1 0,0 1 0,-1-1 0,0 0 0,-1 0 0,-7 10 0,-9 22 0,-3 6 37,-39 58 0,42-73-325,1 1 0,1 1 0,2 1 1,-13 37-1,27-62-6538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56:27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1 24575,'-2'15'0,"0"0"0,0 0 0,-2 0 0,0 0 0,0-1 0,-2 1 0,1-1 0,-2 0 0,-8 13 0,5-9 0,2-1 0,0 2 0,1-1 0,-9 35 0,-11 90 0,76-221-1365,-38 61-5461</inkml:trace>
  <inkml:trace contextRef="#ctx0" brushRef="#br0" timeOffset="1">179 104 24575,'0'4'0,"0"6"0,0 6 0,0 4 0,0 3 0,0 3 0,0-4-8191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56:28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0 24575,'-1'31'0,"-2"0"0,0 0 0,-2 0 0,-1 0 0,-19 52 0,0-20 0,-52 95 0,65-128 0,-18 57 0,22-60 0,23-50-341,1 0 0,2 2-1,21-23 1,-17 21-6485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56:28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52 130 24575,'-1'19'0,"-1"0"0,-8 35 0,6-34 0,0 1 0,-1 25 0,-8 46 94,9-72-458,1 0-1,0 0 0,1 29 0</inkml:trace>
  <inkml:trace contextRef="#ctx0" brushRef="#br0" timeOffset="1">206 1 24575,'0'27'0,"-1"1"0,-1 0 0,-2-1 0,-1 0 0,-1 0 0,-1 0 0,-19 45 0,7-19 15,15-38-291,-1 0 0,-1-1 0,0 0 0,-12 18 0,10-18-6550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56:29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0 24575,'0'5'0,"0"5"0,-5 1 0,0 8 0,-1 5 0,2 2 0,1 2 0,1 0 0,1 0 0,0-1 0,1-1 0,0 1 0,1-1 0,-1 0 0,-4-5 0,-2-6-8191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56:48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273 1 24575,'-3'0'0,"0"1"0,0 0 0,1-1 0,-1 1 0,0 1 0,1-1 0,-1 0 0,1 1 0,-1-1 0,1 1 0,0 0 0,-1 0 0,1-1 0,0 2 0,-3 2 0,-29 40 0,29-37 0,-174 236-1365,168-227-5461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56:49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1 24575,'-4'0'0,"-2"4"0,0 7 0,-3 0 0,0 3 0,2 4 0,1 3 0,-2-2 0,0 0 0,-2-3 0,-1 0 0,3 1 0,2 3 0,2-2-8191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56:49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24575,'0'5'0,"0"5"0,0 5 0,0 6 0,0 2 0,0 2 0,0 2 0,0-1 0,0 1 0,0 0 0,0-1 0,0-4-8191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56:49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1 24575,'0'4'0,"0"7"0,0 4 0,0 6 0,0 2 0,-5 2 0,-1 2 0,-4-5 0,0-1 0,1 0 0,3 1 0,2 1 0,-3-4 0,0 0 0,2 1 0,1 1 0,1-3-8191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56:50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24575,'0'5'0,"0"5"0,0 6 0,0 4 0,0 3 0,0 3 0,0 0 0,0 1 0,0 0 0,0-1 0,0 1 0,0-6-8191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56:50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24575,'0'5'0,"0"5"0,5 6 0,0 4 0,1 3 0,-1 3 0,-2 0 0,-1 1 0,-1 0 0,-1-1 0,0-4-8191</inkml:trace>
  <inkml:trace contextRef="#ctx0" brushRef="#br0" timeOffset="1">78 129 24575,'0'4'0,"0"7"0,0 4 0,0 5 0,0 4 0,0 1 0,0 1 0,-5-3 0,-5-7 0,-1 0 0,1 0 0,2 2 0,-2-1 0,2 0 0,0 1 0,3-1-8191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56:51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83 130 24575,'0'4'0,"0"6"0,-4 2 0,-2 2 0,-4 4 0,0 2 0,-3 4 0,0 0 0,-1-2 0,2-6-8191</inkml:trace>
  <inkml:trace contextRef="#ctx0" brushRef="#br0" timeOffset="1">31 1 24575,'0'4'0,"0"7"0,5 4 0,1 6 0,-1 2 0,0 2 0,-2 2 0,-1 0 0,-1-5-8191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56:52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718 0 24575,'-3'8'0,"1"0"0,-1-1 0,-1 1 0,1-1 0,-1 0 0,-1 0 0,1 0 0,-6 6 0,-12 20 0,2 1 0,-18 40 0,-19 33 0,4-18 0,-70 104 0,84-139 0,-106 137 0,106-143 0,-74 66 0,110-110 0,0-1 0,0 1 0,0 0 0,1 0 0,-1 0 0,1 0 0,0 0 0,0 0 0,1 1 0,-1-1 0,1 1 0,0-1 0,0 1 0,0 8 0,0-11 0,1 0 0,0 0 0,0-1 0,0 1 0,1 0 0,-1-1 0,0 1 0,0 0 0,1-1 0,-1 1 0,1 0 0,0-1 0,-1 1 0,1-1 0,0 1 0,0-1 0,0 1 0,0-1 0,0 0 0,0 1 0,0-1 0,1 0 0,-1 0 0,0 0 0,1 0 0,-1 0 0,1 0 0,-1 0 0,1-1 0,-1 1 0,1-1 0,0 1 0,-1-1 0,1 1 0,0-1 0,-1 0 0,1 0 0,0 0 0,-1 0 0,1 0 0,0 0 0,0 0 0,1-1 0,52-8 0,0-2 0,62-21 0,37-9 0,-95 28 0,172-31 0,-168 35 0,-19 2 0,79-3 0,-26 13 0,113-5 0,-208 2 0,0 0 0,0 0 0,0-1 0,0 1 0,0 0 0,0-1 0,0 1 0,0-1 0,0 0 0,0 0 0,0 0 0,0 0 0,0 0 0,0 0 0,-1 0 0,1 0 0,-1-1 0,1 1 0,1-2 0,-3 1 0,1 1 0,0-1 0,-1 1 0,0 0 0,1-1 0,-1 1 0,0-1 0,0 1 0,0-1 0,0 1 0,0-1 0,0 1 0,0-1 0,0 1 0,-1-1 0,1 1 0,-1-1 0,1 1 0,-2-3 0,-2-3 0,0 0 0,0 0 0,0 1 0,-1 0 0,0 0 0,-1 0 0,1 0 0,-9-6 0,5 4 0,0 0 0,1-1 0,0 0 0,1 0 0,-7-12 0,-23-27 0,-41-45 0,54 62 0,-53-52 0,56 61 0,-32-41 0,-11-12 0,39 47 0,2-1 0,-23-35 0,36 49 0,-1-1-273,1 0 0,0-1 0,1 0 0,-7-20 0,10 20-6553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56:54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3934 1095 24575,'-17'-1'0,"-1"0"0,1-1 0,-1-1 0,1-1 0,-26-9 0,-83-40 0,48 18 0,-168-72-391,-81-31-352,218 96 383,-124-45 809,75 36-5879,-22-3 4149,-280-72 766,16 14 515,50 12 0,76 40-219,216 43 182,58 9 177,-40-7 395,-1 3 0,-97-1 0,94 8 5773,64 2-6530,0-1-1,0-1 0,-33-12 0,41 11-6603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56:54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1 24575,'-1'15'0,"-1"0"0,-1 0 0,-1 0 0,0-1 0,0 1 0,-2-1 0,0 0 0,0-1 0,-1 1 0,-14 18 0,12-18 0,0 0 0,1 1 0,1 0 0,0 0 0,1 1 0,1 0 0,1 0 0,-5 24 0,9-31 0,-2 8 0,0 0 0,2 0 0,0 1 0,5 29 0,-4-43 0,-1 0 0,1 0 0,1-1 0,-1 1 0,0 0 0,1-1 0,0 1 0,0-1 0,0 1 0,0-1 0,1 0 0,-1 0 0,1 0 0,0 0 0,0 0 0,0-1 0,0 1 0,0-1 0,0 0 0,1 0 0,-1 0 0,1-1 0,0 1 0,-1-1 0,1 1 0,5 0 0,48 6 18,-42-6-295,1 0 1,-1 0-1,-1 2 1,25 7-1,-25-3-6549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56:57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24575,'0'24'0,"-1"-6"0,0-1 0,1 0 0,1 0 0,1 0 0,1 1 0,0-1 0,1-1 0,0 1 0,2-1 0,11 25 0,-3-7 0,9 19 0,-22-51 0,0 0 0,0 0 0,0-1 0,0 1 0,0 0 0,1-1 0,-1 1 0,0-1 0,1 1 0,-1-1 0,1 0 0,0 0 0,-1 0 0,1 0 0,0 0 0,0 0 0,0 0 0,-1 0 0,1-1 0,4 2 0,-4-3 0,0 1 0,0 0 0,0-1 0,0 1 0,0-1 0,0 0 0,0 0 0,0 0 0,-1 0 0,1 0 0,0 0 0,0 0 0,-1 0 0,1-1 0,-1 1 0,1-1 0,-1 1 0,1-1 0,-1 0 0,0 1 0,0-1 0,0 0 0,1-2 0,22-54 0,-16 37 0,-1 1 0,-1 1 0,5-32 0,-8 35 0,0-1 0,2 1 0,0 0 0,8-17 0,-13 33 0,0-1 0,0 0 0,0 1 0,1-1 0,-1 0 0,0 1 0,1-1 0,-1 0 0,0 1 0,1-1 0,-1 1 0,1-1 0,-1 1 0,1-1 0,-1 1 0,1-1 0,-1 1 0,1 0 0,0-1 0,-1 1 0,1 0 0,-1-1 0,1 1 0,0 0 0,0 0 0,-1-1 0,1 1 0,0 0 0,-1 0 0,1 0 0,0 0 0,-1 0 0,1 0 0,0 0 0,-1 0 0,2 1 0,0 0 0,0 0 0,-1 1 0,1-1 0,0 1 0,-1-1 0,1 1 0,-1-1 0,1 1 0,-1 0 0,0 0 0,2 3 0,21 55 0,-18-36 0,-5-14 0,1 0 0,1 0 0,-1 0 0,1-1 0,1 1 0,0-1 0,0 0 0,1 0 0,0-1 0,10 13 0,-14-20 0,0 0 0,0-1 0,0 1 0,0-1 0,0 1 0,1-1 0,-1 1 0,0-1 0,0 0 0,1 1 0,-1-1 0,0 0 0,0 0 0,1 0 0,-1 0 0,0 0 0,0 0 0,1-1 0,-1 1 0,0 0 0,0 0 0,0-1 0,1 1 0,-1-1 0,0 1 0,0-1 0,0 0 0,0 1 0,0-1 0,2-1 0,33-32 0,-26 25 0,-1-1-136,1-1-1,-2 0 1,1 0-1,-2 0 1,1-1-1,-2-1 1,1 1-1,-2-1 0,8-25 1,-6 18-6690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56:58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53 24575,'0'-1'0,"-1"-1"0,0 0 0,1 0 0,-1 1 0,0-1 0,0 1 0,0-1 0,0 0 0,0 1 0,0 0 0,-1-1 0,1 1 0,0 0 0,-1-1 0,1 1 0,-1 0 0,1 0 0,-1 0 0,1 0 0,-1 1 0,0-1 0,-2 0 0,-40-14 0,34 13 0,0 0 0,0 1 0,1-1 0,-1 2 0,0 0 0,-11 1 0,18-1 0,1 0 0,-1 1 0,1 0 0,-1-1 0,1 1 0,-1 0 0,1 0 0,0 0 0,-1 0 0,1 1 0,0-1 0,0 1 0,0-1 0,0 1 0,0 0 0,1 0 0,-1-1 0,0 1 0,1 1 0,-1-1 0,1 0 0,0 0 0,0 0 0,0 1 0,0-1 0,0 1 0,0-1 0,0 5 0,-2 7 0,1-1 0,1 1 0,0 0 0,1 0 0,1 0 0,0 0 0,1-1 0,5 23 0,-6-31 0,0 0 0,1-1 0,0 1 0,0-1 0,0 1 0,0-1 0,1 0 0,-1 0 0,1 0 0,0 0 0,1 0 0,-1-1 0,1 1 0,-1-1 0,1 0 0,0 0 0,0 0 0,0-1 0,1 1 0,-1-1 0,1 0 0,-1-1 0,1 1 0,0-1 0,-1 1 0,1-1 0,5 0 0,-5 0-62,0 0 0,0-1 0,0 1 0,1-1 0,-1 0 0,0-1 0,0 1 0,0-1 0,0 0 0,0 0 0,-1 0 0,1-1-1,0 0 1,0 0 0,-1 0 0,1 0 0,-1-1 0,0 0 0,0 0 0,0 0 0,4-4 0,4-9-6764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56:58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56:58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56:59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24575,'0'5'0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56:59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291 0 24575,'-4'1'0,"1"0"0,-1 0 0,1 0 0,-1 1 0,1-1 0,0 1 0,-1-1 0,1 1 0,0 0 0,0 0 0,1 1 0,-1-1 0,0 1 0,1-1 0,-4 5 0,-32 43 0,27-33 0,2-6 0,1 2 0,1-1 0,0 1 0,1 0 0,-6 16 0,11-27 0,1 0 0,-1 0 0,1 0 0,-1 0 0,1 0 0,0 0 0,0 0 0,0 0 0,0 0 0,0 1 0,0-1 0,0 0 0,1 0 0,-1 0 0,1 0 0,0 0 0,0 0 0,0 0 0,-1 0 0,2-1 0,-1 1 0,0 0 0,0 0 0,1-1 0,-1 1 0,0-1 0,1 1 0,0-1 0,-1 0 0,1 1 0,0-1 0,0 0 0,-1 0 0,1 0 0,0-1 0,0 1 0,0 0 0,0-1 0,0 1 0,0-1 0,1 0 0,-1 1 0,2-1 0,25 3 0,-23-2 0,0-1 0,0 1 0,0 0 0,0 0 0,11 5 0,-15-5 0,0 0 0,0 0 0,0 0 0,0 1 0,0-1 0,-1 1 0,1-1 0,0 1 0,-1 0 0,1-1 0,-1 1 0,0 0 0,0 0 0,0 0 0,0 0 0,0 0 0,0 1 0,0-1 0,-1 0 0,1 3 0,3 17 0,-2 0 0,0-1 0,-2 1 0,0 0 0,-2 0 0,0 0 0,-7 26 0,7-41 0,-1 1 0,-1-1 0,0 0 0,0 0 0,0-1 0,-1 1 0,1-1 0,-2 0 0,1 0 0,-1 0 0,0-1 0,0 0 0,0 0 0,-1-1 0,-10 6 0,10-5 0,-1-1 0,0 0 0,0-1 0,0 0 0,0 0 0,0-1 0,-1 0 0,1 0 0,-1-1 0,0 0 0,1-1 0,-1 1 0,1-2 0,-10 0 0,15 0 0,-1 0 0,1 0 0,0 0 0,0 0 0,1 0 0,-1-1 0,0 1 0,0-1 0,1 0 0,-1 0 0,1 0 0,-1 0 0,1 0 0,0 0 0,0-1 0,0 1 0,0-1 0,0 1 0,-2-5 0,2 1 0,0 1 0,1 0 0,-1-1 0,1 1 0,0-1 0,1 1 0,-1-1 0,1 1 0,0-1 0,1-8 0,0 4 0,1 1 0,0 0 0,0 0 0,1 0 0,0 1 0,0-1 0,1 1 0,0-1 0,1 1 0,0 1 0,0-1 0,0 1 0,10-11 0,-6 10 0,0 1 0,0 0 0,0 0 0,1 1 0,0 0 0,0 1 0,1 0 0,-1 0 0,1 2 0,0-1 0,0 1 0,1 0 0,-1 1 0,0 1 0,1 0 0,-1 0 0,17 2 0,-16-1 0,0 1 0,0 0 0,0 1 0,0 0 0,0 0 0,-1 2 0,18 6 0,-28-9-39,0-1 0,0 1 0,0 0 0,0-1 0,0 1 0,0-1 0,0 1 0,0-1 0,0 0 0,1 0 0,-1 1 0,0-1 0,0 0 0,0 0 0,0 0 0,0 0 0,0 0 0,1 0 0,-1 0 0,0-1 0,0 1 0,0 0 0,0-1 0,0 1 0,0-1 0,0 1 0,0-1 0,0 1 0,0-1 0,0 0 0,0 1 0,0-1 0,-1 0 0,3-1 0,2-9-6787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57:00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24575,'1'15'0,"1"1"0,0-1 0,6 20 0,5 37 0,-1 55 0,2 57 0,-14-181 0,0 1 0,0 0 0,0-1 0,1 1 0,-1 0 0,1-1 0,0 1 0,0-1 0,0 1 0,0-1 0,1 1 0,2 5 0,-3-9 0,-1 1 0,1-1 0,-1 1 0,1-1 0,-1 1 0,1-1 0,0 0 0,-1 1 0,1-1 0,-1 0 0,1 0 0,0 1 0,-1-1 0,1 0 0,0 0 0,-1 0 0,1 0 0,0 0 0,-1 0 0,1 0 0,0 0 0,-1 0 0,1 0 0,0 0 0,1-1 0,0 0 0,1 0 0,-1 0 0,0-1 0,1 1 0,-1-1 0,0 0 0,0 1 0,0-1 0,0 0 0,2-3 0,88-118 0,-76 104 0,-13 14 0,0 1 0,0 0 0,0 0 0,1 0 0,0 0 0,0 0 0,6-3 0,-9 6 0,1 1 0,-1-1 0,0 1 0,1-1 0,-1 1 0,1 0 0,-1 0 0,0 0 0,1 0 0,-1 0 0,1 0 0,-1 0 0,1 0 0,-1 0 0,0 1 0,1-1 0,-1 1 0,0-1 0,1 1 0,-1-1 0,0 1 0,0 0 0,1 0 0,-1-1 0,0 1 0,0 0 0,0 0 0,0 0 0,0 0 0,0 0 0,0 1 0,-1-1 0,2 2 0,6 9 0,-2 1 0,1 0 0,-1 0 0,-1 1 0,-1-1 0,0 1 0,0 0 0,-2 0 0,3 26 0,3 11 0,-2 10 0,-4-40 0,-2-54 0,0-17-1365,0 26-5461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57:00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1 206 24575,'9'0'0,"7"0"0,5 0 0,3 0 0,7 0 0,2 0 0,0 0 0,-6-4 0,-7-7 0,-7 0-8191</inkml:trace>
  <inkml:trace contextRef="#ctx0" brushRef="#br0" timeOffset="1">180 0 24575,'-20'55'0,"16"-23"0,1-1 0,1 43 0,3-45 0,-2 0 0,-1 0 0,-8 38 0,8-60-195,1 1 0,-1-1 0,1 0 0,1 1 0,0-1 0,1 15 0,3-1-6631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58:17.2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2389 0 24575,'-1'26'0,"-9"48"0,-1 8 0,0 16 0,-24 109 0,24-151 0,-17 88-285,-6-1 1,-95 247-1,30-178-218,-9-5 0,-197 284 0,186-325-218,-279 298 0,-197 97-722,532-509 2755,-1-3 0,-3-4 0,-122 64 0,185-107-1303,-1 0 1,1 0-1,-1 0 0,0 0 0,1-1 1,-1 0-1,0 0 0,0 0 0,0-1 0,0 1 1,0-1-1,-5-1 0,8 1-60,0-1 0,-1 1-1,1-1 1,0 0 0,0 0 0,0 0 0,0 0-1,0 0 1,0 0 0,1 0 0,-1-1 0,0 1-1,1-1 1,-1 1 0,1-1 0,-1 0-1,1 0 1,0 1 0,0-1 0,0 0 0,0 0-1,0 0 1,0 0 0,0-1 0,1 1 0,-1 0-1,1 0 1,-1-3 0,-2-14-6775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58:17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507 1 24575,'-2'0'0,"0"1"0,0-1 0,0 1 0,0 0 0,0-1 0,0 1 0,0 0 0,0 0 0,0 1 0,0-1 0,0 0 0,1 1 0,-1-1 0,0 1 0,1-1 0,0 1 0,-2 2 0,-25 36 0,20-26 0,-16 26 0,3 1 0,1 2 0,-16 48 0,-2 7 0,6-13 0,-26 106 0,0 3 0,-63 249 0,106-323 0,4-26 0,10-91 0,1-1 0,-1 1 0,1 0 0,-1 0 0,1 0 0,0 1 0,0-1 0,1 0 0,-1 0 0,0 0 0,1 0 0,0-1 0,0 1 0,0 0 0,0 0 0,0 0 0,1-1 0,2 5 0,-2-4 0,1-1 0,0 0 0,0 0 0,0-1 0,0 1 0,0-1 0,1 1 0,-1-1 0,0 0 0,0 0 0,1 0 0,-1-1 0,1 1 0,-1-1 0,1 0 0,3 0 0,312-1 0,-114-3 0,-189 4 0,92-1 0,0 5 0,131 21 0,-77-3 61,-95-15-774,95 23 0,-138-23-6113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58:30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362 974 24575,'-2'105'0,"0"-38"0,11 121 0,-3-153 0,2 0 0,1 0 0,23 54 0,55 97 0,-28-63 0,-41-89 0,0-1 0,2-1 0,2-1 0,1-1 0,1-1 0,1 0 0,2-2 0,0-2 0,2 0 0,1-2 0,1-1 0,44 24 0,-47-32 0,0-2 0,0-1 0,1-1 0,0-2 0,42 7 0,-16-7 0,-1-3 0,61-1 0,-76-8 0,1-1 0,-1-2 0,-1-2 0,1-1 0,48-21 0,15-12 0,-2-5 0,184-119 0,-208 120 0,10-9 0,-3-3 0,-2-4 0,96-96 0,-156 136 0,-1-2 0,-2 0 0,0-1 0,-2 0 0,-1-1 0,-1-1 0,-1-1 0,-1 0 0,-2 0 0,9-42 0,-13 20 0,-2-1 0,-2 1 0,-6-68 0,0 4 0,3 59 0,-2 0 0,-17-93 0,13 116 0,-2 1 0,-1 0 0,-2 0 0,-1 1 0,-30-53 0,16 40 0,-59-76 0,73 106 0,0 0 0,0 1 0,-1 1 0,-1 0 0,0 0 0,0 2 0,-1 0 0,-28-12 0,7 7 0,-2 3 0,0 1 0,-79-11 0,-126 0 0,204 20 0,-581-2 0,552 8 0,-1 3 0,1 3 0,1 3 0,0 2 0,-119 46 0,81-20 0,1 6 0,-185 112 0,274-147 0,-1 1 0,2 1 0,0 0 0,0 2 0,-17 24 0,-54 92 0,76-114 0,0 1 0,1 0 0,1 0 0,1 1 0,1 0 0,0 0 0,2 1 0,0-1 0,2 1 0,-1 41 0,5 108-1365,-2-148-5461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58:30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668 477 24575,'-13'1'0,"0"1"0,0 0 0,0 1 0,0 1 0,0 0 0,1 0 0,0 1 0,0 1 0,0 0 0,1 1 0,0 0 0,0 1 0,-10 9 0,-20 19 0,-63 71 0,102-105 0,-38 43 0,1 1 0,3 2 0,1 2 0,3 1 0,2 2 0,3 0 0,-26 70 0,40-72 0,2 1 0,3-1 0,-4 103 0,11-126 0,-2 349 0,6-345 0,1 1 0,2-1 0,1 0 0,2 0 0,16 39 0,5-1 0,44 75 0,-64-128 0,0-1 0,0 0 0,2-1 0,0-1 0,0 1 0,1-2 0,1 0 0,18 13 0,-21-18 0,1-1 0,0 0 0,0-1 0,1 0 0,0-1 0,0 0 0,0-1 0,0-1 0,1 0 0,-1-1 0,26 1 0,13-2 0,74-8 0,-102 4 0,0-1 0,0-2 0,0 0 0,0-2 0,25-12 0,43-28 0,-3-4 0,125-95 0,-151 99 0,82-78 0,-121 103 0,-2-1 0,-1-2 0,-1 0 0,-1-1 0,-2 0 0,18-38 0,-10 10 0,21-72 0,-38 99 0,-1-1 0,-2 0 0,-1 0 0,1-48 0,-5 44 0,-7-159 0,4 169 0,-1-1 0,-1 0 0,-1 1 0,-1 0 0,-2 1 0,-10-23 0,-12-13 0,-3 1 0,-3 2 0,-66-77 0,-148-135 0,245 261 0,-67-65 40,-2 4 0,-101-69 0,124 100-337,-3 3 0,0 2 0,-2 2 0,-98-33 0,106 47-6529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5:58:31.8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590 234 24575,'-6'5'0,"-1"-1"0,0 1 0,0-1 0,0-1 0,0 0 0,0 0 0,-1 0 0,-13 2 0,-26 12 0,19-1 0,0 2 0,2 0 0,0 2 0,1 1 0,2 2 0,0 0 0,1 1 0,1 1 0,-18 28 0,15-17 0,1 0 0,1 1 0,3 1 0,1 1 0,1 1 0,3 0 0,1 1 0,2 1 0,-9 60 0,4 55 0,8 313 0,10-456 0,1 1 0,0 0 0,1-1 0,0 0 0,1 1 0,1-2 0,0 1 0,1-1 0,1 0 0,16 22 0,-6-11 0,1-2 0,2 0 0,0-1 0,34 26 0,-4-9 0,1-3 0,95 48 0,-114-67 0,0-2 0,1-2 0,0 0 0,1-3 0,0-1 0,42 4 0,503 18 0,-452-29 0,124-3 0,-220-1 0,0-2 0,0 0 0,-1-2 0,60-22 0,-41 9 0,-1-2 0,54-33 0,-83 41 0,0-1 0,-1 0 0,0-2 0,-2 0 0,0 0 0,-1-2 0,14-20 0,87-150 0,-108 171 0,-1-1 0,-1 1 0,0-1 0,-2 0 0,0 0 0,-1-1 0,2-36 0,-7-146 0,-3 94 0,4 81 0,-1 0 0,-1 0 0,-1 1 0,-1-1 0,-2 1 0,0 0 0,-2 0 0,-1 1 0,-1 0 0,-16-28 0,-4 1 0,-3 1 0,-74-85 0,-96-77 0,161 174 0,-2 1 0,-1 3 0,-55-32 0,-157-73 0,243 133 0,-148-66 0,141 66 0,0 0 0,0 2 0,-1 1 0,0 0 0,0 2 0,-24 0 0,-15 2 0,-107 3 0,160-1 13,0-1 0,-1 1 0,1 0 1,0 1-1,0 0 0,1 0 0,-1 1 0,-9 6 0,-54 41-1425,70-50 1341,-21 17-6755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6:09:52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4053 24575,'163'7'-226,"214"38"0,136 7-190,491-51-590,-463-3 610,-400-5 205,-2-5 0,0-7 0,250-66 0,-310 64 151,-1-4 0,-1-2 0,-2-4 1,-1-4-1,-1-2 0,107-75 0,-128 74 40,31-22 0,140-132 0,-161 128 0,358-403 0,14-127 0,-372 501 829,-3-2-1,-5-3 0,80-201 0,-54 28-828,-58 189 0,29-142 0,-10 0 0,-34 144 0,-7-142 0,-2 90 0,4 50 0,0 45 0,-1-1 0,-2 1 0,-8-51 0,2 65-44,0-1 0,-2 1 0,0 1 1,-2 0-1,-22-36 0,10 20-1058,14 20-5724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6:09:52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285 101 24575,'-9'-1'0,"1"1"0,0 0 0,0 1 0,-1 0 0,1 0 0,0 0 0,0 1 0,0 1 0,0-1 0,1 1 0,-1 1 0,1-1 0,-1 1 0,1 0 0,0 1 0,1 0 0,-1 0 0,1 0 0,0 1 0,0 0 0,1 0 0,-9 12 0,-3 7 0,-2 1 0,-27 52 0,41-68 0,1 0 0,0-1 0,1 1 0,0 0 0,1 1 0,0-1 0,0 0 0,1 1 0,0 18 0,2-27 0,-1 0 0,0 1 0,0-1 0,1 0 0,0 0 0,-1 1 0,1-1 0,0 0 0,0 0 0,0 0 0,0 0 0,0 0 0,1 0 0,-1-1 0,0 1 0,1 0 0,0 0 0,-1-1 0,1 1 0,0-1 0,3 2 0,0 0 0,1-1 0,-1 0 0,0 0 0,1-1 0,-1 1 0,0-1 0,1 0 0,10 0 0,1-1 0,0-1 0,0-1 0,0 0 0,0-1 0,20-7 0,-18 2 0,0-1 0,0-1 0,-1-1 0,-1 0 0,1-2 0,-2 0 0,0 0 0,0-2 0,-2 0 0,0-1 0,0 0 0,18-30 0,-29 41 0,-1-1 0,1 1 0,-1-1 0,0 0 0,0 0 0,-1 0 0,0 0 0,0 0 0,0 0 0,-1-1 0,0 1 0,0 0 0,0 0 0,-1 0 0,0 0 0,0-1 0,-1 1 0,0 1 0,0-1 0,0 0 0,0 0 0,-1 1 0,0-1 0,0 1 0,-1 0 0,0 0 0,0 0 0,0 0 0,0 1 0,0 0 0,-1 0 0,0 0 0,0 0 0,0 1 0,-7-4 0,-37-23 30,34 20-379,-1 0 0,0 1 1,-20-8-1,20 12-6477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6:09:53.2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0 24575,'-3'13'0,"0"0"0,0-1 0,-1 0 0,-1 0 0,0 0 0,-1-1 0,0 1 0,0-1 0,-11 13 0,-6 13 0,20-31 0,-7 10 0,0 0 0,2 0 0,0 1 0,1 1 0,0-1 0,2 1 0,0 0 0,-5 32 0,10-48 0,1 0 0,-1 1 0,0-1 0,0 0 0,1 0 0,0 0 0,-1 1 0,1-1 0,0 0 0,0 0 0,0 0 0,0 0 0,0 0 0,0 0 0,1-1 0,-1 1 0,1 0 0,-1-1 0,1 1 0,0-1 0,0 1 0,0-1 0,-1 0 0,1 1 0,0-1 0,0 0 0,1-1 0,-1 1 0,0 0 0,0-1 0,0 1 0,0-1 0,3 1 0,10 1 0,0-1 0,0 0 0,0-1 0,15-3 0,-7 2 0,-2 1 0,1-1 0,-1-1 0,0-1 0,0-1 0,0-1 0,-1-1 0,1 0 0,-1-2 0,-1 0 0,1-1 0,-2-1 0,1-1 0,-1-1 0,18-15 0,-32 24 4,0-1 0,-1 1 0,0-1 0,0 0 0,0 0 0,0 0 0,0 0 0,-1 0 0,0 0 0,0-1 0,0 1 0,0-1 0,-1 0 0,1 1 0,-1-1 0,-1 0 0,1 0 0,-1 0 0,1 0 0,-1 1 0,-1-1 0,1 0 0,-1 0 0,0 0 0,0 0 0,0 1 0,-1-1 0,1 0 0,-4-4 0,0-3-153,-2 0 1,1 0-1,-2 0 1,1 1-1,-2 0 1,1 1-1,-1 0 1,-1 0-1,-13-10 1,10 10-6678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6:09:53.6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54 24575,'-7'0'0,"-1"1"0,1 1 0,-1-1 0,1 1 0,0 0 0,-1 1 0,1-1 0,1 2 0,-1-1 0,0 1 0,1 0 0,-1 0 0,1 0 0,0 1 0,-9 10 0,-6 8 0,0 1 0,-25 40 0,30-41 0,12-17 0,1 0 0,-1 0 0,1 1 0,0-1 0,1 1 0,-1 0 0,1 0 0,0 0 0,1 0 0,0 0 0,0 0 0,1 11 0,0-15 0,0-1 0,0 0 0,1 0 0,-1 0 0,1 0 0,-1 0 0,1 0 0,0 0 0,0 0 0,0 0 0,0 0 0,0 0 0,0 0 0,1-1 0,-1 1 0,0 0 0,1-1 0,1 2 0,0-1 0,-1-1 0,1 0 0,0 0 0,0 0 0,-1 0 0,1 0 0,0-1 0,0 1 0,0-1 0,0 0 0,0 0 0,0 0 0,0 0 0,0 0 0,0-1 0,-1 1 0,4-2 0,8-1 0,0-1 0,0-1 0,-1-1 0,0 0 0,0 0 0,-1-1 0,16-12 0,79-69 0,-62 48 0,-41 36 0,0 0 0,0-1 0,-1 1 0,1-1 0,-1 0 0,0 0 0,0 0 0,-1-1 0,0 1 0,0 0 0,0-1 0,0 1 0,-1-1 0,1-10 0,-1 12 0,-1 1 0,0-1 0,0 0 0,0 1 0,0-1 0,0 0 0,-1 1 0,0-1 0,1 1 0,-1-1 0,-1 1 0,1-1 0,0 1 0,-1 0 0,0-1 0,0 1 0,0 0 0,0 0 0,0 0 0,-1 1 0,1-1 0,-1 0 0,-5-3 0,0 1-136,0 1-1,0 0 1,-1 0-1,1 1 1,-1 0-1,0 1 1,0 0-1,0 0 0,-14 0 1,2 1-6690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6:09:54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1 257 24575,'0'16'0,"1"1"0,1-1 0,0 1 0,2-1 0,-1 0 0,2 0 0,0 0 0,1-1 0,1 0 0,15 26 0,-15-26 0,-1-1 0,0 1 0,-1 0 0,-1 0 0,0 1 0,2 31 0,-4-32 0,0 0 0,1 0 0,0-1 0,1 1 0,1-1 0,0 0 0,14 27 0,-18-40 0,-1 0 0,1 1 0,0-1 0,0 0 0,0 0 0,0 0 0,0 0 0,0 0 0,0 0 0,0 0 0,1 0 0,-1 0 0,0-1 0,1 1 0,-1 0 0,0-1 0,1 1 0,-1-1 0,0 0 0,1 1 0,-1-1 0,1 0 0,-1 0 0,1 0 0,-1 0 0,1 0 0,-1 0 0,1 0 0,-1 0 0,1-1 0,-1 1 0,0-1 0,1 1 0,-1-1 0,1 1 0,-1-1 0,0 0 0,0 0 0,1 0 0,-1 0 0,0 1 0,0-1 0,0-1 0,0 1 0,0 0 0,1-1 0,7-8 0,0-1 0,-1 0 0,13-22 0,-17 27 0,18-29 0,2 1 0,1 1 0,2 1 0,48-44 0,22-19 0,-36 35 0,97-76 0,-157 135 0,1 0 0,0 0 0,-1 0 0,1 0 0,-1-1 0,0 1 0,1 0 0,-1-1 0,0 1 0,0-1 0,0 1 0,0-1 0,0 0 0,0 1 0,0-1 0,-1 0 0,1 0 0,0 1 0,-1-1 0,0 0 0,1 0 0,-1 0 0,0-2 0,-1 1 0,1 1 0,-1-1 0,0 1 0,0 0 0,-1-1 0,1 1 0,0 0 0,-1 0 0,1 0 0,-1 0 0,0 0 0,1 0 0,-1 1 0,0-1 0,-3-1 0,-11-7 0,1 0 0,-2 2 0,-31-13 0,37 17 0,-12-5 24,1 2 0,-2 1 0,1 0 0,-43-4 0,-97 6-1509,141 5-5341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6:10:02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24 208 24575,'-11'65'0,"8"-54"0,0 1 0,1-1 0,0 1 0,1 0 0,0-1 0,1 19 0,1-28 0,-1 0 0,1 0 0,-1 0 0,1 0 0,0 0 0,0 1 0,0-2 0,0 1 0,0 0 0,0 0 0,0 0 0,1 0 0,-1-1 0,1 1 0,-1 0 0,3 1 0,-1-2 0,0 1 0,0 0 0,1-1 0,-1 0 0,0 0 0,1 0 0,-1 0 0,1 0 0,-1-1 0,1 1 0,-1-1 0,1 0 0,3-1 0,2 1 0,-1-1 0,1-1 0,0 0 0,-1 0 0,1 0 0,-1-1 0,0-1 0,0 1 0,0-1 0,0-1 0,-1 1 0,1-1 0,-1-1 0,0 1 0,-1-1 0,1 0 0,-1-1 0,-1 1 0,1-1 0,-1-1 0,0 1 0,-1-1 0,0 1 0,0-1 0,0 0 0,-1-1 0,4-15 0,-4 9 0,2-5 0,-1 1 0,-1-1 0,-1-1 0,-1 1 0,-1-31 0,-1 47 0,1 0 0,-1-1 0,0 1 0,0 0 0,0 0 0,-1 0 0,0 0 0,1 0 0,-1 0 0,-1 1 0,1-1 0,0 1 0,-1-1 0,0 1 0,0 0 0,0 0 0,0 0 0,0 0 0,-1 1 0,1-1 0,-1 1 0,0 0 0,1 0 0,-1 0 0,0 1 0,0-1 0,0 1 0,-1 0 0,1 0 0,0 0 0,0 1 0,-7-1 0,3 1-68,-1 0 0,1 0-1,-1 1 1,1 0 0,-1 1 0,1 0-1,0 0 1,0 0 0,0 1 0,0 1-1,0-1 1,1 1 0,-1 0 0,1 1-1,0 0 1,1 0 0,-1 1-1,1-1 1,-10 12 0,6-4-6758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6:10:02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1 24575,'-7'0'0,"1"1"0,0 1 0,-1-1 0,1 1 0,0 0 0,0 0 0,0 1 0,0-1 0,0 1 0,0 1 0,1-1 0,-1 1 0,1 0 0,0 0 0,1 1 0,-1 0 0,1-1 0,-1 1 0,2 1 0,-1-1 0,0 1 0,1-1 0,-3 9 0,-9 16 0,2 1 0,1 1 0,-9 40 0,16-55 0,1-4 0,1-1 0,0 1 0,1-1 0,0 1 0,1 0 0,1 0 0,0 0 0,0 0 0,1 0 0,4 16 0,-4-28 0,-1 0 0,1 1 0,-1-1 0,1 0 0,-1 0 0,1 1 0,0-1 0,0 0 0,0 0 0,0 0 0,0 0 0,0 0 0,0 0 0,0 0 0,0 0 0,0 0 0,1-1 0,-1 1 0,0 0 0,0-1 0,1 1 0,-1-1 0,0 1 0,3-1 0,-1 1 0,0-2 0,0 1 0,1 0 0,-1-1 0,0 1 0,0-1 0,-1 0 0,1 0 0,0 0 0,0 0 0,3-2 0,4-3 0,-1 0 0,0 0 0,-1-1 0,1 0 0,12-14 0,25-28 0,-29 33 0,-1-2 0,16-21 0,-27 32 0,-1 0 0,1 0 0,-2-1 0,1 1 0,-1-1 0,0 0 0,-1 0 0,0 0 0,0 0 0,0-9 0,0 7-227,-2 0-1,0-1 1,0 1-1,-1-1 1,-2-11-1,-3 0-6598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6:10:03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0 24575,'-2'1'0,"-1"-1"0,0 1 0,0 0 0,0 0 0,1 1 0,-1-1 0,0 1 0,1-1 0,-1 1 0,1 0 0,0 0 0,-1 0 0,1 0 0,0 0 0,0 0 0,0 0 0,-1 4 0,-28 43 0,22-31 0,1 2 0,1-1 0,1 1 0,0 0 0,-4 31 0,6-8 0,1 71 0,3-114 0,0 19 0,1 0 0,1-1 0,0 1 0,7 25 0,-8-40 0,0-1 0,1 1 0,-1-1 0,1 0 0,-1 1 0,1-1 0,0 0 0,0 0 0,1 0 0,-1-1 0,1 1 0,-1 0 0,4 2 0,-3-4 0,-1 0 0,0 0 0,1 0 0,-1 0 0,1 0 0,-1-1 0,1 1 0,-1-1 0,1 0 0,-1 0 0,1 0 0,-1 0 0,1 0 0,0 0 0,-1 0 0,1-1 0,-1 0 0,1 1 0,-1-1 0,1 0 0,1-1 0,4-2 0,0 1 0,0-2 0,0 1 0,-1-1 0,0 0 0,0 0 0,0-1 0,-1 0 0,0 0 0,0 0 0,0-1 0,-1 0 0,0 0 0,0-1 0,-1 1 0,0-1 0,6-15 0,-5 7 0,-1-1 0,-1 1 0,0-1 0,-1 0 0,0 1 0,-2-1 0,0 0 0,-4-25 0,3 35 7,-1 0-1,1 0 0,-2 0 0,1 0 1,-1 0-1,0 0 0,-1 1 1,1-1-1,-1 1 0,0 0 1,-1 0-1,0 0 0,0 1 0,0-1 1,0 1-1,-1 1 0,0-1 1,-12-7-1,3 4-192,0 0 1,-1 1-1,1 0 0,-1 2 1,-1 0-1,1 0 1,-20-2-1,13 4-6640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6:10:03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1 24575,'-2'107'0,"4"119"0,9-116 0,4 81 0,-17-104 0,3 92 0,-1-178 0,1 0 0,-1 1 0,0-1 0,0 1 0,0-1 0,1 0 0,-1 1 0,1-1 0,-1 0 0,1 0 0,-1 1 0,1-1 0,0 0 0,0 0 0,0 0 0,-1 0 0,1 0 0,0 0 0,0 0 0,1 0 0,-1 0 0,0 0 0,0 0 0,1 0 0,1 0 0,0-1 0,-1 1 0,1-1 0,-1 1 0,1-1 0,-1 0 0,1 0 0,0 0 0,-1 0 0,1-1 0,-1 1 0,4-2 0,8-2 0,0-1 0,-1-1 0,22-11 0,-33 15 0,269-167 0,-223 143 0,37-18 0,-2-4 0,124-94 0,-159 112 0,-44 28 0,1 0 0,-1 0 0,0 0 0,0 0 0,0 0 0,0-1 0,0 0 0,0 0 0,-1 0 0,1 0 0,-1-1 0,0 1 0,0-1 0,0 0 0,-1 0 0,0 0 0,1 0 0,-1 0 0,0-1 0,-1 1 0,1-1 0,0-4 0,0 1 0,-1 1 0,0-1 0,0 0 0,-1 1 0,0-1 0,0 0 0,-1 1 0,-1-9 0,1 13 0,0 0 0,-1-1 0,1 1 0,-1 0 0,1 0 0,-1 0 0,0 0 0,0 0 0,0 1 0,-1-1 0,1 1 0,-1-1 0,1 1 0,-1 0 0,0 0 0,0 0 0,0 0 0,0 1 0,-6-3 0,-30-13 0,0 3 0,-1 1 0,-1 2 0,-59-8 0,73 14 0,-49-15 0,-17-3 0,30 12 0,-36-6 0,-199-8 0,286 25-86,-13 1-170,1-1 0,0-2 0,-1 0 1,-41-10-1,49 8-6570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6:10:04.4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468 1 24575,'-14'1'0,"1"0"0,-1 1 0,1 1 0,-1 0 0,1 1 0,0 0 0,0 1 0,1 1 0,-14 7 0,-15 11 0,-45 35 0,85-58 0,-16 12 0,0 1 0,1 1 0,1 0 0,0 1 0,2 0 0,0 1 0,0 1 0,2 0 0,0 0 0,-11 27 0,16-30 0,0 0 0,1 0 0,1 1 0,1 0 0,0 0 0,1 0 0,0 0 0,1 0 0,1 0 0,1 1 0,0-1 0,1 0 0,1 0 0,6 20 0,-8-33 0,1 1 0,0-1 0,0 1 0,0-1 0,0 1 0,0-1 0,1 0 0,-1 0 0,1 0 0,0-1 0,0 1 0,0-1 0,0 1 0,0-1 0,0 0 0,1 0 0,-1 0 0,1-1 0,-1 1 0,1-1 0,0 0 0,0 0 0,0 0 0,-1-1 0,5 1 0,14 1 0,-1-1 0,1-1 0,33-5 0,-7 1 0,-39 4 0,0-1 0,-1 0 0,1-1 0,0 0 0,-1 0 0,1-1 0,-1 0 0,0-1 0,0 0 0,0 0 0,-1 0 0,1-1 0,-1 0 0,0-1 0,7-7 0,7-9 0,-1-1 0,-1-1 0,17-27 0,-14 19 0,-13 19 0,-1-1 0,-1 0 0,0 0 0,-1 0 0,7-24 0,-10 31 0,-1-1 0,0 0 0,-1 0 0,0 0 0,0 1 0,-1-1 0,0 0 0,-1 0 0,1 0 0,-1 0 0,-1 0 0,-3-13 0,2 15 6,0 1 0,0 1-1,-1-1 1,1 0 0,-1 1-1,0 0 1,0 0 0,-1 0 0,1 0-1,-1 1 1,0 0 0,0 0-1,0 0 1,0 0 0,0 1-1,-1 0 1,1 0 0,-1 0 0,1 1-1,-7-1 1,-12-3-377,1 2-1,-1 1 1,-32 1 0,33 2-6455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6:10:04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481 0 24575,'-2'1'0,"1"0"0,-1-1 0,1 1 0,0 0 0,-1 0 0,1-1 0,0 1 0,-1 0 0,1 0 0,0 1 0,0-1 0,0 0 0,0 0 0,0 1 0,0-1 0,0 0 0,-1 4 0,-15 28 0,16-29 0,-101 177 0,12-25 0,44-69 0,-111 153 0,119-174-1365,31-52-5461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6:10:05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162 156 24575,'-10'1'0,"0"1"0,0 1 0,1 0 0,-1 0 0,1 1 0,0 0 0,-10 6 0,-4 1 0,19-8 0,0-1 0,1 1 0,-1 0 0,1 0 0,-1 0 0,1 1 0,0-1 0,0 1 0,1-1 0,-1 1 0,1 0 0,-1 0 0,1 0 0,1 1 0,-1-1 0,0 0 0,1 1 0,0-1 0,0 1 0,1-1 0,-1 1 0,1-1 0,0 1 0,0 8 0,0-8 0,1-1 0,-1 1 0,0 0 0,1 0 0,0 0 0,0 0 0,1-1 0,-1 1 0,1 0 0,0-1 0,0 0 0,1 1 0,-1-1 0,1 0 0,0 0 0,0 0 0,0-1 0,1 1 0,-1-1 0,1 0 0,0 0 0,0 0 0,5 3 0,3-2 7,1 0 0,0-1 0,0-1 0,1 0 0,-1 0 0,0-1 0,1-1 0,-1 0 0,1-1 0,-1-1 1,0 0-1,0-1 0,22-7 0,-22 6-1158,-2 0 1,1-2 0,-1 1-1,20-14 1,-10 3 586,0 0 0,28-32 0,-39 38 2118,-1-1-1,-1 0 1,12-20 0,-16 22-1479,0-1 0,-1 0 1,0 1-1,-1-2 0,0 1 1,-1 0-1,0 0 1,0 0-1,-1-1 0,0 1 1,-1 0-1,0 0 1,-1-1-1,-4-13 0,4 20-75,-1 1 0,1-1 0,-1 1 0,0-1 0,0 1 0,0 0 0,0 0 0,0 0 0,-1 1 0,1-1 0,-1 1 0,0 0 0,0 0 0,0 0 0,0 1 0,0-1 0,0 1 0,0 0 0,0 0 0,-5-1 0,-12-1 0,1 1 0,-37 1 0,56 1 0,-128 1-1365,107-1-5461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6:10:05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1 235 24575,'11'9'0,"0"0"0,1-1 0,1 0 0,14 7 0,8 5 0,-23-14 0,0 0 0,0-1 0,0 0 0,0-1 0,1 0 0,0-1 0,0-1 0,23 2 0,-14-3 0,0-1 0,1-1 0,-1 0 0,31-8 0,-49 9 0,0-1 0,0 0 0,0-1 0,0 1 0,-1-1 0,1 0 0,0 1 0,-1-2 0,1 1 0,-1 0 0,0-1 0,0 1 0,0-1 0,0 0 0,0 0 0,0 0 0,-1-1 0,0 1 0,1-1 0,-1 1 0,0-1 0,-1 0 0,3-7 0,-2 4 0,-1-1 0,0 1 0,0-1 0,-1 0 0,0 1 0,0-1 0,-1 1 0,0-1 0,0 0 0,0 1 0,-1 0 0,-4-10 0,1 6-59,-1 1 0,0 0-1,0 0 1,-1 0-1,-1 1 1,1 0 0,-2 0-1,1 1 1,-1 0 0,0 1-1,-1 0 1,1 0 0,-1 1-1,-1 0 1,1 1-1,-1 0 1,0 1 0,0 0-1,-1 0 1,1 1 0,-1 1-1,-14-2 1,4 4-6767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6:10:06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0 179 24575,'39'-1'0,"-1"-2"0,1-1 0,48-13 0,109-40 0,-187 54 0,36-8-86,30-11 287,-71 20-307,1 0 1,-1 0-1,0 0 0,0-1 1,0 0-1,0 0 0,0 0 0,-1 0 1,1 0-1,-1 0 0,0-1 0,0 0 1,3-5-1,1-6-6720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6:10:06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24575,'2'1'0,"1"0"0,-1-1 0,1 1 0,-1 0 0,0 1 0,0-1 0,0 0 0,0 1 0,0-1 0,0 1 0,0-1 0,0 1 0,0 0 0,-1 0 0,1 0 0,-1 0 0,1 0 0,0 2 0,24 43 0,-25-46 0,125 267 0,-33-92 0,10 27-1365,-94-185-5461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6:10:07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5658 0 24575,'3'1'0,"-1"-1"0,1 1 0,-1 0 0,1-1 0,-1 1 0,1 0 0,-1 1 0,1-1 0,-1 0 0,0 1 0,0-1 0,0 1 0,0 0 0,0-1 0,0 1 0,0 0 0,0 0 0,-1 1 0,1-1 0,1 4 0,2 3 0,0 0 0,-1 0 0,0 0 0,3 11 0,10 46 0,-3 0 0,-3 1 0,3 85 0,-12 207 0,-4-193 0,-1-79-129,-4 0-1,-4 0 1,-3-2-1,-4 0 1,-50 143-1,44-168 130,-3-2 0,-53 87 0,-86 100 0,115-173 0,4-3-32,-3-2 0,-4-3 0,-1-2 0,-87 74 0,47-60 32,-3-4 0,-3-5 0,-2-5 0,-129 58 0,-324 82-810,515-189 799,-502 151 11,-117-1 0,281-82 0,-234 49 51,307-78 589,148-29-148,-27 7 83,127-19-575,-70 4 0,70-10 0,-74 17 0,78-13 0,-1-2 0,-1-3 0,1-2 0,-63-6 0,-4 1 0,120 3 4,-38-4 333,39 4-385,0 0 1,0 0-1,0-1 1,0 1 0,0 0-1,0-1 1,0 1 0,0-1-1,0 1 1,1-1-1,-1 1 1,0-1 0,0 1-1,0-1 1,1 0 0,-1 1-1,0-1 1,1 0-1,-1 0 1,1 0 0,-1 0-1,1 1 1,-1-1-1,1 0 1,-1 0 0,1 0-1,0 0 1,0 0 0,-1 0-1,1 0 1,0 0-1,0 0 1,0 0 0,0 0-1,0-1 1,5-14-6779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6:10:08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0 645 24575,'1'-4'0,"0"1"0,-1 0 0,1-1 0,1 1 0,-1 0 0,0 0 0,1 0 0,0 0 0,-1 0 0,1 0 0,1 0 0,-1 0 0,0 1 0,4-4 0,40-33 0,-44 38 0,32-21 0,1 3 0,1 0 0,1 3 0,0 0 0,58-14 0,-21 6 0,172-52-550,366-62-1,-358 88-1052,506-75 1506,277 104-2410,-665 25 1114,1043-4 1999,-1161 17 3755,-167-8-3123,-30 2-710,-47-8-702,0-1-1,0 0 0,1 0 1,-1-1-1,0 0 0,0-1 1,19-2-1,-13-2-6651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6:10:08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24575,'9'1'0,"-1"0"0,1 1 0,-1 0 0,0 1 0,0 0 0,10 5 0,8 2 0,412 140 0,-432-148 0,12 3 0,0 1 0,-1 1 0,31 16 0,-44-20 0,1-1 0,-2 1 0,1 0 0,0 0 0,-1 0 0,1 1 0,-1-1 0,0 1 0,0 0 0,0 0 0,-1 0 0,1 0 0,-1 0 0,0 0 0,0 1 0,-1-1 0,1 1 0,-1 0 0,0-1 0,1 7 0,-1-3 0,0 1 0,-1-1 0,0 1 0,0 0 0,-1-1 0,0 1 0,0-1 0,-1 1 0,0-1 0,-1 1 0,0-1 0,0 0 0,-1 0 0,0-1 0,0 1 0,-1-1 0,1 0 0,-2 0 0,1 0 0,-1-1 0,0 0 0,0 0 0,-9 6 0,0 0-70,-123 98 269,115-95-498,-1 0 0,0-1 1,-1-2-1,-35 13 0,38-18-6527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6:10:08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1285 0 24575,'37'43'0,"-2"2"0,-2 1 0,-1 1 0,-3 2 0,29 66 0,-26-43 0,43 148 0,-65-180 0,-2 0 0,-2 1 0,3 56 0,-10 125 0,-1-115 0,-1-57-167,-2 0 0,-2-1 0,-2 0-1,-2 0 1,-2-1 0,-26 61 0,-2-13-223,-5-3-1,-58 90 1,16-50 390,-6-3 0,-6-5 0,-217 210 0,193-223 27,-4-5 1,-223 142-1,342-244 246,1 0 0,-1 0 0,0-1 1,-1 0-1,-17 4 0,25-7-255,0 0 0,0-1 1,-1 0-1,1 1 0,0-1 0,0 0 1,0 0-1,0 0 0,0 0 0,0 0 1,0-1-1,-1 1 0,1-1 0,0 1 1,0-1-1,0 0 0,0 0 0,1 1 1,-1-2-1,0 1 0,0 0 0,0 0 1,1 0-1,-1-1 0,1 1 0,-1-1 1,1 1-1,-1-1 0,1 0 0,0 0 0,0 1 1,0-1-1,-1-3 0,-6-18-213,2 0 0,0 0 0,2-1 0,0 0 0,2 0 0,0-37 0,3 38-6631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6:10:10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27 258 24575,'2'29'0,"0"1"0,9 38 0,-5-36 0,-1 17 0,-1 0 0,-6 75 0,1-41 0,-4-24 0,5-56 0,-1 0 0,1 0 0,-1 0 0,0 0 0,0-1 0,0 1 0,0 0 0,0 0 0,-1-1 0,1 1 0,-1-1 0,0 1 0,1-1 0,-1 1 0,0-1 0,-5 3 0,7-5 0,-1 0 0,0 1 0,1-1 0,-1 0 0,1 0 0,-1-1 0,0 1 0,1 0 0,-1 0 0,0 0 0,1 0 0,-1 0 0,1-1 0,-1 1 0,1 0 0,-1-1 0,0 1 0,1 0 0,-1-1 0,1 1 0,0 0 0,-1-1 0,1 1 0,-1-1 0,1 1 0,-1-1 0,1 1 0,0-1 0,0 0 0,-1 1 0,1-1 0,0 1 0,0-1 0,-1 1 0,1-1 0,0 0 0,0 1 0,0-1 0,0 0 0,0 1 0,0-1 0,0-1 0,-4-30 0,4 31 0,-2-262 0,4 126 0,-2 112 0,2-1 0,0 1 0,1-1 0,2 1 0,8-27 0,-9 40 0,0 1 0,1-1 0,0 1 0,1 0 0,0 1 0,1-1 0,0 1 0,0 0 0,1 1 0,1 0 0,-1 0 0,16-11 0,-14 13 0,-1 0 0,2 0 0,-1 2 0,1-1 0,0 1 0,0 1 0,0 0 0,18-4 0,-25 7 0,0 1 0,0-1 0,1 1 0,-1 0 0,0 0 0,0 1 0,0-1 0,0 1 0,0 0 0,0 0 0,-1 0 0,1 0 0,0 1 0,0 0 0,-1-1 0,1 2 0,-1-1 0,1 0 0,-1 0 0,0 1 0,0 0 0,0 0 0,0 0 0,-1 0 0,1 0 0,-1 0 0,0 1 0,4 6 0,-2-1 0,0 1 0,-1 0 0,0 0 0,0 0 0,-1 1 0,-1-1 0,1 20 0,-1-2 0,-6 47 0,4-69 4,0-1-1,-1 0 1,1 0 0,-1 0-1,0 0 1,0 0-1,-1 0 1,1 0 0,-1-1-1,0 0 1,-1 1-1,1-1 1,-1 0 0,-5 5-1,-6 3-109,0 0 0,-28 16-1,10-7-993,17-9-5726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6:10:11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6:10:11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  <inkml:trace contextRef="#ctx0" brushRef="#br0" timeOffset="1">103 231 24575,'5'0'0,"1"4"0,4 2 0,0 0-8191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6:11:54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1 155 24575,'193'-9'-457,"268"-47"0,-259 26 33,220-4 0,-399 33 424,452-13 0,98 4 1395,-433 10-2393,-117 0-5828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6:11:54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1 103 24575,'77'1'-55,"85"-1"-230,167-21-1,366-17-2365,-207 20 1870,657-9 624,-958 28 2448,-164-1-8558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6:11:54.8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717 0 24575,'1'60'0,"-3"0"0,-3 0 0,-15 76 0,2-65 0,-3-1 0,-4-1 0,-57 114 0,30-87 0,-120 162 0,116-185 0,-100 101 0,143-160-117,-30 27 364,42-39-300,0-1 0,0 0-1,0 0 1,-1 0-1,1 0 1,-1 0 0,1 0-1,-1-1 1,1 1-1,-1 0 1,1-1 0,-1 1-1,1-1 1,-1 0-1,0 1 1,1-1-1,-1 0 1,0 0 0,1 0-1,-1 0 1,0 0-1,1-1 1,-1 1 0,0 0-1,1-1 1,-1 1-1,-1-2 1,-6-7-6773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6:11:55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794 1 24575,'0'30'0,"-2"0"0,-1 0 0,-2 0 0,-1-1 0,-1 1 0,-1-1 0,-2-1 0,-1 0 0,-18 34 0,-36 72 0,35-68 0,-3-1 0,-60 89 0,-323 388 0,410-535-227,-1 0-1,0 0 1,-1 0-1,0-1 1,-13 8-1,3-3-6598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6:11:56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5187 1847 24575,'0'16'0,"-2"0"0,1 0 0,-2-1 0,0 1 0,-1-1 0,-1 1 0,0-1 0,-1-1 0,-1 1 0,-11 18 0,-10 9 0,-64 74 0,60-78 0,6-8 0,-1-2 0,-2-1 0,-39 29 0,-103 61 0,118-83 0,-81 47-447,-4-5 0,-3-7 0,-167 58 0,-383 73 237,-16-66-1968,510-108 1969,-213 2 0,-199-32-46,533 1 8,0-3 0,0-4 0,0-2 0,2-4 0,0-3 0,-128-52 0,161 52 340,0-2-1,2-1 1,1-3 0,1 0-1,-45-42 1,56 43-106,2-2 1,0 0-1,2-2 0,1 0 1,1-2-1,1 0 0,-21-48 1,4-6 976,-29-96 1,53 139-152,3-1 1,1-1-1,2 1 0,-1-68 0,10-461-685,-2 543-128,1 1 0,2 0 0,0 0 0,2 0 0,1 0 0,18-44 0,-6 28 0,2 1 0,1 1 0,32-43 0,-24 46 0,2 2 0,1 1 0,65-53 0,-19 18 0,-12 11 0,128-85 0,88-28 0,-169 112 0,199-75 0,133-15 0,-337 120 0,212-33 0,117 28 0,87 35 0,-442 5 0,1 4 0,-1 3 0,-1 5 0,113 36 0,-134-33 0,-2 3 0,0 3 0,73 43 0,-121-62 0,229 145 0,-193-118 0,-1 1 0,76 80 0,-85-75 0,-3 1 0,56 86 0,-76-103 0,-1 2 0,-1-1 0,-2 2 0,0-1 0,-2 1 0,-1 1 0,6 37 0,10 54 0,-14-83 0,-2 0 0,5 71 0,-11-88 0,-4 283 0,-4-253 0,-3-1 0,-1 0 0,-3-1 0,-1 0 0,-29 59 0,1 1 0,28-64 0,6-15 0,-2 0 0,-1 0 0,-19 30 0,-4-1 0,-212 312 0,211-311 323,30-46-661,-1-1 1,0 1-1,0-1 1,-16 16-1,11-15-6488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6:12:05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5323 51 24575,'2'83'0,"0"-44"0,-1 0 0,-2 0 0,-8 44 0,-2-39 0,-32 81 0,18-58 0,-125 269 0,75-183 0,48-100 0,-61 83 0,24-39 0,-116 165 0,-186 271 0,205-290 0,-34 45 0,166-252 0,-208 253 0,184-232 0,-2-2 0,-113 86 0,116-104 0,-121 80 0,-2-25 0,-4-8 0,-3-9 0,-251 70 0,142-56 0,-273 69 0,472-137 0,47-9 0,-1-2 0,1-3 0,-60 3 0,-561-12 0,646 1 0,-1-1 0,1-2 0,-1 0 0,-31-11 0,30 8 0,-1 1 0,0 1 0,-30-3 0,50 8 0,-47-6 0,49 6 0,-1 0 0,0 0 0,0-1 0,1 1 0,-1-1 0,0 1 0,1-1 0,-1 0 0,0 1 0,1-1 0,-1 0 0,1 0 0,-1 0 0,1 0 0,0 0 0,-1-1 0,1 1 0,0 0 0,0-1 0,0 1 0,0-1 0,0 1 0,-1-3 0,3 3 0,-1-1 0,1 1 0,0 0 0,0-1 0,0 1 0,0 0 0,0 0 0,0 0 0,0 0 0,1-1 0,-1 2 0,0-1 0,0 0 0,1 0 0,-1 0 0,1 1 0,-1-1 0,1 0 0,-1 1 0,1 0 0,-1-1 0,1 1 0,1 0 0,4-3 0,38-15 0,-6 1 0,1 2 0,51-11 0,410-100 0,-324 80 0,197-61-401,47-12 162,-46-5-36,-11-33-1185,-175 74 1412,-56 22-2347,208-130-1,-234 120 2250,-4-4 0,-3-5 0,-3-4-1,109-123 1,-42 7 119,-46 52-63,220-302-329,-234 293 2817,-4-1 3685,-82 124-6083,-1 0 0,17-48 0,-24 55 0,63-203 0,-72 229 0,14-54 0,13-81 0,-18 67 0,-4 30 0,3-72 0,-9 90 0,-1 9 0,0 0 0,2 1 0,-1-1 0,1 0 0,1 0 0,5-18 0,-6 28 0,0-1 0,0 1 0,0 0 0,0 0 0,1 0 0,-1 0 0,0 1 0,1-1 0,0 0 0,-1 0 0,1 1 0,0-1 0,0 1 0,0 0 0,0-1 0,2 0 0,0 1 0,-1 0 0,1 0 0,0 0 0,-1 1 0,1-1 0,0 1 0,-1 0 0,1 0 0,0 1 0,0-1 0,-1 1 0,1-1 0,4 3 0,-3-1 0,1 0 0,-1 0 0,0 1 0,0 0 0,0 0 0,-1 0 0,1 1 0,-1-1 0,0 1 0,1 0 0,-2 0 0,1 1 0,0-1 0,-1 1 0,0 0 0,0 0 0,-1 0 0,5 10 0,3 11 0,-2 0 0,9 46 0,-11-45 0,3 27 0,-3 0 0,-2 0 0,-7 105 0,1-44 0,2-35 0,-4-1 0,-3 0 0,-3 0 0,-4-1 0,-4 0 0,-36 102 0,5-53 0,-6-2 0,-105 174 0,117-228 0,-3-2 0,-2-2 0,-4-3 0,-103 101 0,105-121 0,-132 106 0,142-122 0,-56 43 0,-4-5 0,-182 90 0,116-79 0,-134 54 0,278-123 0,-637 229 0,514-189 0,-217 43 0,212-61 0,80-14 0,0-3 0,-86 4 0,-32-5 0,-82 1 0,-144-14 0,464-1 0,52-10 0,-22 3 0,-11-2 0,103-28 0,-62 12 0,232-47-719,186-44-658,-283 52 1344,-3-12-1,302-140 1,-420 159-62,-2-6 0,-4-6 0,186-144 0,75-138 2352,-299 273-2049,-38 32-182,-2-1 0,-2-3 0,-2-1 0,39-79 0,18-27-45,-43 71 19,-4-3 0,49-139 0,-50 116 0,28-104 0,-64 175 0,6-72 0,-8 51 0,3-67 0,-10-176 0,-3 129 0,1 115 0,0 41 0,1 0 0,1 0 0,1 0 0,1 1 0,0-1 0,8-28 0,-10 50 0,0 0 0,0-1 0,0 1 0,0 0 0,0-1 0,0 1 0,0 0 0,0-1 0,1 1 0,-1 0 0,0-1 0,0 1 0,0 0 0,0-1 0,0 1 0,1 0 0,-1-1 0,0 1 0,0 0 0,0 0 0,1-1 0,-1 1 0,0 0 0,0 0 0,1 0 0,-1-1 0,0 1 0,1 0 0,-1 0 0,0 0 0,1 0 0,-1-1 0,0 1 0,1 0 0,-1 0 0,0 0 0,1 0 0,-1 0 0,0 0 0,1 0 0,-1 0 0,0 0 0,1 0 0,-1 0 0,0 0 0,1 1 0,0-1 0,10 19 0,3 30 0,-8 16 0,-2 1 0,-6 83 0,-1-29 0,4 31 0,2-18 0,-24 219 0,9-293 0,-3 0 0,-3 0 0,-27 60 0,-2 8 0,-81 212 0,95-267 0,-2-2 0,-72 104 0,4-30 0,-204 217 0,220-270 0,-3-5 0,-176 129 0,133-130 0,-209 98 0,-161 28 0,281-113 0,45-17 0,104-51 0,-2-3 0,0-3 0,-1-4 0,-107 15 0,59-12 0,78-12 0,-53 4 0,-127 21 0,23-2 0,-243 22 0,345-52 0,59-4 0,33 0 0,10 0 0,35-3 0,0-1 0,0-3 0,-1 0 0,54-20 0,1 0 0,613-149-1987,-387 95 797,511-204-1,-711 238 1176,431-183-367,-21-44-194,-425 212 479,145-118 0,-178 121 13,73-81 1,-113 107 129,-1 0 0,-2-2 0,-1-1 0,32-65 0,46-160 1136,-39 93 967,-33 83-2015,-3 0 1,27-158-1,-25 118 594,5-31 282,-12 24-1010,-10 72 0,-3-1 0,1-78 0,-9 113-227,1-1-1,1 1 1,2 0-1,0 1 1,14-40-1,-13 49-6598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6:12:06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24575,'4'0'0,"6"0"0,6 0 0,4 0 0,4 0 0,1 0 0,6 0 0,1 0 0,0 0 0,-1 0 0,-1 0 0,-2 0 0,-1 0 0,-1 0 0,0 0 0,-1 0 0,-4 0-8191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6:12:06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0 24575,'-105'241'0,"93"-206"0,2 0 0,1 1 0,2 0 0,2 0 0,-1 44 0,4-47 0,1-9 0,0-1 0,5 37 0,-3-54 0,0 0 0,0 0 0,1 0 0,-1 0 0,1 0 0,1-1 0,-1 1 0,1-1 0,0 1 0,0-1 0,1 0 0,0 0 0,-1 0 0,9 7 0,-11-11 0,7 6 0,-1 0 0,1 0 0,1-1 0,0 0 0,-1 0 0,2-1 0,-1 0 0,0-1 0,1 0 0,17 5 0,23 1 0,1-2 0,1-2 0,-1-3 0,98-5 0,-138 1 0,0-1 0,-1 0 0,1-1 0,-1 0 0,0-1 0,0 0 0,0-1 0,13-8 0,-20 12 0,0-1 0,-1 1 0,1-1 0,-1 0 0,1 0 0,-1 0 0,0 0 0,0 0 0,0 0 0,0-1 0,0 1 0,0-1 0,-1 0 0,1 1 0,-1-1 0,0 0 0,1 0 0,-1 0 0,-1 0 0,1 0 0,0 0 0,-1 0 0,1 0 0,-1 0 0,0 0 0,0 0 0,0 0 0,-1 0 0,1 0 0,-1 0 0,0 0 0,1 0 0,-3-4 0,-11-17-1365,-1 3-5461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6:12:07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1 349 24575,'540'0'0,"-533"0"0,0-1 0,0 0 0,0 0 0,0-1 0,-1 1 0,1-2 0,0 1 0,-1-1 0,9-4 0,23-10 0,-36 17 0,0-1 0,0 1 0,0 0 0,0 0 0,0 0 0,0 0 0,0 0 0,0 0 0,0 1 0,0-1 0,0 1 0,0-1 0,0 1 0,-1 0 0,1 0 0,0 0 0,0 0 0,-1 0 0,1 0 0,0 0 0,-1 0 0,1 1 0,1 2 0,35 43 0,-21-24 0,22 29 0,-31-40 0,0-1 0,1 0 0,0 0 0,1 0 0,0-1 0,13 9 0,-17-14 0,1 0 0,-1-1 0,1 0 0,0 0 0,0 0 0,0-1 0,9 2 0,-14-4 0,0-1 0,0 0 0,0 0 0,0 0 0,0 0 0,-1-1 0,1 1 0,0 0 0,0-1 0,0 1 0,0-1 0,0 0 0,0 0 0,-1 0 0,1 0 0,0 0 0,-1 0 0,1 0 0,-1 0 0,1 0 0,-1-1 0,1 1 0,-1-1 0,0 1 0,0-1 0,0 0 0,0 1 0,0-1 0,0 0 0,0 0 0,0 0 0,-1 1 0,1-4 0,30-80 0,27-118 0,-57 199 0,0 0 0,1 0 0,-1-1 0,1 1 0,0 0 0,0 0 0,1 1 0,-1-1 0,1 0 0,0 1 0,0 0 0,0-1 0,0 1 0,1 0 0,-1 1 0,1-1 0,0 1 0,0-1 0,0 1 0,0 0 0,0 1 0,0-1 0,0 1 0,1 0 0,-1 0 0,5-1 0,14-1 0,-1 2 0,1 0 0,-1 2 0,27 3 0,11 0 0,37-2 0,190-5 0,-281 2 0,0 1 0,0-1 0,0-1 0,1 0 0,-1 1 0,-1-2 0,1 1 0,0-1 0,-1 0 0,1 0 0,-1 0 0,0-1 0,9-8 0,-12 10 0,-1 0 0,1 1 0,-1-1 0,1-1 0,-1 1 0,0 0 0,0 0 0,0 0 0,0-1 0,0 1 0,-1 0 0,1-1 0,-1 1 0,1-1 0,-1 1 0,0 0 0,0-1 0,0 1 0,0-1 0,-1 1 0,1-1 0,-1 1 0,1 0 0,-1-1 0,0 1 0,0 0 0,0 0 0,0-1 0,0 1 0,0 0 0,-1 0 0,1 0 0,-1 0 0,0 0 0,1 1 0,-1-1 0,0 1 0,-2-3 0,0 1 0,1 0 0,-1 0 0,0 0 0,0 0 0,0 1 0,0-1 0,-1 1 0,1 0 0,0 0 0,-1 1 0,0-1 0,1 1 0,-1 0 0,0 0 0,0 1 0,0-1 0,1 1 0,-1 0 0,0 1 0,0-1 0,0 1 0,1 0 0,-1 0 0,-5 2 0,2 0 0,1 0 0,0 0 0,0 1 0,0 0 0,1 0 0,0 1 0,-1-1 0,1 2 0,1-1 0,-1 0 0,1 1 0,0 0 0,0 1 0,-3 6 0,0 0 0,1 1 0,1 0 0,0 0 0,1 0 0,1 1 0,-5 24 0,5-8 0,2 0 0,2 39 0,0-56 0,0-1 0,1 1 0,1-1 0,0 1 0,1-1 0,6 20 0,-7-29 0,1 1 0,-1-1 0,1 0 0,-1-1 0,1 1 0,0 0 0,0-1 0,1 1 0,-1-1 0,1 0 0,0 0 0,0-1 0,0 1 0,0-1 0,0 0 0,0 0 0,1 0 0,-1 0 0,1-1 0,-1 0 0,1 0 0,7 1 0,-2 0 0,1 0 0,-1-1 0,1 0 0,0 0 0,-1-2 0,1 1 0,-1-1 0,1 0 0,0-1 0,-1-1 0,0 1 0,0-2 0,0 1 0,0-1 0,0-1 0,-1 0 0,1 0 0,-2-1 0,1 0 0,0-1 0,7-8 0,-7 6 0,-1 0 0,-1-1 0,0 0 0,0-1 0,-1 0 0,0 0 0,-1 0 0,-1 0 0,1-1 0,-2 0 0,1 0 0,-2 0 0,3-23 0,-2-8 0,-1 0 0,-5-53 0,1 53 0,0 90 0,0 37 0,2-77 0,1 0 0,0-1 0,0 1 0,0-1 0,1 1 0,0-1 0,0 0 0,0 1 0,5 6 0,-7-12 0,1 0 0,-1 0 0,1 0 0,-1 0 0,1 1 0,0-2 0,0 1 0,-1 0 0,1 0 0,0 0 0,0 0 0,0 0 0,0-1 0,0 1 0,0 0 0,0-1 0,0 1 0,0-1 0,0 1 0,1-1 0,-1 0 0,0 1 0,0-1 0,0 0 0,2 0 0,-1 0 0,-1-1 0,1 0 0,-1 1 0,1-1 0,-1 0 0,0 0 0,0 0 0,1 0 0,-1 0 0,0 0 0,0 0 0,0-1 0,0 1 0,0 0 0,-1-1 0,2-2 0,5-9 0,-2 0 0,0-1 0,4-18 0,-6 23 0,4-13 0,1 1 0,1 0 0,2 0 0,0 1 0,1 0 0,16-20 0,-28 39 0,1-1 0,0 1 0,0 0 0,0 0 0,1 0 0,-1-1 0,0 1 0,0 0 0,1 0 0,-1 0 0,0 1 0,1-1 0,-1 0 0,1 0 0,-1 1 0,1-1 0,-1 1 0,1-1 0,0 1 0,-1 0 0,1 0 0,0 0 0,-1 0 0,4 0 0,-3 1 0,1 0 0,-1 0 0,0 0 0,0 1 0,0-1 0,0 0 0,0 1 0,0 0 0,0 0 0,0-1 0,0 1 0,-1 0 0,1 0 0,1 3 0,4 8 0,0 0 0,-1 1 0,-1-1 0,5 19 0,-4-17 0,0-1 0,0 1 0,1-2 0,12 19 0,15 30 0,-31-57-1365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6:12:08.3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4 258 24575,'4'0'0,"6"0"0,6 0 0,4 0 0,4 0 0,-4-5 0,-3-5 0,-6-6 0,-5-4 0,-3 1-8191</inkml:trace>
  <inkml:trace contextRef="#ctx0" brushRef="#br0" timeOffset="1">29 1 24575,'-5'13'0,"-1"1"0,2 0 0,0 0 0,1 0 0,0 0 0,-1 28 0,5 94 0,2-62 0,-4-44 0,0-18 0,0 0 0,1-1 0,1 1 0,3 19 0,-4-29 0,1 1 0,0-1 0,0 0 0,0 1 0,0-1 0,0 0 0,0 1 0,0-1 0,1 0 0,-1 0 0,1 0 0,0 0 0,-1 0 0,1-1 0,0 1 0,0-1 0,0 1 0,0-1 0,1 1 0,-1-1 0,0 0 0,0 0 0,1 0 0,-1 0 0,1-1 0,3 1 0,28 3 0,1-2 0,-1-1 0,0-2 0,1-1 0,-1-2 0,35-8 0,10-8-1365,-44 11-5461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6:12:08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1206 0 24575,'-5'2'0,"0"-1"0,0 1 0,0-1 0,0 1 0,0 1 0,1-1 0,-1 1 0,-7 5 0,-7 3 0,-56 28 0,-15 7 0,-97 65 0,101-59 0,54-35 0,1 2 0,-38 29 0,62-42 0,0 0 0,0 0 0,1 1 0,-1 0 0,2 0 0,-1 0 0,1 1 0,0 0 0,0 0 0,1 0 0,1 1 0,-1-1 0,-4 19 0,7-21 0,1 0 0,-1 0 0,1 1 0,0-1 0,1 0 0,0 1 0,0-1 0,0 0 0,0 0 0,1 0 0,0 0 0,1 0 0,-1 0 0,1 0 0,0-1 0,0 0 0,1 1 0,0-1 0,0 0 0,0-1 0,5 6 0,12 8 0,0 0 0,1-1 0,40 22 0,-11-6 0,-6-7 0,-35-21 0,0 1 0,0-1 0,-1 2 0,0-1 0,0 1 0,-1 0 0,10 11 0,0 3 0,-12-15 0,-1 1 0,1-1 0,-2 1 0,1 0 0,6 14 0,-10-18 0,0 0 0,0 0 0,0 0 0,-1 0 0,1 0 0,-1 1 0,0-1 0,0 0 0,0 0 0,-1 1 0,1-1 0,-1 0 0,1 0 0,-1 0 0,0 0 0,0 0 0,-1 0 0,1 0 0,-3 4 0,0 0 0,-1 1 0,0-1 0,-1 0 0,1-1 0,-1 1 0,0-1 0,-1 0 0,0-1 0,0 1 0,0-2 0,0 1 0,-1-1 0,0 0 0,1 0 0,-2-1 0,1 0 0,0 0 0,-13 2 0,-11-1 0,1-1 0,-1-1 0,-56-5 0,22 1 0,42 1 17,0-1 0,0-1 1,1-2-1,-1 0 0,1-1 0,0-2 0,0 0 0,-38-21 0,30 12-335,1-2 0,0-1 0,1-2 1,2 0-1,-31-33 0,17 11-6120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6:12:11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9392 5751 24575,'-1'27'0,"-2"-1"0,0 1 0,-2-1 0,-1 1 0,-12 32 0,-58 128 0,58-146 0,-68 134-198,-7-4 1,-181 249-1,177-294 198,-7-5 0,-208 191 0,-56-19 0,316-259-1,-101 49-1,67-39 499,-41 19-754,-3-6 0,-3-5 0,-152 37 0,-422 69-1784,565-134 1595,-240 8 1,-146-33-921,273-2 1117,248 3 249,-497-9 111,1-35-663,-484-167-2361,968 206 2764,-1074-342 296,1080 343-87,-237-93 908,200 74 10,2-2 1,-87-60 0,-71-77 3692,13-17-3863,118 101-979,4-2 0,-113-169 0,121 144-8,6-1 0,4-4 0,-56-164 0,-60-363-386,149 540 273,-59-342-2794,20-517 3535,58 855 3,3-104 1892,1 168-1965,1 1-1,2 0 1,16-56-1,22-40-726,97-203-1,-70 191 349,158-293 0,-148 298 0,-30 47 0,4 3 0,91-114 0,134-118-86,-232 271 86,66-53 0,-40 39 0,368-287 0,29 36 0,-278 195-369,260-120 0,-4 66 223,-231 95 97,-162 57 300,1 3 0,1 3 0,0 2-1,1 2 1,88-5 0,96-8-154,-159 13-40,105-2 0,-70 9-57,145-26 0,-233 27 0,85-6 0,201 8 0,-152 4 0,84-4 0,255 5 0,-189 38 0,-71-5 0,-169-27 0,-1 5 0,0 2 0,97 36 0,-46-5 0,159 84 0,-183-72 0,-3 4 0,-2 5 0,-3 3 0,-4 5 0,89 97 0,-15 20 0,-64-70 0,-25-30 0,95 157 0,-89-119 0,-5 2 0,96 245 0,77 396-550,-132-404 550,-19-73 0,-4-25 156,2 10 147,-36 4-212,-58-283-91,14 86 0,26 171 0,-35-178 0,-6 101 0,-2-79 0,1-64 0,-2 0 0,-1 0 0,-3 0 0,-15 54 0,-5-13 0,-37 80 0,28-75 0,-28 105 0,26-90 0,14-39 0,2-12 0,-2 0 0,-51 78 0,-3 5 0,-124 233 0,145-261-1365,49-91-5461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6:12:34.0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24575,'13'1'0,"0"2"0,0 0 0,-1 0 0,1 1 0,-1 0 0,0 1 0,0 1 0,21 13 0,15 6 0,131 51-415,249 80-6625,-273-108 7618,597 143-1877,-250-96 779,6-39-445,1055-33-309,-1379-23 1620,28-6 2610,-111-1-2886,0-5 1,187-47-1,-126 14 5545,-141 39-6375,-6 0-4864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30T06:12:35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6902 3162 24575,'0'10'0,"0"0"0,-1 0 0,-1 0 0,0-1 0,0 1 0,-1 0 0,0-1 0,0 1 0,-1-1 0,-1 0 0,0 0 0,0 0 0,0-1 0,-1 0 0,0 0 0,-1 0 0,0-1 0,-11 9 0,-55 50 0,-128 90 0,106-97-607,-3-3-1,-193 79 1,112-64-442,-229 59 1,-211-3 1048,437-103 0,-264 2 0,255-25-73,-471-10-747,528-4 760,1-6 1,-165-44-1,33 8 39,-115-32-43,334 73 57,-521-179-3,48-63 10,423 202 0,3-4 0,-147-121 0,164 111 1273,-108-125 1,151 152-765,2-1 0,1-2 1,2-1-1,-41-93 0,29 48-509,25 62 0,1-1 0,2-1 0,1 0 0,1 0 0,2-1 0,-9-62 0,6-22 0,6 87 0,1-1 0,2 1 0,1 0 0,1-1 0,1 1 0,2 0 0,0-1 0,9-29 0,-2 28 0,1 1 0,2 0 0,0 0 0,2 1 0,2 1 0,0 1 0,1 0 0,2 1 0,1 1 0,0 1 0,2 1 0,1 1 0,40-28 0,1 8 0,0 4 0,3 2 0,0 4 0,86-27 0,587-171-869,-603 194 684,720-191-3225,-168 74 492,-377 91 1349,1518-261-2518,-1102 251 4113,-90 12 169,-348 24 2917,148 10-3051,-108 12 715,14 1 1414,28-1-2190,12 0 0,-223 12 2639,-22-1-2550,211 23 0,-290-10 678,0 2 1,0 3-1,93 39 1,163 96 23,-287-132-791,0 0 0,43 39 0,-63-50 0,4 7 0,0 0 0,-2 1 0,1 0 0,-2 1 0,-1 0 0,0 1 0,13 32 0,-12-27 0,-6-11 0,-1-1 0,0 1 0,-1-1 0,-1 1 0,1 0 0,0 24 0,-5 78 0,-1-45 0,2-45 0,0 1 0,-1 0 0,-2-1 0,0 0 0,-2 1 0,-1-2 0,-18 44 0,-4-4 0,-3-1 0,-3-2 0,-3-1 0,-55 67 0,-215 233 0,245-293 0,-2-4 0,-3-2 0,-113 76 0,-436 221 0,184-146-659,235-125 659,-275 109 0,183-91 0,-508 163 0,487-177 0,-474 121 0,602-161 224,100-26-7,-120 20 1,145-33-218,-88 28 0,3 0 0,77-25 0,-216 39 0,241-44-1365,25-4-5461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3:35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384 1 24575,'40'37'0,"66"45"0,-51-42 0,231 146 0,-267-175 0,34 20 0,1-3 0,106 38 0,-156-65 0,0 0 0,0 1 0,0-1 0,0 1 0,-1 0 0,1 0 0,0 1 0,-1-1 0,1 1 0,-1 0 0,0 0 0,0 0 0,0 0 0,0 0 0,-1 1 0,1-1 0,-1 1 0,2 3 0,-3-3 0,0 0 0,0-1 0,-1 1 0,1 0 0,-1-1 0,0 1 0,0 0 0,0 0 0,-1-1 0,1 1 0,-1 0 0,0-1 0,0 1 0,0-1 0,-1 1 0,1-1 0,-1 1 0,0-1 0,1 0 0,-2 0 0,-1 3 0,-17 19 0,0-2 0,-2-1 0,0 0 0,-2-2 0,-26 17 0,6-3 0,-20 14 0,-1-2 0,-3-4 0,-1-3 0,-118 48 0,168-80 0,-1-2 0,1 0 0,-1-2 0,-21 2 0,16-2 0,-47 10 0,24-2 61,-79 8 0,13-3-1548,92-12-5339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4:07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1 158 24575,'206'0'221,"493"-4"-2752,0-36-1712,165-37 1253,6 41 3227,797 39-1915,-1462 3 1533,1 9-1,-2 9 1,-1 8 0,375 113 0,-437-101 471,461 175 2395,-516-175-2247,-1 4-1,-3 4 0,-2 3 1,87 78-1,-86-58 150,71 87-1,-13-14-32,198 215-273,-130-136-1169,557 558-4892,-517-524 8960,-116-118-1954,-40-43-1262,-6 4 0,-3 4 0,-6 3 0,96 186 0,-71-108 42,59 122 1150,-115-213-1192,13 24 0,-5 3 0,47 170 0,-64-158-440,58 266 288,-64-215 152,22 101 0,-10-96 0,-20-81 0,54 159 0,74 213-232,-37-103 2836,-105-354-2083,-2 1 1,-1 0-1,-2 0 1,0 1-1,-3 43 1,2 14-403,10 24-119,-5-65 0,0 56 0,-8 668 0,3-741 12,2 0 0,1-1 0,1 1 0,1-1 0,2 0 0,13 29 0,16 57-1461,-32-91-5377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4:34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24575,'1'0'0,"0"0"0,0 0 0,0 1 0,0-1 0,0 1 0,0-1 0,-1 1 0,1-1 0,0 1 0,0-1 0,-1 1 0,1 0 0,0-1 0,0 1 0,-1 0 0,1 0 0,-1 0 0,1-1 0,-1 1 0,1 0 0,-1 0 0,0 0 0,1 0 0,-1 0 0,0 0 0,0 0 0,1 2 0,3 32 0,-3-29 0,29 344 0,-18-224 0,1 67 0,-14 78-1365,1-250-5461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4:34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70 158 24575,'4'-1'0,"-1"0"0,0 0 0,0 0 0,0-1 0,0 1 0,0-1 0,0 0 0,0 1 0,4-5 0,12-6 0,31-12 0,1 2 0,1 3 0,0 2 0,1 2 0,58-8 0,-52 18 0,0 2 0,94 8 0,-150-4 0,-1-1 0,1 1 0,0 0 0,0-1 0,-1 1 0,1 1 0,0-1 0,-1 0 0,1 0 0,-1 1 0,0 0 0,1-1 0,-1 1 0,0 0 0,0 0 0,0 0 0,2 4 0,0-1 0,-1 0 0,0 1 0,0-1 0,-1 1 0,1 0 0,-1 0 0,2 12 0,-2-9 0,-1 0 0,1 0 0,-2 0 0,0 0 0,0 0 0,0 0 0,-1 0 0,-1 0 0,1-1 0,-1 1 0,-5 13 0,-2-7 0,0 0 0,-1-1 0,-1 0 0,0 0 0,-1-1 0,0-1 0,-1 0 0,-22 16 0,-126 73 0,135-85 0,-3-2 0,-1 0 0,-1-2 0,-35 10 0,-23 8 0,87-29 0,-1-1 0,1 1 0,-1 0 0,1 0 0,0 1 0,-1-1 0,1 0 0,0 1 0,0-1 0,0 1 0,0 0 0,0 0 0,0 0 0,0 0 0,1 0 0,-1 0 0,1 0 0,0 1 0,-1-1 0,0 4 0,1-3 0,1 0 0,0-1 0,0 1 0,0 0 0,1-1 0,-1 1 0,0-1 0,1 1 0,0 0 0,0-1 0,0 0 0,0 1 0,0-1 0,0 1 0,1-1 0,2 4 0,5 4 0,-1 0 0,2-1 0,-1 0 0,1 0 0,1-1 0,0 0 0,11 5 0,23 11 0,-24-14 0,-1 1 0,0 1 0,-1 1 0,0 0 0,29 28 0,-42-34 0,-1-1 0,0 1 0,0 0 0,0 0 0,-1 1 0,0 0 0,-1-1 0,1 1 0,2 14 0,-5-19 0,0-1 0,-1 1 0,0 0 0,1-1 0,-1 1 0,0-1 0,0 1 0,0 0 0,-1-1 0,1 1 0,-1-1 0,1 1 0,-1 0 0,0-1 0,0 0 0,0 1 0,0-1 0,-1 0 0,1 1 0,-1-1 0,1 0 0,-1 0 0,0 0 0,1 0 0,-1-1 0,0 1 0,0 0 0,-1-1 0,1 1 0,0-1 0,0 0 0,-1 0 0,1 0 0,-4 1 0,-40 13 0,1-1 0,-50 6 0,44-15 0,0-1 0,0-3 0,-72-8 0,118 7-124,0-1 0,0 0 0,1 0 0,-1 0 0,0 0 0,0-1-1,1 0 1,-1 0 0,1 0 0,-6-4 0,-2-4-6702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4:35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264 146 24575,'-8'0'0,"1"1"0,0-1 0,-1 1 0,1 1 0,0 0 0,0 0 0,0 0 0,0 1 0,0 0 0,1 0 0,-1 0 0,1 1 0,0 0 0,0 1 0,0-1 0,1 1 0,-1 0 0,1 1 0,0-1 0,1 1 0,-8 11 0,-3 9 0,1 1 0,2 1 0,0 0 0,-7 32 0,-1-3 0,13-32 0,1 0 0,1 1 0,2-1 0,0 1 0,2 0 0,1 0 0,6 51 0,-6-74 0,0-1 0,1 1 0,-1-1 0,1 1 0,0-1 0,-1 0 0,1 1 0,0-1 0,0 0 0,1 0 0,-1 0 0,0 0 0,1 0 0,-1 0 0,1 0 0,0 0 0,-1 0 0,1-1 0,0 1 0,4 2 0,-2-3 0,-1 1 0,2 0 0,-1-1 0,0 0 0,0 0 0,0 0 0,1-1 0,-1 1 0,0-1 0,0 0 0,6 0 0,2-2 0,-1 0 0,1 0 0,0-1 0,-1 0 0,1-1 0,-1 0 0,19-11 0,-1-4 0,-1-1 0,-1-1 0,-1-2 0,-1 0 0,41-51 0,-33 31 0,-2-1 0,51-96 0,-74 120 0,0 0 0,-1 0 0,0-1 0,-2 1 0,5-40 0,-6 13 0,-3-71 0,2 144 0,1 0 0,1 0 0,2-1 0,0 0 0,2 0 0,0-1 0,16 28 0,11 16 0,59 83 0,-27-37 0,-66-110-170,1-1-1,-1 1 0,0-1 1,1 1-1,0-1 0,0 0 1,5 5-1,6 2-6655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4:35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24575,'5'0'0,"5"0"0,5 0 0,5 0 0,4 0 0,1 0 0,1 0 0,1 0 0,0 0 0,-1 0 0,1 0 0,-1 0 0,0 0 0,-1 0 0,-3 0-8191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4:36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0 24575,'-1'53'0,"-2"-1"0,-3 1 0,-14 56 0,2-5 0,4 1 0,4 0 0,5 112 0,5-214 0,0 0 0,-1 0 0,1 0 0,0 0 0,1 0 0,-1 0 0,0 0 0,1-1 0,0 1 0,-1 0 0,1 0 0,0 0 0,0-1 0,1 1 0,-1-1 0,1 1 0,-1-1 0,1 1 0,0-1 0,0 0 0,0 0 0,0 0 0,0 0 0,0 0 0,1 0 0,-1-1 0,1 1 0,-1-1 0,1 1 0,-1-1 0,1 0 0,0 0 0,0 0 0,-1-1 0,1 1 0,0-1 0,0 1 0,0-1 0,0 0 0,0 0 0,3-1 0,294 0 0,-113-2 0,-175 3-114,0-1 1,0 0-1,-1 0 0,1-1 0,0-1 1,-1 0-1,0 0 0,1-1 0,-1-1 1,-1 1-1,18-12 0,-12 3-6712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4:36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24575,'16'365'0,"-4"262"0,-14-383 0,2-233 0,-3 56 0,2-64 0,1 1 0,-1-1 0,0 0 0,1 1 0,-1-1 0,-1 0 0,1 0 0,0 0 0,-1 0 0,0 0 0,0 0 0,0 0 0,0 0 0,0-1 0,-5 5 0,7-7 0,0 0 0,0 0 0,0 0 0,-1 0 0,1-1 0,0 1 0,0 0 0,0 0 0,0 0 0,-1 0 0,1-1 0,0 1 0,0 0 0,0 0 0,0 0 0,0-1 0,0 1 0,-1 0 0,1 0 0,0 0 0,0-1 0,0 1 0,0 0 0,0 0 0,0-1 0,0 1 0,0 0 0,0 0 0,0-1 0,0 1 0,0 0 0,0 0 0,0 0 0,0-1 0,1 1 0,-1 0 0,0 0 0,0-1 0,0 1 0,0 0 0,0 0 0,0 0 0,1 0 0,-1-1 0,0 1 0,0 0 0,0 0 0,0 0 0,1 0 0,-1-1 0,0 1 0,8-18 0,9-6 0,1 0 0,1 1 0,1 1 0,25-21 0,-17 16 0,27-21 0,2 2 0,2 4 0,65-37 0,-76 49 0,-37 24 0,-1 1 0,1 0 0,0 1 0,0 0 0,1 0 0,-1 2 0,1-1 0,21-1 0,-5 3 0,0 1 0,45 5 0,-67-4 0,0 1 0,-1 0 0,1 0 0,0 1 0,-1 0 0,1-1 0,-1 2 0,0-1 0,0 1 0,0-1 0,-1 2 0,1-1 0,-1 0 0,0 1 0,0 0 0,-1-1 0,6 10 0,1 3 0,0 1 0,-1 0 0,-1 0 0,6 22 0,-4-9 0,7 21 0,17 88 0,-29-116 0,15 43 0,-14-50 0,-1 1 0,0 0 0,-1 0 0,3 34 0,-7-2-1365,0-28-5461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5:35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4010 3314 24575,'2'1'0,"-1"0"0,1 0 0,0-1 0,-1 1 0,1 0 0,-1 0 0,1 0 0,-1 1 0,0-1 0,1 0 0,-1 0 0,0 1 0,0-1 0,0 1 0,0-1 0,0 1 0,1 2 0,14 31 0,-12-22 0,-1 0 0,-1 1 0,0-1 0,0 1 0,-1 0 0,-1-1 0,0 1 0,-1 0 0,-1-1 0,0 1 0,-1-1 0,0 0 0,-1 0 0,-1 0 0,0 0 0,0 0 0,-1-1 0,-11 16 0,-13 15 0,-1-1 0,-2-1 0,-55 52 0,59-64 0,-346 311 0,327-302 0,-1-2 0,-2-3 0,-1-1 0,-2-3 0,-113 44 0,68-34 0,44-15 0,-1-3 0,0-2 0,-2-2 0,-100 14 0,85-26 0,-135-8 0,192 1 0,-1-1 0,1 0 0,-1-2 0,1 0 0,0 0 0,1-2 0,-26-14 0,-101-72 0,75 46 0,-122-97 0,39 27 0,138 108 0,-706-548 0,632 472 0,4-4 0,-136-192 0,161 191 0,4-3 0,-80-198 0,91 180 0,5-2 0,-37-186 0,61 199 0,3 0 0,6 0 0,8-113 0,-1 39 0,-3 137 0,2-1 0,2 0 0,1 0 0,2 1 0,2 0 0,1 1 0,26-61 0,-8 38 0,2 1 0,47-67 0,88-99 0,-118 162 0,164-198 0,-167 211 0,3 2 0,2 3 0,55-40 0,-84 71 0,0 1 0,1 2 0,0 0 0,1 1 0,0 1 0,0 1 0,0 1 0,1 0 0,37-2 0,21 2 0,117 8 0,-73 1 0,-120-3 0,37-1 0,0 1 0,1 2 0,-1 2 0,0 2 0,62 17 0,19 25 0,-2 4 0,-2 6 0,-3 5 0,108 78 0,-152-90 0,108 99 0,52 78 0,-109-103 0,-78-78 0,-3 1 0,-1 3 0,-3 1 0,33 60 0,-20-17 0,64 163 0,-61-121 0,173 495 0,-144-270 0,-43-169 0,-35-169 0,4 13 0,-1 0 0,-2 0 0,1 54 0,-9 389 0,-5-437 0,7-42 0,0-1 0,0 0 0,0 0 0,0 0 0,0 0 0,0 1 0,0-1 0,0 0 0,0 0 0,0 0 0,0 0 0,0 1 0,0-1 0,0 0 0,0 0 0,0 0 0,0 0 0,0 1 0,-1-1 0,1 0 0,0 0 0,0 0 0,0 0 0,0 0 0,0 0 0,0 0 0,-1 1 0,1-1 0,0 0 0,0 0 0,0 0 0,0 0 0,0 0 0,-1 0 0,1 0 0,0 0 0,0 0 0,0 0 0,0 0 0,-1 0 0,1 0 0,0 0 0,0 0 0,0 0 0,0 0 0,-1 0 0,1 0 0,0 0 0,0 0 0,0 0 0,0 0 0,-1 0 0,1-1 0,0 1 0,0 0 0,-7-24 0,4-7-1365,1-2-5461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5:42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4390 2389 24575,'-16'259'0,"5"-126"0,0-3 0,-4 97 0,14-196 0,-1 1 0,-2-1 0,-2 0 0,0-1 0,-2 1 0,-1-2 0,-2 1 0,-1-1 0,-1 0 0,-1-2 0,-2 1 0,0-2 0,-2 0 0,-30 33 0,37-48 1,0-1 0,-1 0 0,0 0 0,0-1 0,-1-1-1,-19 10 1,-91 36-36,67-31-95,-357 120-825,382-133 926,-361 88 29,289-84 0,0-5 0,-205-9 0,145-3 0,72 0 0,-1-3 0,1-5 0,1-4 0,0-4 0,-127-43 0,80 14 394,-208-102 0,299 122-276,0-2 0,-62-53-1,82 62-115,-2-3-2,0-2 0,2 0 0,1-2 0,1-1 0,2-1 0,-24-40 0,-389-709-1757,396 694 1742,-143-333-300,153 338 285,3-1-1,4-1 1,-16-114-1,30 102 928,8-139 0,2 100-482,-1 110-415,1 0 0,2 0 0,0 1 0,1-1 0,1 1 0,1 0 0,17-35 0,4 0 0,55-81 0,-45 84 0,1 2 0,59-58 0,100-81 0,-132 130 0,-54 50 0,4-6 0,1 2 0,1 0 0,1 1 0,35-21 0,3 4 0,-42 20 0,2 2 0,-1 0 0,1 1 0,0 1 0,1 0 0,0 2 0,0 0 0,24-4 0,101-17 0,-105 17 0,0 2 0,70-5 0,-76 11 0,0 1 0,0 2 0,-1 0 0,1 3 0,-1 0 0,58 19 0,59 27 0,-81-30 0,-1 4 0,-1 2 0,80 45 0,110 100 0,-202-130 0,64 66 0,-49-43 0,15 18 0,77 103 0,-31-35 0,-58-64 0,-3 2 0,-4 4 0,72 140 0,-95-152 0,32 54 0,-14-26 0,49 125 0,-99-213 0,1 5 0,-2 0 0,-1 0 0,5 37 0,9 35 0,-8-44 0,11 100 0,-5-19 0,1 19 0,-14-95 0,20 87 0,-21-123-341,-1 0 0,-1 0-1,1 30 1,-4-32-6485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5:22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1 24575,'0'4'0,"-4"6"0,-6 10 0,-2 6 0,-2 3 0,-4 1 0,2-1 0,-2-4 0,3-3 0,0-5 0,2-1 0,-2 1 0,-1 2 0,1 3 0,-1-4 0,2 1 0,4-4-8191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5:23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24575,'4'0'0,"7"0"0,4 0 0,6 0 0,2 0 0,2 0 0,2 0 0,0 0 0,-5 0-8191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5:23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24575,'4'0'0,"6"0"0,6 0 0,4 0 0,3 0 0,2 0 0,2 0 0,0 0 0,-1 0 0,1 0 0,-1 4 0,1 2 0,-1-1 0,-1-1 0,-4-1-8191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5:24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24575,'2'31'0,"2"1"0,1-1 0,1 0 0,12 32 0,-3-7 0,104 363 0,-9-9 0,-104-389 0,1-1 0,1 0 0,12 23 0,16 44 0,-31-75-88,4 13 292,-9-20-583,-6-11-723,-3-5-5724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5:24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0 220 24575,'2'8'0,"0"0"0,1-1 0,0 1 0,0-1 0,0 1 0,1-1 0,1 0 0,-1 0 0,1-1 0,0 1 0,0-1 0,8 7 0,13 19 0,1 6 0,1-1 0,66 64 0,-69-74 0,-17-18 0,-1-1 0,2 1 0,-1-1 0,1-1 0,14 10 0,-21-16 0,0 0 0,0 0 0,0 0 0,0 0 0,0-1 0,0 1 0,0-1 0,1 1 0,-1-1 0,0 0 0,0 0 0,0 0 0,0 0 0,1 0 0,-1 0 0,0 0 0,0-1 0,0 1 0,0-1 0,0 0 0,0 1 0,0-1 0,0 0 0,0 0 0,0-1 0,0 1 0,0 0 0,-1 0 0,1-1 0,0 1 0,-1-1 0,0 0 0,1 1 0,1-4 0,12-17 0,0 0 0,-2-1 0,-1-1 0,18-46 0,26-110 0,-39 118 0,-13 45 32,-1 0 0,-1 0 0,1-24 0,-3 23-530,2 1 1,6-31-1,-3 32-6328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5:57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3545 1669 24575,'6'9'0,"-1"0"0,0 0 0,-1 1 0,0-1 0,-1 1 0,0 0 0,0 0 0,-1 0 0,1 11 0,1-2 0,3 30 0,-2 0 0,-2 0 0,-6 83 0,1-26 0,2-84 0,1 11 0,-1 0 0,-1 0 0,-2 0 0,-2 0 0,0-1 0,-19 57 0,-14 17 0,-26 64 0,-49 63 0,87-187 0,-2-2 0,-66 78 0,61-84 0,8-8 0,-47 42 0,41-45 0,-2-1 0,-1-2 0,-1-2 0,0-1 0,-48 20 0,42-25 0,-1-1 0,-1-3 0,0-1 0,-1-2 0,-58 4 0,-224-5 0,218-9 0,65 0 0,0-3 0,1-1 0,0-3 0,0-1 0,1-2 0,0-1 0,1-3 0,-54-27 0,-25-22 0,-145-104 0,238 150 0,-68-53 0,3-4 0,-97-104 0,127 119 0,-5-10 0,5-2 0,-92-138 0,74 90 0,6-4 0,-84-192 0,94 139 0,-20-45 0,71 188 0,1 0 0,2-1 0,2 0 0,1-1 0,-2-47 0,0-35 0,13-176 0,1 250 0,2-1 0,2 2 0,2-1 0,1 1 0,3 1 0,32-62 0,-23 58 0,1 2 0,3 1 0,1 1 0,2 2 0,2 1 0,1 1 0,57-45 0,-71 67 0,0 2 0,0 1 0,1 1 0,1 0 0,0 2 0,1 1 0,0 0 0,0 2 0,1 1 0,36-4 0,23 1 0,151 5 0,-142 5 0,-49 1 0,-1 2 0,0 2 0,0 1 0,-1 2 0,46 17 0,199 92 0,-268-109 0,205 103 0,-185-90 0,-1 2 0,-2 2 0,52 46 0,-52-34 0,-3 1 0,-1 2 0,34 57 0,3 4 0,-15-21 0,45 94 0,-68-118 0,11 25 0,42 121 0,14 94 0,-95-287 0,61 232 0,-53-187 0,-5-20 0,2 1 0,22 64 0,-18-68 0,-2 0 0,8 53 0,9 28 0,-13-61 0,11 95 0,-21-118 0,-3-26-112,-1-1 46,0-1 0,0 0 0,0 1 0,0-1 0,0 0 0,1 1 0,-1-1 0,1 0 1,-1 1-1,1-1 0,-1 0 0,1 0 0,0 0 0,-1 1 0,1-1 0,0 0 0,0 0 0,1 1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5:32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0 24575,'0'10'0,"1"18"0,-1 0 0,-1 0 0,-2 0 0,-1 0 0,-14 52 0,-56 101 132,9-25-1629,58-134-5329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5:32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24575,'18'1'0,"1"1"0,0 0 0,-1 2 0,1 0 0,-1 0 0,0 2 0,20 9 0,118 67 0,-55-27 0,194 83 0,-231-116 69,-48-17-428,1 0 1,-1 1-1,19 10 1,-20-8-6468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5:33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1 198 24575,'0'4'0,"1"-1"0,-1 0 0,1 1 0,0-1 0,0 0 0,0 1 0,1-1 0,-1 0 0,1 0 0,0 0 0,0 0 0,0 0 0,0 0 0,0-1 0,0 1 0,1-1 0,-1 1 0,1-1 0,0 0 0,0 0 0,0 0 0,0-1 0,0 1 0,5 1 0,10 5 0,1-1 0,0-1 0,23 5 0,-15-4 0,206 69 0,-203-66 0,48 25 0,-63-27 0,0 0 0,0-1 0,1-1 0,0 0 0,0-1 0,1-1 0,-1 0 0,1-2 0,0 1 0,22-1 0,-34-4 0,-1 1 0,0 0 0,1-1 0,-1 0 0,0 0 0,0 0 0,0-1 0,-1 1 0,1-1 0,0 0 0,-1 0 0,0 0 0,0 0 0,0-1 0,0 1 0,0-1 0,-1 0 0,1 1 0,-1-1 0,2-6 0,7-14 0,0 0 0,8-31 0,-15 41 0,11-29-273,-2 0 0,-2-1 0,-2-1 0,5-54 0,-13 73-6553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5:37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4135 24575,'0'-9'0,"1"1"0,1-1 0,-1 0 0,1 1 0,1 0 0,-1-1 0,1 1 0,1 0 0,0 0 0,0 1 0,0-1 0,1 1 0,10-11 0,8-8 0,1 1 0,33-25 0,-3 1 0,33-35-9,180-191-119,170-292-555,-96 121 683,-275 363 172,-38 45-10,3 1 0,0 1 0,46-38 0,389-326-162,-418 355 41,399-385-893,-99 108 49,3-1 276,-169 158 1578,4-4 39,-117 111-1090,-19 19 0,-22 18 0,0 1 0,1 1 0,1 1 0,40-16 0,-50 26 0,1 1 0,0 0 0,24-3 0,-24 6 0,-1 0 0,0-2 0,28-12 0,-17 3 0,7-4 0,75-26 0,-100 41 0,1 1 0,0 0 0,0 1 0,0 1 0,0 0 0,0 0 0,0 2 0,0 0 0,23 4 0,-14 1 0,-1 1 0,41 18 0,-7-1 0,-13-9 0,-31-13 0,-1 2 0,0 0 0,0 0 0,0 1 0,-1 0 0,0 1 0,0 0 0,0 0 0,10 10 0,20 21-15,40 40-1335,-70-64-5476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5:38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24575,'4'0'0,"1"1"0,-1-1 0,0 1 0,1 0 0,-1 1 0,0-1 0,0 1 0,0-1 0,0 1 0,0 1 0,0-1 0,0 0 0,-1 1 0,1 0 0,-1 0 0,0 0 0,0 0 0,0 0 0,0 1 0,2 3 0,7 11 0,-2 0 0,0 0 0,8 23 0,2 1 0,99 212 0,-110-231 0,2-1 0,0 0 0,1 0 0,23 30 0,-35-52 0,0 0 0,0 0 0,0 0 0,0 0 0,1 0 0,-1 1 0,0-1 0,0 0 0,0 0 0,0 0 0,0 0 0,1 0 0,-1 0 0,0 0 0,0 0 0,0 1 0,0-1 0,1 0 0,-1 0 0,0 0 0,0 0 0,0 0 0,0 0 0,1 0 0,-1 0 0,0 0 0,0 0 0,0 0 0,0 0 0,1 0 0,-1 0 0,0 0 0,0-1 0,0 1 0,0 0 0,1 0 0,-1 0 0,0 0 0,0 0 0,0 0 0,0 0 0,0 0 0,1-1 0,-1 1 0,0 0 0,0 0 0,0 0 0,0 0 0,0 0 0,0-1 0,0 1 0,0 0 0,0 0 0,1 0 0,3-17 0,-2-17 0,-8-4 0,-1 1 0,-1 1 0,-2-1 0,-2 1 0,-25-52 0,31 74-195,2 0 0,-1 0 0,2 0 0,0-1 0,0 1 0,1-19 0,0 6-6631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5:38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24575,'142'-3'0,"153"7"0,-287-3 0,0 1 0,0 0 0,0 0 0,0 1 0,0 0 0,-1 1 0,1-1 0,-1 1 0,11 9 0,58 51 0,-66-56 0,5 7 0,-1 1 0,-1 0 0,0 1 0,-1 1 0,0 0 0,-2 0 0,11 26 0,46 145 0,-53-145 0,7 36 0,19 150 0,-22-110 0,3 27 0,1 297 0,-22-335-1365,0-98-5461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5:46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3281 24575,'1'-14'0,"1"0"0,0-1 0,0 1 0,2 1 0,-1-1 0,2 0 0,0 1 0,1 0 0,0 0 0,10-16 0,12-13 0,52-60 0,-54 69 0,111-119-1242,224-196 0,-320 311 1204,93-78-865,200-131 0,170-70-1555,-356 226 2256,985-525-2227,-1038 571 2376,784-347 65,-638 294 948,58-23 267,-101 38 3127,118-40-1437,-40 29-2917,-211 63 336,-48 20-903,1 2 0,23-9 0,-24 12-6259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5:47.0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24575,'4'0'0,"3"0"0,1 0 0,-1 0 0,1 1 0,-1 0 0,1 0 0,9 3 0,-14-3 0,-1 1 0,0-1 0,0 0 0,0 1 0,0-1 0,0 1 0,0 0 0,0-1 0,0 1 0,-1 0 0,1 0 0,-1 0 0,1 0 0,-1 1 0,0-1 0,0 0 0,0 1 0,0-1 0,0 0 0,0 1 0,-1-1 0,1 5 0,3 16 0,-2 0 0,0 1 0,-1-1 0,-2 0 0,0 1 0,-2-1 0,0 0 0,-2 0 0,0-1 0,-1 1 0,-11 22 0,-11 28-1365,21-58-5461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5:58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4884 0 24575,'-1'7'0,"0"0"0,0 0 0,-1-1 0,1 1 0,-1 0 0,-1-1 0,1 0 0,-1 0 0,-6 10 0,-40 55 0,31-47 0,-313 382 0,177-227 0,75-94 0,-4-4 0,-169 126 0,203-169 0,-97 75 0,-173 99 0,170-120 0,-114 62 0,-656 292 0,621-301 0,26-10 0,146-66 0,87-45 0,-66 29 0,-199 84 0,135-59 0,74-31 0,-50 21 0,123-60 0,0-1 0,0 0 0,-1-2 0,-42 5 0,-23 3 0,60-7 0,0-2 0,-32 1 0,51-5 0,-1 0 0,1 0 0,-1-1 0,1 0 0,0-1 0,-18-5 0,24 5 0,0 1 0,0-1 0,0 0 0,0 1 0,1-1 0,-1-1 0,0 1 0,1 0 0,0-1 0,0 1 0,-1-1 0,2 0 0,-1 1 0,0-1 0,0 0 0,1 0 0,0 0 0,-1-1 0,1 1 0,0 0 0,1 0 0,-2-7 0,-2-32 0,2-1 0,6-84 0,0 25 0,-5 63 0,2 0 0,1 1 0,2 0 0,2-1 0,2 2 0,14-44 0,13-8-69,5 2 0,3 3 0,5 1 0,2 2-1,4 2 1,4 3 0,2 3 0,4 2 0,3 3-1,80-62 1,12-4 69,95-77 0,-179 154 0,123-69 0,361-158 0,-335 188 254,3 10 0,262-63-1,-306 114-253,-163 33 0,-1 0 0,1 2 0,0 0 0,0 1 0,0 1 0,-1 1 0,27 7 0,-33-4-85,-1 0 0,0 1-1,0 0 1,-1 1 0,0 0-1,0 1 1,-1 0 0,0 0-1,-1 1 1,0 1 0,0 0-1,-1 0 1,0 0 0,-1 1-1,10 23 1,-11-15-6741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3:13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24575,'81'5'-144,"0"4"0,-1 3 0,125 35 0,-18-3-311,500 87-3360,6-39 670,683-27-6,1-58 989,-1111-7 2211,503 1-392,938-8-2048,-403-39 2792,-1005 37-265,624-10 731,-179-7 1533,-23 1 1289,-315 12-3689,13 0 0,638 16 1804,656-6-3990,-757-22 1816,278-1 403,-332 10-33,-531 7 0,1283-71-356,-343 10-97,-1066 61 1718,197-7 922,-146 12 4327,-247 4-7821,-28 0-5519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3:14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807 0 24575,'-2'9'0,"0"-1"0,0 0 0,0 0 0,-1 0 0,-1 0 0,1-1 0,-9 14 0,0 1 0,-16 29 0,-3-2 0,-3 0 0,-1-2 0,-43 44 0,28-33 0,-132 172 0,70-87 0,-81 113 0,174-224 0,16-23 0,16-22 0,56-55 51,-35 37-1467,-4 1-5410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3:14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1132 0 24575,'-1'5'0,"-1"0"0,0 0 0,0-1 0,0 1 0,-1-1 0,0 1 0,0-1 0,0 0 0,0 0 0,0 0 0,-1 0 0,-6 5 0,-6 8 0,-156 172 0,109-124 0,-28 23 0,-5-4 0,-126 84 0,22-17 0,165-122-341,-1-2 0,-2-1-1,-67 34 1,88-53-6485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4:42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359 0 24575,'-2'13'0,"0"-1"0,-1 0 0,0 0 0,0 0 0,-2 0 0,-9 19 0,-7 25 0,-180 560 0,179-562 0,2 1 0,2 1 0,3 0 0,-14 104 0,29-157 0,-1 1 0,1-1 0,0 1 0,0-1 0,1 0 0,-1 1 0,1-1 0,-1 1 0,1-1 0,0 0 0,1 1 0,-1-1 0,0 0 0,1 0 0,0 0 0,0 0 0,0 0 0,0 0 0,0-1 0,0 1 0,1-1 0,-1 1 0,1-1 0,3 2 0,1 0 0,0-1 0,0 1 0,1-2 0,0 1 0,-1-1 0,1 0 0,0 0 0,0-1 0,13 1 0,157 22 0,-120-13 0,100 4 0,-117-14 0,26-1 0,94 13 0,-131-8-1365,-5-2-5461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4:42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2526 24575,'0'-4'0,"1"-1"0,0 1 0,0 0 0,0-1 0,1 1 0,-1 0 0,1 0 0,0 0 0,0 0 0,1 0 0,-1 0 0,1 0 0,4-3 0,45-46 0,-43 45 0,368-301-751,-213 180 544,647-541-1489,22 2 1595,-492 424-338,-202 146 372,-11 15 1283,48-37 829,-158 107-2004,0 1-1,22-9 1,9-7-1528,-36 19-5339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4:43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24575,'273'2'4,"294"-5"-1444,-347-11 879,-110 5 656,177 7 0,-284 2-21,0 0 0,0 1 0,-1-1 1,1 1-1,0 0 0,-1-1 0,1 1 0,-1 1 0,1-1 0,-1 0 0,1 0 0,-1 1 0,0 0 0,0-1 1,0 1-1,0 0 0,0 0 0,3 4 0,-2-2-31,-1 1 0,1-1-1,-1 1 1,-1-1 0,1 1 0,-1 0 0,1 0 0,-1 0-1,0 8 1,0 9-60,-1 1-1,-2-1 1,-6 38-1,6-51 59,-17 76-41,-4-1 0,-67 157 0,-104 197 0,164-377-341,-4-1 0,-2-2-1,-45 55 1,68-97-6485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6:21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1 436 24575,'165'-8'-1417,"323"-60"0,-286 34 1111,1178-107-7769,-1176 125 8399,1207-56-1608,2 41-449,-1013 25 1599,1932-4 134,-1528 11 0,1537 76-823,-1598-42 682,-77-16 267,197 11 60,-655-18-173,1171 65 474,2-43-83,-954-33-404,641-8 0,202-111 857,-778 60-187,57 14 1668,-16 3-101,-211 10-2420,-185 22 4783,289 5-1977,-227 6-1975,129 11-1420,-23 0-226,660-33 792,-616-7 323,-318 24-804,-5 1-4958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6:21.4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975 0 24575,'5'2'0,"1"0"0,0 0 0,0 0 0,-1 0 0,1 1 0,-1 0 0,0 0 0,0 1 0,6 5 0,2 0 0,44 24 0,67 30 0,-70-38 0,92 59 0,-137-78 0,12 8 0,-1 1 0,0 1 0,24 26 0,-38-36 0,-1 0 0,0 1 0,-1 0 0,0 0 0,0 0 0,0 0 0,-1 1 0,0-1 0,0 1 0,-1 0 0,0 0 0,0 0 0,-1 0 0,1 13 0,-2-8 0,0-1 0,0 1 0,-1 0 0,-1 0 0,0 0 0,-1-1 0,0 0 0,-1 1 0,0-1 0,-1 0 0,0-1 0,-1 1 0,-1-1 0,1 0 0,-2-1 0,1 1 0,-2-1 0,1-1 0,-15 12 0,-14 11 0,-64 42 0,40-31 0,-10 5 0,-2-3 0,-1-4 0,-115 47 0,-251 61 0,162-77 0,249-67-455,0-1 0,-57 0 0,65-5-6371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6:46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4393 2158 24575,'0'55'0,"-2"-1"0,-3 1 0,-3-1 0,-1 0 0,-3 0 0,-22 58 0,4-26 0,10-23 0,-3-1 0,-3-1 0,-61 104 0,57-119 0,-3-2 0,-1-1 0,-2-1 0,-71 62 0,84-85 0,0-2 0,-1 0 0,-1-1 0,-1-2 0,0 0 0,-1-2 0,0-1 0,-1-1 0,0-1 0,-45 7 0,-22-3 0,-166 0 0,-52-11 0,-245-6 0,150-38 0,97 6 0,261 29 0,-51-13 0,-26-3 0,86 15 0,-1-1 0,-43-16 0,46 13 0,-66-24 0,1-5 0,2-4 0,2-4 0,-139-93 0,204 116 0,2-1 0,2-2 0,0-1 0,2-2 0,1-1 0,2-1 0,1-1 0,-28-55 0,17 25 0,4-1 0,2-2 0,3-1 0,-23-96 0,41 108 0,3 1 0,2-1 0,7-106 0,-1 42 0,-2 106 0,-1-35 0,2 0 0,1 0 0,3 1 0,3-1 0,13-52 0,-7 64 0,1 0 0,2 0 0,1 2 0,30-44 0,-6 19 0,71-80 0,-53 80 0,3 2 0,73-51 0,-111 91 0,58-40 0,3 3 0,2 5 0,168-73 0,132-44 0,-224 101 0,-82 31 0,110-35 0,-141 54 0,15-3 0,1 3 0,0 3 0,93-9 0,51 21 0,-115 3 0,-73 0 0,0 2 0,0 0 0,0 1 0,-1 1 0,0 1 0,0 1 0,41 20 0,142 91 0,-128-70 0,-38-24 0,-1 2 0,-2 2 0,0 1 0,-2 2 0,-2 1 0,31 39 0,-31-33 0,5 6 0,60 95 0,-46-58 0,-31-51 0,-1 1 0,-1 0 0,20 52 0,17 48 0,-38-96 0,-2 1 0,-1 1 0,-2 0 0,13 62 0,-2 18 0,-14-82 0,-1 1 0,-3 0 0,2 39 0,5 93 0,1 18 0,-13-179 0,-7 150 0,4-135 0,0 1 0,-2-1 0,-1 0 0,-16 41 0,-25 65 0,-5 12 0,32-95 0,-2 8 0,-3 0 0,-3-2 0,-1-1 0,-37 47 0,-28 40 0,71-98 0,-3-1 0,-56 64 0,23-32 0,47-53 0,-1-1 0,-1 0 0,-1-1 0,0-1 0,-21 16 0,-77 46-1365,97-67-5461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7:26.1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5905 1208 24575,'-2'10'0,"-1"0"0,0 0 0,0-1 0,-1 1 0,-1-1 0,1 0 0,-1 0 0,-1 0 0,0-1 0,-12 14 0,8-9 0,-153 191 0,2-5 0,-495 643-2788,169-337 2788,298-320 0,40-47-398,-6-6 0,-5-8-1,-6-6 1,-191 101 0,248-161 647,-2-5 0,-143 47 1,-245 42 869,139-88-1119,244-41 0,-132 5 0,-272-15 0,247-6 0,237 3 60,-20 1 730,-84-11 1,123 8-664,0-1 0,1-1 0,-1-1 0,1 0 1,0-1-1,0-1 0,1 0 0,-1-1 0,-17-13 0,14 7-127,1 0 0,1-2 0,0 0 0,1-1 0,1 0 0,1-1 0,0-1 0,1 0 0,2-1 0,0 0 0,0-1 0,2 0 0,1-1 0,-7-27 0,-9-45-73,4-2 0,4 0 0,-5-125 1,18-298-379,7 264 366,-5 168 85,7-196 0,-2 236 0,2 0 0,3 0 0,27-88 0,153-351 827,-26 147-827,-136 283 0,4 1 0,1 2 0,3 0 0,81-90 0,197-160 0,-264 261 0,3 2 0,1 2 0,64-33 0,-42 29 0,153-62 0,-140 72 0,241-74 0,-127 59 0,-117 29 0,111-11 0,-168 25 0,55-16 0,-59 13 0,1 1 0,0 1 0,30-2 0,126-5 0,90-2 0,-261 14 0,41-1 0,-1 3 0,1 1 0,-1 3 0,63 15 0,243 95 0,-302-97 0,144 68 0,-106-46 0,0 4 0,93 63 0,-146-85 0,10 10 0,-1 3 0,47 44 0,4 4 0,-44-36 0,77 87 0,-51-49 0,-49-49 0,-1 1 0,29 46 0,35 45 0,-72-100 0,-1 1 0,-1 1 0,28 56 0,35 106 0,-58-127 0,-16-42 0,-1 1 0,-2 0 0,0 0 0,3 30 0,2 32 0,0 112 0,-13 156-1365,1-334-5461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7:44.9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2263 2439 24575,'2'72'0,"0"-43"0,-1 0 0,-2 1 0,-1-1 0,-6 34 0,5-51 0,-1-1 0,-1 1 0,0-1 0,-1 0 0,0 0 0,0 0 0,-1-1 0,-1 0 0,0-1 0,-12 13 0,-12 8 0,-56 40 0,59-48 0,11-9 0,-1-2 0,0 0 0,-1 0 0,0-2 0,0-1 0,-41 11 0,14-8 0,0-2 0,-54 3 0,-2-2 0,-113 5 0,153-16 0,1-2 0,-89-16 0,111 11 0,-1-3 0,2-1 0,0-2 0,-64-32 0,49 16 0,2-3 0,1-2 0,-51-45 0,-124-141 0,215 209 0,-127-148 0,116 132 0,2 0 0,1-2 0,-30-61 0,37 56 0,1 1 0,1-2 0,2 1 0,2-1 0,-4-69 0,14-184 0,-3 271 0,1-5 0,2 1 0,0 0 0,1 0 0,1 1 0,1 0 0,13-29 0,70-118 0,-66 127 0,26-46-269,4 3 0,3 3 0,124-136 0,-105 139 269,12-17 0,5 5 0,149-113 0,-154 140 263,155-80 0,-208 125-204,0 3 0,1 1 0,1 1 0,0 2 0,1 2 0,0 1 0,0 2 0,42-1 0,-62 8-58,0 1 1,0 0 0,0 1-1,0 1 1,0 1 0,-1 0-1,0 1 1,0 1-1,-1 1 1,0 0 0,0 1-1,21 16 1,-2 2-2,-1 1-1,-1 2 1,-2 1 0,29 37-1,23 34 1,-5 5 0,-4 2 0,90 181 0,-141-242 0,-2 1 0,-2 0 0,-2 2 0,16 86 0,-17-41 0,-5 1 0,0 130 0,-9-174 0,-1-36 0,0-1 0,0 1 0,-2-1 0,0 0 0,-1 0 0,-5 23 0,5-36 0,0 1 0,0-1 0,0 0 0,0 1 0,0-1 0,0 0 0,-1 0 0,0-1 0,1 1 0,-1 0 0,0-1 0,-1 0 0,1 0 0,0 0 0,0 0 0,-1 0 0,1-1 0,-7 3 0,-7 1 0,0-1 0,-34 3 0,20-2 0,-73 4-1365,82-9-5461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8:27.3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2851 952 24575,'-1'11'0,"-1"0"0,-1-1 0,1 1 0,-2-1 0,0 0 0,-8 17 0,-3 7 0,-5 24 0,-44 109 0,21-79 0,-3-3 0,-4-2 0,-99 125 0,109-154 0,18-24 0,0-1 0,-2-1 0,-1 0 0,-31 25 0,20-29 0,-1-1 0,-1-2 0,-1-2 0,-50 18 0,85-35 0,-63 20 0,-1-2 0,-1-3 0,-1-4 0,0-2 0,-81 1 0,-130-9 0,154-4 0,78-3 0,-1-1 0,1-3 0,1-2 0,-59-19 0,-99-20 0,180 44 0,1-2 0,0-1 0,0-1 0,-45-23 0,0 0 0,38 18 0,1-1 0,0-2 0,1-1 0,1-2 0,-39-34 0,58 42 0,2-1 0,-1 0 0,2 0 0,0-1 0,0 0 0,1 0 0,1-1 0,0 0 0,-2-18 0,-13-40 0,10 43 0,2-1 0,1-1 0,2 1 0,-2-41 0,6 12 0,4-208 0,-1 251 0,1 0 0,1 0 0,0 1 0,1-1 0,1 1 0,0 0 0,1 0 0,16-25 0,9-7 0,49-55 0,-18 23 0,-22 31 0,2 1 0,81-68 0,-36 35 0,-38 38 0,2 3 0,2 1 0,1 3 0,101-48 0,-116 65 0,1 2 0,1 2 0,67-15 0,129-21 0,-152 31 0,-61 12 0,1 2 0,1 1 0,-1 1 0,34-1 0,41 4 0,141 5 0,-190 2 0,0 3 0,-1 3 0,0 1 0,91 38 0,-98-34 0,-8-3 0,52 27 0,-50-18 0,-2 2 0,0 2 0,-2 0 0,-1 3 0,-1 1 0,-2 1 0,-1 1 0,28 43 0,-48-60 0,-1 1 0,-1 0 0,0 0 0,-1 1 0,-1 0 0,5 34 0,14 45 0,-17-73 0,-1 0 0,-1 0 0,-2 0 0,2 45 0,-12 99 0,5-151 11,-1 1-1,-1-1 1,-1 0-1,0 0 1,-1-1-1,-9 19 0,-56 87-536,46-82-386,16-25-5914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8:55.0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849 51 24575,'-83'-2'0,"50"-1"0,0 2 0,0 2 0,0 1 0,-63 12 0,62-2 0,1 1 0,0 1 0,1 2 0,1 1 0,0 2 0,1 1 0,1 1 0,-50 48 0,60-51 0,1 0 0,1 1 0,0 1 0,1 0 0,1 1 0,2 1 0,0 0 0,1 1 0,-13 34 0,16-28 0,0 1 0,2 0 0,2 0 0,0 0 0,2 1 0,1 32 0,2-53 0,0-1 0,1 1 0,0 0 0,1-1 0,0 0 0,0 1 0,1-1 0,0 0 0,5 10 0,-4-14 0,-1 0 0,1 0 0,0 0 0,0 0 0,1 0 0,-1-1 0,1 0 0,0 0 0,0 0 0,0 0 0,1-1 0,-1 0 0,1 0 0,0-1 0,6 3 0,37 10 0,1-2 0,0-2 0,0-3 0,55 3 0,-78-9 0,0-1 0,-1-2 0,1 0 0,34-7 0,-45 4 0,1 0 0,-1-2 0,0 1 0,-1-2 0,1 0 0,-1-1 0,26-19 0,-18 9 0,0-1 0,-2-1 0,0-1 0,-2-1 0,0-1 0,24-39 0,-16 17 0,-2 0 0,35-91 0,-54 117 0,-1 0 0,-1 1 0,-1-1 0,0-1 0,0-26 0,-10-96 0,6 138 0,1 1 0,-1-1 0,0 0 0,0 1 0,-1 0 0,1-1 0,-1 1 0,1 0 0,-1 0 0,0 0 0,0 0 0,-1 0 0,1 0 0,-1 0 0,1 1 0,-6-5 0,-4-1 0,-1 0 0,0 0 0,-13-5 0,-17-10 0,23 11-151,-2 0-1,1 1 0,-1 1 0,-1 2 1,0 0-1,0 1 0,0 1 1,-45-5-1,48 9-6674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8:55.6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24575,'4'0'0,"6"0"0,6 0 0,4 0 0,4 0 0,1 0 0,-3 5 0,-6 0-8191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8:56.0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109 1 24575,'-20'55'0,"-14"46"0,23-75 0,2 1 0,0 0 0,2 0 0,-5 43 0,10-53 0,0-3 0,1 0 0,0 0 0,1 0 0,0 0 0,1 0 0,1 0 0,5 23 0,-5-35 0,-1 1 0,1-1 0,0 1 0,0-1 0,0 0 0,0 0 0,0 0 0,1 0 0,-1 0 0,0 0 0,1-1 0,0 1 0,-1-1 0,1 0 0,0 0 0,0 1 0,0-2 0,-1 1 0,1 0 0,0-1 0,0 1 0,5-1 0,11 1 0,0-1 0,29-3 0,-20 1 0,35-7 120,-58 8-234,-1 0 0,0-1-1,0 1 1,0-1 0,0 0 0,0 0-1,0 0 1,-1-1 0,1 1 0,-1-1-1,1 0 1,3-5 0,2-5-6712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8:56.4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24575,'4'0'0,"6"0"0,6 0 0,4 0 0,3 0 0,3 0 0,0 0 0,1 0 0,0 0 0,-1 0 0,1 0 0,-1 4 0,-1 2 0,-3 3 0,-2 1 0,0-1 0,1-3 0,-3-1-8191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8:56.7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24575,'6'8'0,"-1"1"0,0 1 0,-1-1 0,0 0 0,-1 1 0,0 0 0,0 0 0,-1 0 0,1 11 0,1-2 0,1 8 0,-2 1 0,0 0 0,-3 37 0,3-84 0,0 0 0,2 1 0,0-1 0,1 1 0,1 0 0,0 1 0,1 0 0,1 0 0,14-19 0,-22 35 0,-1 1 0,1-1 0,-1 0 0,1 0 0,-1 1 0,1-1 0,0 0 0,0 1 0,-1-1 0,1 1 0,0-1 0,0 1 0,0-1 0,-1 1 0,1 0 0,0-1 0,0 1 0,0 0 0,0 0 0,0 0 0,0-1 0,0 1 0,0 0 0,0 0 0,-1 0 0,1 1 0,0-1 0,1 0 0,0 1 0,0 0 0,0 0 0,0 0 0,0 1 0,-1-1 0,1 0 0,-1 1 0,1-1 0,-1 1 0,1 0 0,1 3 0,27 55 0,-29-57 0,39 90 0,19 52 0,-59-144 0,0 1 0,0-1 0,0 0 0,1 1 0,-1-1 0,0 0 0,1 0 0,-1 1 0,1-1 0,-1 0 0,1 0 0,0 0 0,0 0 0,-1 0 0,1 0 0,0 0 0,0 0 0,0 0 0,0 0 0,0 0 0,0-1 0,0 1 0,1 0 0,-1-1 0,0 1 0,0-1 0,0 1 0,1-1 0,-1 1 0,0-1 0,1 0 0,-1 0 0,0 0 0,0 0 0,1 0 0,-1 0 0,0 0 0,2 0 0,4-3 0,-1 0 0,1-1 0,-1 1 0,0-1 0,0 0 0,7-7 0,-9 7 0,-1 1 0,1 0 0,0 0 0,0 0 0,1 0 0,-1 1 0,0-1 0,1 1 0,0 0 0,-1 0 0,1 1 0,9-2 0,-10 4 0,0 0 0,-1 1 0,1 0 0,0-1 0,-1 1 0,1 1 0,-1-1 0,0 0 0,1 1 0,-1 0 0,-1 0 0,1 0 0,0 0 0,-1 0 0,1 0 0,-1 1 0,0-1 0,3 8 0,31 73 0,-33-76 0,2 2-53,-2-11 185,-2-20-1576,0-1-5382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8:57.1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24575,'-1'56'0,"4"0"0,10 62 0,-8-66 0,-5-39 0,1 0 0,1 0 0,5 21 0,-6-33 0,-1-1 0,0 1 0,0 0 0,0-1 0,1 1 0,-1-1 0,0 1 0,0-1 0,1 1 0,-1-1 0,1 1 0,-1-1 0,0 1 0,1-1 0,-1 0 0,1 1 0,-1-1 0,1 0 0,-1 1 0,1-1 0,-1 0 0,1 1 0,-1-1 0,1 0 0,0 0 0,-1 0 0,1 0 0,-1 0 0,1 0 0,0 0 0,-1 0 0,1 0 0,-1 0 0,1 0 0,0 0 0,-1 0 0,1 0 0,-1 0 0,1 0 0,-1-1 0,1 1 0,0 0 0,-1 0 0,1-1 0,-1 1 0,1-1 0,-1 1 0,0 0 0,1-1 0,-1 1 0,1-1 0,0 0 0,28-31 0,-23 24 0,3 0 0,-1-1 0,1 2 0,1-1 0,-1 1 0,1 1 0,0-1 0,1 2 0,-1 0 0,1 0 0,0 1 0,1 0 0,17-3 0,-27 6 0,0 1 0,0 0 0,0 0 0,0 0 0,0 0 0,-1 0 0,1 0 0,0 1 0,0-1 0,0 1 0,0-1 0,0 1 0,0 0 0,-1 0 0,1 0 0,0 0 0,-1 0 0,1 0 0,0 0 0,-1 1 0,1-1 0,0 2 0,1 1 0,0 0 0,0 0 0,-1 0 0,0 0 0,1 1 0,-2-1 0,1 1 0,0-1 0,0 6 0,0-2 0,0 1 0,-1 0 0,0-1 0,-1 1 0,0 0 0,0 0 0,-1 0 0,0-1 0,-4 17 0,3-20 7,-1 0 0,1 0-1,-1-1 1,0 1 0,0-1-1,-1 0 1,1 0-1,-1 0 1,0 0 0,0-1-1,0 1 1,-1-1 0,1 0-1,-1 0 1,1-1 0,-1 1-1,-7 1 1,0 0-219,1 0 0,-1-2 0,-1 1-1,1-1 1,0-1 0,-17 0 0,7-1-6614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8:57.4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360 236 24575,'3'0'0,"1"0"0,-1-1 0,0 1 0,0 0 0,0-1 0,0 0 0,0 0 0,0 0 0,0 0 0,0-1 0,0 1 0,0-1 0,0 1 0,-1-1 0,1 0 0,-1 0 0,1 0 0,-1-1 0,0 1 0,0 0 0,0-1 0,0 1 0,0-1 0,-1 0 0,1 0 0,-1 0 0,0 0 0,1 0 0,-2 0 0,1 0 0,1-4 0,-1 3 0,-1-1 0,1 0 0,-1 0 0,0 0 0,0 0 0,0 0 0,-1 0 0,1 0 0,-1 0 0,-1 0 0,1 0 0,-1 0 0,1 1 0,-1-1 0,-1 1 0,1-1 0,-1 1 0,0 0 0,-4-6 0,0 3 0,0 1 0,0-1 0,-1 1 0,0 1 0,0-1 0,-1 1 0,1 1 0,-1-1 0,0 2 0,0-1 0,-19-4 0,10 5 0,-1 1 0,1 1 0,-1 0 0,1 1 0,-27 4 0,39-3 0,1 0 0,-1 0 0,1 0 0,0 0 0,-1 1 0,1 0 0,0 0 0,0 1 0,0-1 0,1 1 0,-1 0 0,0 0 0,1 1 0,0-1 0,0 1 0,0 0 0,0 0 0,1 0 0,0 1 0,-1-1 0,2 1 0,-1 0 0,-3 6 0,-1 9 0,1 0 0,0 1 0,1-1 0,-3 38 0,2-17 0,3-25 0,1 1 0,0-1 0,1 1 0,1 0 0,2 25 0,-1-37 0,0 0 0,0-1 0,1 1 0,-1-1 0,1 1 0,0-1 0,0 0 0,1 0 0,-1 1 0,1-2 0,0 1 0,0 0 0,0-1 0,1 1 0,-1-1 0,1 0 0,0 0 0,0 0 0,0-1 0,0 1 0,0-1 0,0 0 0,9 2 0,7 2 0,0 0 0,0-2 0,1-1 0,0 0 0,29-1 0,106-9 0,-151 6 0,9-1 0,0 0 0,0-2 0,-1 1 0,1-2 0,-1 0 0,0 0 0,-1-2 0,1 1 0,-1-2 0,0 1 0,-1-1 0,0-1 0,0 0 0,-1-1 0,0 0 0,0-1 0,-2 0 0,1 0 0,-1-1 0,-1 0 0,0 0 0,0-1 0,6-19 0,-7 12-1365,-2 1-5461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8:57.9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442 1 24575,'0'567'0,"-1"-550"0,-1-1 0,-1 1 0,-1-1 0,0 0 0,-1 0 0,-1 0 0,0-1 0,-16 29 0,21-43 0,0 1 0,0 0 0,0-1 0,0 1 0,0-1 0,0 0 0,-1 1 0,1-1 0,0 0 0,-1 0 0,1 0 0,-1 0 0,1 0 0,-1 0 0,0 0 0,1 0 0,-1-1 0,0 1 0,1 0 0,-1-1 0,0 0 0,0 1 0,0-1 0,-2 0 0,0-1 0,1 1 0,-1-1 0,1 0 0,0-1 0,0 1 0,-1 0 0,1-1 0,0 0 0,0 0 0,0 0 0,1 0 0,-4-3 0,-7-7 0,1-2 0,0 0 0,-17-26 0,28 39 0,-19-29 0,4 5 0,0 1 0,-2 0 0,-1 1 0,0 1 0,-32-27 0,49 47 0,0 1 0,0-1 0,1 1 0,-1-1 0,0 1 0,0 0 0,0 0 0,-1 0 0,1 0 0,0 0 0,0 1 0,0-1 0,-1 1 0,1-1 0,0 1 0,-1 0 0,1 0 0,0 0 0,-1 0 0,-4 1 0,6 0 0,-1 0 0,0 0 0,1 0 0,-1 1 0,1-1 0,-1 1 0,1-1 0,0 1 0,-1-1 0,1 1 0,0 0 0,0-1 0,0 1 0,0 0 0,1 0 0,-1 0 0,0 0 0,1 0 0,-1 2 0,-2 14 0,1 0 0,1 1 0,0-1 0,3 23 0,-1-26 0,-1 4 0,1 1 0,1-1 0,0 0 0,2 1 0,8 29 0,-9-44 0,-1 0 0,0 1 0,1-1 0,0 0 0,0-1 0,1 1 0,-1 0 0,1-1 0,0 0 0,0 0 0,1 0 0,-1 0 0,1-1 0,0 0 0,0 0 0,0 0 0,0 0 0,0-1 0,1 0 0,-1 0 0,1 0 0,-1-1 0,8 1 0,5 2 0,0-1 0,1-1 0,-1-1 0,0-1 0,1 0 0,-1-2 0,0 0 0,1-1 0,-1 0 0,0-2 0,-1 0 0,1-1 0,-1-1 0,0 0 0,-1-1 0,0-1 0,0-1 0,-1 0 0,19-17 0,29-35-1365,-49 44-5461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8:58.4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440 0 24575,'-19'369'0,"9"-293"0,-27 103 0,32-143 0,4-30 0,1 0 0,-1 0 0,0 0 0,0 0 0,-1 0 0,0 0 0,-2 6 0,3-11 0,1-1 0,-1 1 0,1-1 0,-1 1 0,1-1 0,-1 1 0,0-1 0,1 1 0,-1-1 0,0 0 0,1 1 0,-1-1 0,0 0 0,0 0 0,1 1 0,-1-1 0,0 0 0,0 0 0,1 0 0,-1 0 0,0 0 0,0 0 0,1 0 0,-1 0 0,0 0 0,0 0 0,1-1 0,-1 1 0,0 0 0,1 0 0,-1-1 0,0 1 0,1-1 0,-1 1 0,0 0 0,1-1 0,-1 1 0,1-1 0,-1 1 0,1-1 0,-1 0 0,1 1 0,-1-1 0,1 1 0,-1-1 0,1-1 0,-23-31 0,6-2 0,-1 1 0,-2 0 0,-1 1 0,-42-50 0,42 58 0,14 15 0,0 1 0,0 0 0,-1 0 0,0 1 0,-1 0 0,0 0 0,0 1 0,0 0 0,-17-8 0,25 15 0,0-1 0,-1 1 0,1 0 0,0 0 0,-1 0 0,1-1 0,0 1 0,-1 1 0,1-1 0,0 0 0,0 0 0,-1 0 0,1 1 0,0-1 0,0 0 0,-1 1 0,1 0 0,0-1 0,0 1 0,0-1 0,0 1 0,0 0 0,0 0 0,0 0 0,0 0 0,0 0 0,0 0 0,0 0 0,1 0 0,-1 0 0,0 0 0,1 0 0,-1 0 0,1 0 0,-1 1 0,1-1 0,-1 0 0,1 0 0,0 1 0,0-1 0,0 3 0,-3 8 0,2 0 0,0 0 0,0 18 0,2-22 0,-1 5 0,0-1 0,1 1 0,1-1 0,0 0 0,1 1 0,0-1 0,1 0 0,0-1 0,7 14 0,-8-19 0,1-1 0,-1 1 0,1 0 0,0-1 0,1 1 0,-1-1 0,1-1 0,0 1 0,0-1 0,1 1 0,-1-2 0,1 1 0,0 0 0,0-1 0,0 0 0,1-1 0,-1 1 0,11 1 0,3-1-128,0-1 0,0-1 0,26-2 1,-30 1-727,6 0-5972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4:56:55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4652 155 24575,'-19'0'0,"0"2"0,-1 0 0,1 1 0,0 2 0,1-1 0,-19 9 0,-106 51 0,8-3 0,-190 79-396,-50 18-90,-214 62-371,97-33 196,-286 134 262,667-264 358,3 5 0,2 4 0,4 5-1,-163 147 1,176-129 1538,-144 187 0,181-201-1493,4 1-1,3 3 0,-48 118 1,-77 265-6,111-289 1,21-64 1,5 1 0,5 2 0,-24 199 0,43-211 0,-13 209 0,22-256 0,1 1 0,3-1 0,19 91 0,5-47 0,69 160 0,-64-192 0,3-1 0,2-1 0,53 63 0,-74-102 0,42 50 0,122 115 0,-90-109-32,2-4-1,5-5 0,134 76 1,-45-45-295,217 85 1,-236-121-455,254 65-1,188 4-1361,210-11-1431,-592-94 3157,709 54-1349,3-50 83,2017 1 398,-2644-35 1000,859-7 16,-3-44 412,-718 19-186,1133-115 3935,-1399 123-3826,287-51 1443,-152 8-1121,114-28-461,-313 63 73,249-69 0,-251 63 0,121-58 0,294-173 0,-504 251 18,226-136 1113,-201 116-806,-1-2 1,71-69-1,-81 63 395,-2-2 0,-2-2 0,-2-1 1,-2-2-1,-2-2 0,-4-1 0,41-101 0,-47 102-720,-3-1 0,-3-2 0,-2 0 0,-3 0 0,11-104 0,1-101 0,2-74 0,-27 260 0,-11-300 0,6 323 0,-3 0 0,-2 0 0,-3 0 0,-37-96 0,13 68-102,-66-108-1,-64-68-268,151 234 397,-37-50-26,-114-122 0,-83-50 0,79 81 0,44 46 0,-5 5 0,-165-108 0,-314-159 0,505 328 0,-1 4 0,-165-51 0,245 91 0,-624-166 0,149 114-765,185 31 385,94 6 380,-251 6 0,-71 5-527,408 3 527,-227-24 0,85 18 244,146 13-67,93-1 598,-75-17 0,70 12-649,-49-5-1,-211-36-125,235 35 0,37 9 0,-324-57 0,-30 0-703,199 28 725,-341-19 1,192 57-42,-166-5 107,390-11 534,-18 0-655,4 0 33,83 7 0,-55 0 0,-65-7 0,8 0 0,-380 14 0,490 1 0,-52 9 0,-42 3 0,81-11 0,-103 19 0,107-12 0,-2-2 0,-60 0 0,105-8 0,-35-1 0,1 2 0,-84 13 0,91-8 0,1-2 0,-64-2 0,61-3 0,-81 11 0,58-3 0,0-2 0,-83-5 0,-53 4 0,121 8 0,51-7 0,-45 3 0,55-6 43,-1 0 1,-25 7-1,-28 3-1538,51-11-5331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4:57:04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314 1 24575,'-14'-1'0,"0"2"0,0-1 0,0 2 0,0 0 0,-24 7 0,30-6 0,1 0 0,1 0 0,-1 1 0,0 0 0,1 1 0,0-1 0,0 1 0,0 0 0,1 1 0,0 0 0,0-1 0,-5 9 0,-10 15 0,-24 52 0,10-18 0,31-57 0,-1 1 0,1 0 0,0 0 0,1 0 0,0 0 0,0 0 0,0 1 0,1-1 0,0 0 0,1 1 0,0-1 0,0 1 0,0-1 0,1 1 0,0-1 0,0 0 0,1 1 0,0-1 0,0 0 0,1 0 0,0 0 0,0-1 0,1 1 0,5 7 0,-2-4 0,0 0 0,1-1 0,0 0 0,1 0 0,0-1 0,0 0 0,1 0 0,0-1 0,1-1 0,-1 1 0,1-2 0,0 0 0,23 8 0,0-2 0,-15-5 0,-1 0 0,1-1 0,-1-1 0,29 2 0,-43-6 0,1 0 0,-1 0 0,0 0 0,1 0 0,-1-1 0,0 0 0,1 0 0,-1 0 0,0-1 0,0 1 0,0-1 0,0 0 0,0 0 0,0 0 0,-1 0 0,1-1 0,-1 0 0,0 0 0,1 0 0,-1 0 0,0 0 0,-1 0 0,1-1 0,4-7 0,3-12 0,-1 0 0,-1-1 0,-2 0 0,0 0 0,5-42 0,-9 56 0,-1-1 0,1 1 0,-2 0 0,1-1 0,-2 1 0,1-1 0,-1 1 0,-1 0 0,0-1 0,0 1 0,-1 0 0,0 0 0,-1 1 0,-9-19 0,-10-14 0,17 29 0,0 0 0,-2 1 0,1 0 0,-13-14 0,17 22 0,-1 0 0,0 1 0,-1-1 0,1 1 0,0 0 0,-1 0 0,0 0 0,0 1 0,0 0 0,0 0 0,0 0 0,0 0 0,0 1 0,-1 0 0,-6-1 0,-37 0-1365,27 3-5461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6:55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570 156 24575,'-54'0'0,"-60"8"0,93-5 0,0 1 0,-1 1 0,1 1 0,1 1 0,-34 16 0,40-16 0,3-2 0,-1 1 0,1 0 0,0 1 0,0 0 0,1 1 0,-10 10 0,-19 16 0,24-21 0,1 0 0,-22 26 0,31-33 0,1 0 0,0 0 0,1 1 0,0-1 0,0 1 0,0 0 0,1-1 0,0 1 0,0 1 0,0-1 0,0 8 0,0-1 0,1 1 0,1 0 0,0-1 0,4 26 0,-3-35 0,0 0 0,1 1 0,0-1 0,0 0 0,0 0 0,1 0 0,-1 0 0,1-1 0,0 1 0,1-1 0,-1 1 0,1-1 0,0 0 0,0-1 0,7 6 0,9 7 0,-10-8 0,0 0 0,0-1 0,0 0 0,1-1 0,-1 0 0,2-1 0,-1 0 0,1 0 0,-1-2 0,17 4 0,17 2 0,62 7 0,-97-16 0,1 0 0,-1 0 0,0-1 0,1 0 0,-1-1 0,0 0 0,0-1 0,13-5 0,-11 3 0,134-61 0,-125 55 0,0-1 0,-1-1 0,0 0 0,28-27 0,-39 29 0,0 0 0,-1 0 0,-1 0 0,0-1 0,-1 0 0,0 0 0,0 0 0,-1-1 0,3-17 0,0 2 0,-2-1 0,-1 0 0,1-38 0,-5 54 0,-1 0 0,0 0 0,-1 0 0,0 0 0,-1 0 0,-6-21 0,5 27 0,1 1 0,-1 0 0,0 0 0,-1 0 0,0 0 0,0 1 0,0 0 0,0 0 0,-1 0 0,0 0 0,0 0 0,0 1 0,0 0 0,-11-6 0,-2-1 0,5 3 0,0 0 0,0 1 0,-1 1 0,0 0 0,-23-6 0,2 2-15,-36-5-1335,51 13-5476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4:57:00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 0 24575,'-17'16'0,"-2"-1"0,-35 22 0,41-30 0,1 0 0,0 1 0,0 1 0,1 0 0,1 0 0,-1 1 0,1 0 0,1 1 0,0 0 0,-13 22 0,13-16 0,1-1 0,0 0 0,0 1 0,2 0 0,0 0 0,1 0 0,1 0 0,0 1 0,-1 18 0,5-31 0,-2 14 0,2 1 0,0-1 0,0 0 0,2 1 0,6 26 0,-7-41 0,0 0 0,1-1 0,0 1 0,0 0 0,1-1 0,-1 0 0,1 0 0,0 0 0,0 0 0,0 0 0,1 0 0,-1-1 0,1 1 0,0-1 0,0 0 0,0 0 0,0-1 0,0 1 0,1-1 0,-1 0 0,1 0 0,0 0 0,-1-1 0,1 0 0,0 0 0,6 1 0,13 1 0,0 0 0,0-2 0,-1 0 0,1-2 0,0-1 0,32-6 0,-52 7 0,0 0 0,0-1 0,0 0 0,0 0 0,0 0 0,0 0 0,0-1 0,-1 1 0,1-1 0,-1 0 0,0 0 0,0-1 0,0 1 0,3-6 0,0 1 0,-1 0 0,-1-1 0,0 0 0,0 0 0,-1-1 0,3-10 0,0-11 0,-1-1 0,2-61 0,-5 55 0,0 22 0,-1 0 0,0 0 0,-1 0 0,-1 0 0,-1 0 0,0 0 0,-5-18 0,5 31 5,0-1 1,0 0-1,-1 1 0,1 0 0,-1-1 1,1 1-1,-1 0 0,0 1 0,0-1 0,-1 0 1,1 1-1,-1 0 0,1-1 0,-1 1 0,0 1 1,-4-3-1,-8-1-254,0 0 1,-28-5-1,28 7-459,-7-1-6118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4:57:00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1 24575,'-4'0'0,"0"1"0,1-1 0,-1 1 0,0 0 0,1 1 0,-1-1 0,1 0 0,0 1 0,-1 0 0,1 0 0,0 0 0,0 0 0,0 1 0,0-1 0,1 1 0,-1-1 0,1 1 0,-1 0 0,1 0 0,0 0 0,0 0 0,-3 7 0,-4 9 0,1 0 0,-12 39 0,14-37 0,-6 14 0,6-20 0,0 1 0,2 1 0,0-1 0,0 1 0,-1 32 0,4-35 0,2 0 0,-1 0 0,2 1 0,0-1 0,0 0 0,7 19 0,-7-28 0,0 0 0,0 0 0,1-1 0,-1 1 0,1-1 0,0 1 0,1-1 0,-1 0 0,1 0 0,-1 0 0,1-1 0,1 1 0,-1-1 0,0 0 0,1 0 0,-1 0 0,1-1 0,0 0 0,0 0 0,7 2 0,37 8 0,0-2 0,0-2 0,1-3 0,0-2 0,-1-1 0,72-9 0,-114 7 0,-1-1 0,0 0 0,1 0 0,-1-1 0,0 1 0,0-2 0,0 1 0,0-1 0,0 1 0,0-1 0,-1-1 0,0 1 0,1-1 0,-1 0 0,0-1 0,-1 1 0,1-1 0,-1 0 0,0 0 0,0 0 0,5-11 0,-3 4 0,-1-1 0,0 0 0,-1 0 0,-1-1 0,0 1 0,0-1 0,-2 1 0,0-1 0,0-18 0,-1 17 0,-1 0 0,0 0 0,0 0 0,-2 0 0,-5-19 0,5 27 0,0-1 0,0 1 0,-1-1 0,-1 1 0,1 0 0,-1 1 0,0-1 0,0 1 0,-1 0 0,0 0 0,-8-6 0,-2 0 0,0 1 0,0 1 0,-1 0 0,0 1 0,0 1 0,-32-10 0,10 7 0,-1 1 0,-44-4 0,-22-8-1365,86 20-5461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6:56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24575,'84'-20'0,"42"11"1,149 10 0,-113 1-749,2170-2 129,-2311 0-6207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6:57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24575,'1'14'0,"0"-1"0,1 0 0,1 1 0,0-1 0,1 0 0,8 19 0,41 78 0,-30-64 0,295 550 0,-159-339 0,-88-154 0,-17-26 0,-3 1 0,60 127 0,-22-38 0,-58-116 0,42 100 0,-48-70 0,-21-60 0,2-1 0,1 1 0,0-2 0,2 1 0,10 18 0,-18-37 0,0 1 0,-1-1 0,1 1 0,0-1 0,1 1 0,-1-1 0,0 0 0,0 0 0,0 0 0,1 0 0,-1 0 0,1 0 0,-1 0 0,0 0 0,1 0 0,0 0 0,-1-1 0,1 1 0,-1-1 0,1 1 0,0-1 0,-1 0 0,1 0 0,0 1 0,0-1 0,-1 0 0,1-1 0,0 1 0,-1 0 0,1 0 0,0-1 0,-1 1 0,1-1 0,0 1 0,-1-1 0,1 0 0,-1 0 0,1 0 0,-1 0 0,0 0 0,3-1 0,6-7 0,0 0 0,-1 0 0,0-1 0,12-17 0,-6 7 0,61-69-40,115-130-262,-137 163 199,107-86-1,6 19-592,99-79-725,65-57 1421,-206 166 0,-4-7 0,175-185 0,-217 198 622,139-166 57,-204 234-7505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6:58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57 212 24575,'-1'6'0,"0"1"0,-1-1 0,1 1 0,-1-1 0,-1 0 0,1 0 0,-8 11 0,-7 21 0,11-10 0,2 0 0,0 0 0,2 1 0,1-1 0,1 1 0,5 37 0,-4-61 0,0 1 0,0 0 0,0 0 0,1-1 0,0 1 0,0-1 0,1 1 0,-1-1 0,1 0 0,0 0 0,1 0 0,-1-1 0,1 1 0,0-1 0,0 1 0,0-1 0,1-1 0,-1 1 0,1-1 0,0 1 0,0-1 0,0-1 0,1 1 0,-1-1 0,0 0 0,1 0 0,0 0 0,7 0 0,17 3 0,0-1 0,-1-1 0,1-2 0,40-3 0,-31 0 0,77 4 0,-65 1 0,0-3 0,79-10 0,-118 8 0,-1-1 0,0 1 0,0-2 0,0 0 0,0 0 0,-1-1 0,0 0 0,0-1 0,0 0 0,10-8 0,-15 9 0,0 0 0,0 0 0,0 0 0,-1 0 0,1-1 0,-2 0 0,1 0 0,0 0 0,-1 0 0,-1-1 0,1 1 0,-1-1 0,0 1 0,0-1 0,-1 0 0,1 0 0,-1-11 0,-5-240 0,1 244 0,0 1 0,-1 0 0,-1 0 0,0 0 0,-1 0 0,0 1 0,0 0 0,-2 0 0,1 1 0,-2 0 0,-17-20 0,3 3 0,19 24 0,-1 0 0,0 0 0,0 1 0,0-1 0,0 1 0,0 0 0,-1 0 0,1 1 0,-1 0 0,0 0 0,1 0 0,-1 1 0,0-1 0,0 1 0,0 1 0,0-1 0,-9 1 0,-10 0 0,0 2 0,-45 7 0,8 7-1365,35-6-5461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6:59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24575,'13'2'0,"0"1"0,0 1 0,0 0 0,-1 0 0,0 1 0,0 1 0,0 0 0,0 0 0,12 11 0,-11-9 0,-4-3 0,488 269 0,-206-124 0,-94-45 0,-4-1-136,-4 9 0,-5 8 0,170 146 0,-285-209 184,147 114-149,-166-137 300,1-2 0,84 41 0,-128-71-258,0-1 0,1 0-1,-1 0 1,1-1-1,0 0 1,0 0 0,-1-1-1,1 0 1,0 0 0,0-1-1,-1 0 1,1 0 0,0-1-1,-1 0 1,1 0-1,-1-1 1,0 0 0,0 0-1,0-1 1,0 0 0,0 0-1,6-6 1,13-9-6767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6:59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2188 0 24575,'-3'2'0,"0"-1"0,-1 1 0,1 0 0,0 0 0,0 0 0,1 0 0,-1 0 0,0 1 0,1 0 0,-1-1 0,1 1 0,0 0 0,0 0 0,-2 4 0,-6 5 0,-27 28 2,-2-3-1,-57 42 0,15-12-143,-424 341-1694,498-403 1734,-245 185-430,-344 196-1,291-227 2869,101-57-2896,190-95-6266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7:00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24575,'455'-2'-502,"495"5"-1304,-293 53 163,-348-21 675,-193-24 956,176 21 136,-256-27-345,257 34 4790,-217-37-5475,-55-2-5920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7:02.8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7054 24575,'1'-7'0,"0"-1"0,0 0 0,1 1 0,0-1 0,0 1 0,1-1 0,0 1 0,0 0 0,1 0 0,6-9 0,52-65 0,-52 69 0,87-101 0,55-70 0,59-125-2374,335-665 0,-136 175-428,-299 589 851,802-1356 8,-543 1004 1729,459-647-485,-742 1091 2786,-4-4 0,-6-3 0,62-137 1,-65 96 1647,-26 55-4007,-33 77-548,-6 11-6006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7:03.4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260 1 24575,'13'173'0,"0"-11"0,0 172 0,1 77 0,-13-155-176,-4 234-292,-4-397 111,-36 170-1,-4 39-201,-10 249 559,23-235-330,-3 16-26,0 34 356,9-57 0,12-126 1081,12 279 0,7-234-639,10-62-442,-6-110 0,0 60 0,-10 5 0,5 179 0,24-104 0,-20-164 0,1 1 0,1-1 0,1-1 0,15 32 0,-17-45 0,1 6 0,-2 0 0,5 31 0,-9-41 0,0-1 0,1 1 0,0-1 0,1 1 0,1-1 0,0 0 0,0-1 0,1 1 0,1-1 0,0 0 0,10 12 0,9-1 120,-25-23-152,-1 1 1,1-1-1,-1 0 1,1 0-1,0 0 0,-1 0 1,1 1-1,0-1 1,0 0-1,-1 0 0,1 0 1,0-1-1,-1 1 1,1 0-1,0 0 0,-1 0 1,1 0-1,-1-1 1,1 1-1,0 0 0,-1 0 1,1-1-1,-1 1 1,1-1-1,0 1 0,-1 0 1,1-1-1,-1 1 1,0-1-1,1 1 0,-1-1 1,1 0-1,-1 1 1,0-1-1,1 1 0,-1-1 1,0 0-1,0 1 1,1-1-1,-1 0 1,0 1-1,0-1 0,0 0 1,0 1-1,0-1 1,0 0-1,5-21-6794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7:04.5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24575,'1'11'0,"0"0"0,1 0 0,0 0 0,1 0 0,1 0 0,-1-1 0,2 0 0,-1 0 0,1 0 0,1 0 0,11 14 0,10 12 0,48 48 0,-64-72 0,693 694-910,-442-448 1034,198 234-124,-170-113 32,-162-204-1151,16 34-5074,49 128 5685,54 217 7357,-191-420-7613,5 9 759,44 108 401,1 21-25,-77-200 493,72 132-1,-65-145-863,116 200 0,132 233 0,-244-417 0,132 228 0,57 82 0,-141-263 0,-2-3 0,-36-43 0,-33-53 0,-1 1 0,0 0 0,-2 2 0,-1-1 0,-1 1 0,14 50 0,51 188 0,-13-43 0,-60-208 17,0 6 90,1 1-1,12 26 1,-14-40-249,0 0 0,0 0 0,0-1 0,1 1 1,0-1-1,0 0 0,1 0 0,-1-1 0,1 1 1,0-1-1,9 6 0,0-2-6684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7:05.7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3034 1084 24575,'0'9'0,"0"1"0,-1-1 0,1 0 0,-2 1 0,0-1 0,0 0 0,0 0 0,-1 0 0,-1 0 0,1 0 0,-1-1 0,-1 1 0,0-1 0,0 0 0,0 0 0,-1-1 0,-1 0 0,-12 12 0,-74 64 0,-134 91 0,-49-8 0,154-96 0,43-28 0,0-3 0,-87 28 0,-174 40 0,285-92 0,-1-2 0,-1-3 0,1-3 0,-97 2 0,19-8 0,-109-5 0,219 2 0,0-2 0,0-1 0,1-1 0,-1-1 0,-28-13 0,-107-60 0,71 33 0,55 29 0,1-1 0,1-1 0,1-2 0,0-1 0,-34-36 0,47 41 0,0 0 0,1-1 0,2-1 0,0 0 0,0-1 0,2 0 0,1-1 0,1-1 0,-9-26 0,12 18 0,-6-58 0,6 33 0,1 15 0,2 1 0,2 0 0,1-1 0,2 1 0,8-52 0,-3 71 0,0 0 0,2 0 0,0 1 0,1 1 0,1-1 0,1 2 0,1-1 0,0 1 0,18-19 0,3 0 0,2 1 0,75-59 0,38-12-136,207-111 0,-58 80-1478,-205 99 1533,152-56 21,-209 84 398,1 2-1,1 2 1,-1 0 0,1 3 0,38 0 0,-6 3-338,-39-1 0,0 1 0,1 2 0,-1 1 0,0 2 0,32 7 0,-45-5 0,0 1 0,-1 0 0,1 2 0,-2 0 0,1 0 0,16 15 0,85 78 0,-78-65 0,4 4 0,-2 2 0,-2 1 0,-1 2 0,-3 2 0,-2 1 0,42 84 0,-40-63 0,19 35 0,-5 3 0,53 165 0,-90-229 0,26 112 0,-35-140 0,-1 0 0,-1 0 0,-1 0 0,0 0 0,-1 0 0,0 0 0,-7 28 0,5-39 0,1 0 0,-1 1 0,0-1 0,0 0 0,-1 0 0,1-1 0,-1 1 0,0-1 0,0 0 0,-1 0 0,1 0 0,-1 0 0,0-1 0,0 0 0,0 0 0,0 0 0,-1-1 0,1 1 0,-1-1 0,-6 1 0,-8 3 0,0-1 0,-1-1 0,1 0 0,-32 0 0,-24-4-1365,54 0-5461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7:06.1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46 24575,'5'0'0,"5"0"0,10 0 0,2-4 0,1-2 0,5 0 0,3 2 0,0 1 0,4 0 0,0 2 0,-2 1 0,-1 0 0,-3-4 0,-1-2 0,-1 1 0,-6 1-8191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7:06.4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417 1 24575,'-5'0'0,"0"1"0,0 0 0,1 0 0,-1 1 0,0 0 0,1-1 0,-1 1 0,1 1 0,-1-1 0,1 1 0,0-1 0,0 1 0,0 0 0,1 1 0,-1-1 0,1 1 0,0-1 0,0 1 0,0 0 0,-3 5 0,-8 14 0,1 0 0,-15 39 0,16-36 0,-35 68 0,24-49 0,1 1 0,-27 83 0,0 26 0,-7 26 0,50-150 0,2 0 0,1-1 0,1 1 0,1 1 0,7 51 0,-5-80 0,0 1 0,0 0 0,0-1 0,0 1 0,0-1 0,1 0 0,0 1 0,0-1 0,0 0 0,0 0 0,0 0 0,1 0 0,-1 0 0,1 0 0,0-1 0,0 0 0,0 1 0,0-1 0,0 0 0,0 0 0,0-1 0,1 1 0,-1-1 0,1 1 0,-1-1 0,1 0 0,0-1 0,4 2 0,13 1 0,0 0 0,0-2 0,37-1 0,-40-1 0,161 2 0,111-5 0,-286 4-124,0 0 0,-1-1 0,1 0 0,-1 0 0,1 0 0,0 0-1,-1 0 1,0 0 0,1-1 0,4-3 0,5-6-6702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7:06.8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24575,'539'0'-1365,"-517"0"-5461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7:07.1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1 107 24575,'1'32'0,"12"61"0,-4-38 0,-2-18 0,2-1 0,14 37 0,2 9 0,-21-65 0,-1-3 0,1 0 0,0 0 0,0 0 0,1 0 0,1-1 0,1 0 0,0 0 0,10 14 0,-16-26 0,0 0 0,0 0 0,0 0 0,0 0 0,0-1 0,0 1 0,0 0 0,0-1 0,0 1 0,0-1 0,0 1 0,0-1 0,1 1 0,-1-1 0,0 0 0,0 1 0,1-1 0,-1 0 0,0 0 0,0 0 0,1 0 0,-1 0 0,0-1 0,0 1 0,1 0 0,-1 0 0,0-1 0,0 1 0,0-1 0,1 1 0,-1-1 0,0 0 0,0 1 0,0-1 0,0 0 0,0 0 0,0 1 0,0-1 0,-1 0 0,1 0 0,0 0 0,0 0 0,-1 0 0,2-2 0,4-6 0,0 0 0,-1 0 0,9-19 0,-13 25 0,11-23 0,17-38 0,-2-2 0,27-99 0,-50 141 0,-1-1 0,-1-24 0,-2 33 0,0 1 0,1-1 0,1 1 0,1-1 0,0 1 0,1 0 0,11-29 0,-14 42 0,1-1 0,-1 1 0,1 0 0,0 0 0,0 0 0,0 0 0,0 0 0,0 0 0,0 0 0,1 1 0,-1-1 0,0 1 0,1 0 0,-1 0 0,1 0 0,0 0 0,-1 0 0,1 0 0,0 0 0,0 1 0,-1 0 0,1-1 0,0 1 0,0 0 0,0 1 0,-1-1 0,1 0 0,0 1 0,0-1 0,4 3 0,10 2 0,0 1 0,-1 0 0,29 17 0,-17-10 0,86 39 0,-62-34 124,-17-7-1613,-19-5-5337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7:07.6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58 212 24575,'43'2'0,"-25"-1"0,-1 0 0,1-1 0,-1-1 0,28-5 0,-41 5 0,0 1 0,-1-2 0,1 1 0,0 0 0,-1-1 0,1 0 0,-1 1 0,0-1 0,0-1 0,1 1 0,-1 0 0,-1-1 0,1 0 0,0 1 0,-1-1 0,1 0 0,-1-1 0,0 1 0,0 0 0,0-1 0,0 1 0,-1-1 0,1 1 0,-1-1 0,2-6 0,-2 3 0,1 0 0,-1 0 0,0 0 0,-1 0 0,1 0 0,-1 0 0,-1 0 0,0 0 0,0 0 0,-3-14 0,2 18 0,1 0 0,-1 0 0,1 1 0,-1-1 0,0 0 0,0 1 0,0-1 0,0 1 0,-1 0 0,1 0 0,-1 0 0,1 0 0,-1 0 0,0 0 0,0 1 0,0 0 0,0-1 0,0 1 0,0 0 0,0 0 0,0 1 0,0-1 0,0 0 0,0 1 0,-7 0 0,1-1 0,0 1 0,0-1 0,0 2 0,0-1 0,0 2 0,1-1 0,-1 1 0,0 0 0,0 1 0,-14 6 0,17-5 0,0 0 0,0 0 0,0 1 0,1 0 0,0 0 0,0 0 0,0 1 0,0 0 0,1 0 0,0 0 0,0 0 0,1 0 0,-5 12 0,1 0 0,2-1 0,0 1 0,1 1 0,0-1 0,2 0 0,-1 28 0,9 113 0,-5-150 0,1 1 0,1-1 0,-1 0 0,1 0 0,1 0 0,-1 0 0,2 0 0,-1-1 0,1 0 0,0 0 0,1 0 0,10 11 0,-3-5 0,1-1 0,1 0 0,0-1 0,1 0 0,20 10 0,-28-17 0,0-2 0,1 1 0,-1-1 0,1-1 0,-1 0 0,1 0 0,0 0 0,13 0 0,77-5 0,-45 1 0,-44 1 0,0 0 0,0 0 0,0-1 0,0 0 0,0-1 0,-1 0 0,1 0 0,-1-1 0,0-1 0,0 1 0,0-1 0,-1-1 0,0 0 0,0 0 0,0 0 0,-1-1 0,1 0 0,-2-1 0,1 0 0,6-11 0,30-37-1365,-31 38-5461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7:08.0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0 107 24575,'4'6'0,"0"1"0,0 0 0,-1 0 0,0 0 0,0 0 0,-1 0 0,0 1 0,0-1 0,-1 1 0,0-1 0,0 1 0,-1 15 0,7 36 0,0-26 0,5 53 0,-9-53 0,13 50 0,-13-172 0,-3 56 0,1 1 0,2-1 0,2 1 0,14-57 0,-15 75 0,0 1 0,1-1 0,1 1 0,0 0 0,1 0 0,0 1 0,1 0 0,0 0 0,1 1 0,1 0 0,-1 1 0,2 0 0,15-13 0,-23 21 0,0-1 0,0 1 0,0 0 0,1 0 0,-1 1 0,0-1 0,1 1 0,-1-1 0,1 1 0,-1 0 0,1 1 0,0-1 0,-1 0 0,1 1 0,0 0 0,-1 0 0,1 0 0,0 1 0,-1-1 0,1 1 0,0-1 0,-1 1 0,1 1 0,-1-1 0,1 0 0,-1 1 0,0 0 0,1-1 0,-1 1 0,0 0 0,0 1 0,4 3 0,4 7 0,0 0 0,-1 0 0,0 1 0,-1 1 0,12 26 0,-8-18 0,19 36 0,113 219 0,-145-276 4,1 0-1,0 0 1,0 0-1,0 0 1,0 0-1,0 0 1,0-1-1,0 1 1,0 0-1,1-1 1,-1 1 0,1-1-1,-1 1 1,1-1-1,0 0 1,0 1-1,-1-1 1,1 0-1,0 0 1,0-1-1,0 1 1,0 0-1,0 0 1,0-1-1,0 1 1,0-1-1,0 0 1,1 0-1,-1 0 1,0 0-1,0 0 1,0 0-1,2-1 1,1-1-118,0 0 0,0 0-1,0-1 1,0 0 0,-1 0 0,1 0-1,-1 0 1,0-1 0,0 1 0,0-1-1,-1 0 1,4-5 0,5-8-6712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7:08.4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24575,'4'0'0,"6"0"0,6 0 0,4 0 0,3 0 0,2 0 0,2 0 0,30 0 0,10 0 0,-1 0 0,-9 0 0,-13 0-8191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7:08.7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263 0 24575,'-1'6'0,"-1"-1"0,1-1 0,-1 1 0,-1 0 0,1 0 0,-1-1 0,1 1 0,-7 6 0,-1 5 0,-16 33 0,-35 95 0,14-29 0,27-63 0,3 1 0,1 1 0,-8 57 0,17-58 0,1 0 0,3 0 0,3 0 0,7 68 0,-7-116 0,0-1 0,1 1 0,0-1 0,0 1 0,0-1 0,1 0 0,-1 1 0,1-1 0,0 0 0,0 0 0,0 0 0,1-1 0,-1 1 0,1 0 0,0-1 0,0 0 0,0 0 0,1 0 0,-1 0 0,1 0 0,0 0 0,-1-1 0,1 0 0,0 0 0,0 0 0,1 0 0,-1-1 0,8 3 0,9-1 0,0 0 0,0-2 0,-1 0 0,1-1 0,23-3 0,7 0 0,-40 2-72,1-1 1,-1 0-1,0-1 0,0 0 0,0 0 0,-1-2 0,1 1 0,-1-1 1,0-1-1,0 0 0,0 0 0,-1-1 0,0 0 0,-1 0 0,1-1 1,-2 0-1,1-1 0,8-12 0,-9 6-6754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7:10.4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279 0 24575,'-5'0'0,"-5"0"0,-6 5 0,0 5 0,-1 1 0,-3 3 0,-2 0 0,-2 1 0,0 2 0,-2-1 0,0 1 0,4 2 0,2-3 0,4 1 0,4 2 0,10-3 0,4-4-8191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7:10.8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 24575,'138'-1'0,"153"3"0,-249 3 0,1 1 0,65 20 0,-48-11 0,178 57 0,-1-1 0,-162-61-1365,-52-9-5461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7:11.2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461 1 24575,'6'2'0,"0"1"0,0 0 0,0 0 0,0 1 0,0-1 0,-1 1 0,0 1 0,1-1 0,-2 1 0,6 6 0,4 2 0,7 5 0,-1 0 0,-1 2 0,26 33 0,-39-44 0,0 0 0,-1 0 0,0 1 0,0-1 0,-1 1 0,0 1 0,-1-1 0,0 0 0,0 1 0,-2-1 0,3 22 0,-4-21 0,0 1 0,-1-1 0,0 0 0,0-1 0,-1 1 0,0 0 0,-6 15 0,5-19 0,-1 0 0,0 0 0,0 0 0,-1-1 0,0 0 0,0 0 0,0 0 0,-1 0 0,0-1 0,0 0 0,-8 5 0,-36 23 0,-1-3 0,-78 33 0,84-46 0,-1-2 0,-1-1 0,-58 7 0,102-20 0,-13 2 0,0-1 0,-1 0 0,-20-1 0,34-1 0,0 0 0,-1-1 0,1 1 0,0-1 0,0 0 0,0 0 0,0 0 0,0 0 0,0 0 0,-5-3 0,7 3 0,0 0 0,0 0 0,0 0 0,0 0 0,0 0 0,1 0 0,-1 0 0,0 0 0,1-1 0,-1 1 0,0 0 0,1 0 0,-1-1 0,1 1 0,0 0 0,-1 0 0,1-1 0,0 1 0,0 0 0,0-1 0,0 1 0,0-1 0,0 1 0,0 0 0,1-3 0,6-13-1365,4 1-5461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7:11.7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1980 1 24575,'-8'2'0,"1"0"0,-1 1 0,1 0 0,0 1 0,0-1 0,0 2 0,1-1 0,0 0 0,-8 8 0,5-6 0,-71 54 0,-289 195 0,333-234-12,-347 188-529,-37-46 541,277-112 0,142-50 0,-62 23 154,-1-3-1,-127 25 1,159-39-175,23-5 69,0 0-1,0 0 1,-1-1 0,-15 1-1,23-2-102,0 0 0,0-1 0,0 1 0,0 0-1,0-1 1,0 1 0,0-1 0,0 0 0,1 0-1,-1 1 1,0-1 0,0 0 0,1-1 0,-1 1-1,1 0 1,-1 0 0,1-1 0,-1 1 0,1-1-1,0 1 1,0-1 0,-1 1 0,1-1 0,1 0-1,-1 0 1,-1-3 0,-4-16-6771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7:12.0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1026 0 24575,'0'3'0,"-1"0"0,0 0 0,1 0 0,-1 0 0,-1 0 0,1 0 0,0-1 0,-1 1 0,1 0 0,-1-1 0,0 1 0,1-1 0,-5 4 0,-34 32 0,22-23 0,-84 87 0,14-13 0,-3-3 0,-142 101 0,90-98 0,86-57 0,1 4 0,-80 65 0,96-72 0,84-14 0,18-6 0,0-3 0,1-3 0,91-6 0,-33 0 0,452 3-1365,-550 0-5461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7:12.7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385 1 24575,'-3'33'0,"-1"0"0,-1-1 0,-3 1 0,0-1 0,-2-1 0,-15 34 0,-16 53 0,-180 791 0,216-861 0,2-1 0,4 48 0,-3 46 0,-22-23 0,24-133-273,-2-1 0,1 1 0,-2-1 0,-7-23 0,-1 4-6553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7:13.0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0 24575,'-1'0'0,"0"0"0,1 1 0,-1-1 0,0 0 0,0 0 0,1 1 0,-1-1 0,0 0 0,1 1 0,-1-1 0,0 1 0,1-1 0,-1 1 0,1-1 0,-1 1 0,1-1 0,-1 1 0,1 0 0,-1-1 0,1 1 0,0 0 0,-1-1 0,1 1 0,0 0 0,-1-1 0,1 1 0,0 1 0,-5 25 0,5-22 0,-7 74 0,4 0 0,4 0 0,3 1 0,3-2 0,4 1 0,4-1 0,2-1 0,4 0 0,36 83 0,-55-153 0,9 22 0,2 0 0,0-1 0,2-1 0,29 42 0,-41-66 0,1 1 0,0-1 0,0 0 0,0 0 0,1 0 0,-1-1 0,1 0 0,-1 1 0,1-1 0,0-1 0,0 1 0,0-1 0,0 0 0,0 0 0,10 0 0,10 0 0,-1-1 0,28-4 0,-8 1 0,102 1-1365,-116 2-5461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7:13.8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24575,'11'0'0,"0"1"0,-1 0 0,1 0 0,0 1 0,0 1 0,-1-1 0,0 2 0,11 4 0,0 3 0,-1 0 0,32 25 0,-37-25 0,411 275 0,-375-254 0,86 72 0,-129-97 0,-2-2 0,0 1 0,0 1 0,0-1 0,-1 1 0,0 0 0,-1 0 0,1 1 0,-1-1 0,-1 1 0,0 0 0,0 0 0,0 0 0,2 16 0,-3-12 0,0 1 0,-1-1 0,-1 0 0,0 1 0,0 0 0,-1-1 0,-1 0 0,-6 24 0,4-26 0,-1 0 0,1 0 0,-1 0 0,-1-1 0,0 0 0,0-1 0,-1 1 0,0-1 0,-1 0 0,1-1 0,-16 12 0,3-5 0,1-1 0,-2 0 0,0-2 0,-27 11 0,35-17 0,1-1 0,-1-1 0,0 0 0,1-1 0,-1 0 0,-1-1 0,1-1 0,0 0 0,0 0 0,0-1 0,0-1 0,-17-5 0,28 6 6,0 0 0,-1 0-1,1 0 1,1-1 0,-1 1-1,0-1 1,0 1 0,0-1 0,1 0-1,-1 0 1,1 0 0,0 0-1,-1 0 1,1 0 0,0 0-1,0 0 1,0 0 0,0-1 0,1 1-1,-1-4 1,0 1-192,0-1 1,0 1-1,1-1 0,0 1 1,0-1-1,1 1 1,1-10-1,4-8-6640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7:14.4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978 1 24575,'-4'1'0,"0"0"0,1 0 0,-1 1 0,0 0 0,0 0 0,1 0 0,-1 0 0,1 0 0,-4 4 0,-8 4 0,-56 37 0,-70 61 0,74-53 0,-80 48 0,-98 56 0,143-90 0,69-47 0,-58 51 0,89-71 0,0 0 0,-1 1 0,1 0 0,0 0 0,0-1 0,0 1 0,1 0 0,-1 1 0,1-1 0,0 0 0,-1 0 0,1 0 0,1 1 0,-1-1 0,0 1 0,1-1 0,0 1 0,0-1 0,0 0 0,0 1 0,0-1 0,1 1 0,0-1 0,-1 0 0,1 1 0,1-1 0,-1 0 0,0 0 0,1 1 0,2 3 0,6 9 0,2 0 0,-1 0 0,2-2 0,20 20 0,-2-1 0,-19-17 0,1-1 0,0-1 0,1 0 0,1-1 0,0-1 0,1 0 0,0-1 0,1 0 0,0-1 0,1-1 0,0-1 0,0-1 0,1 0 0,0-2 0,0 0 0,0-1 0,1-1 0,0 0 0,31-1 0,-29-1-227,0 1-1,0 1 1,-1 1-1,1 1 1,36 14-1,-42-13-6598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9:43.3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649 0 24575,'-8'1'0,"1"-1"0,0 1 0,-1 1 0,1-1 0,0 1 0,-1 1 0,1-1 0,0 1 0,-10 6 0,-58 43 0,19-12 0,39-29 0,-197 134 0,189-125 0,1 1 0,1 2 0,0 0 0,2 1 0,-36 53 0,52-68 0,1 0 0,0 0 0,1 1 0,-1-1 0,2 1 0,-1 0 0,2 0 0,-1 0 0,1 10 0,0 19 0,4 40 0,0-13 0,-3-17 0,2 0 0,2 1 0,2-2 0,16 62 0,3-34 0,59 122 0,-60-146 0,-20-44 0,0 0 0,1 0 0,0-1 0,1 0 0,-1 0 0,2 0 0,-1 0 0,1-1 0,10 8 0,7 2 0,42 23 0,-13-10 0,-21-12 0,1-2 0,0-2 0,1-1 0,61 13 0,-12-2 0,-39-14 0,1-2 0,0-2 0,0-2 0,1-1 0,58-7 0,7 2 0,-49 4 0,-18 0 0,69-7 0,-98 4 0,-1-1 0,1 0 0,-1-1 0,1-1 0,-1 0 0,-1-1 0,1 0 0,19-14 0,-11 5 0,-1-2 0,0 0 0,-2-1 0,0-2 0,-1 0 0,-1 0 0,-1-2 0,0 0 0,-2-1 0,16-35 0,-21 35 0,-1 1 0,-1-2 0,-2 1 0,0-1 0,2-42 0,-6-124 0,-3 100 0,3 79 0,0-1 0,-2 0 0,1 0 0,-2 1 0,1-1 0,-2 0 0,1 1 0,-2 0 0,1-1 0,-2 1 0,1 1 0,-1-1 0,-13-19 0,-12-6 0,-1 1 0,-2 1 0,-40-32 0,37 34 0,-8-8 0,-1 3 0,-2 1 0,-78-44 0,29 24 0,-42-20 0,86 54 0,0 2 0,-1 3 0,-1 2 0,-1 2 0,0 3 0,0 2 0,-1 3 0,-76 2 0,105 3-1365,3 0-5461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9:43.8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1 24575,'1'99'0,"0"20"0,-18 159 0,7-145 0,7-82 0,-10 62 0,3-44 0,12-84 0,-1 4 0,0 0 0,0 0 0,1 1 0,1-1 0,0 1 0,0-1 0,1 1 0,0 0 0,7-10 0,15-21 0,1 2 0,2 1 0,2 1 0,2 2 0,52-45 0,-45 48 0,3-4 0,1 3 0,2 1 0,64-34 0,-93 57-1365,-4 0-5461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9:44.2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24575,'37'33'0,"45"29"0,-33-25 0,21 15 0,-25-21 0,70 67 0,-80-63-1365,-21-20-5461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9:44.6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979 2 24575,'-118'-1'0,"-129"3"0,219 2 0,-1 2 0,2 1 0,-1 1 0,1 1 0,0 1 0,-39 22 0,-32 12 0,70-30 0,2 1 0,-1 1 0,2 1 0,-46 41 0,61-50 0,1 0 0,0 0 0,1 1 0,0 1 0,1-1 0,0 1 0,0 1 0,1-1 0,0 1 0,1 0 0,0 0 0,1 1 0,0-1 0,1 1 0,0 0 0,1 0 0,0 0 0,1 0 0,0 1 0,3 22 0,-2-19 0,-1 3 0,2 0 0,0 0 0,8 37 0,-7-50 0,0 0 0,1 0 0,-1 0 0,1 0 0,0 0 0,1 0 0,-1-1 0,1 0 0,0 0 0,1 0 0,-1 0 0,1 0 0,0-1 0,0 0 0,8 5 0,20 11 0,0-2 0,2-2 0,0-1 0,0-1 0,1-2 0,1-2 0,0-1 0,41 4 0,35-3 0,157-5 0,-244-5 0,-7-1 0,26 2 0,1-3 0,-2-1 0,64-13 0,-102 13 6,0 1 0,-1-1-1,1 1 1,-1-2 0,1 1-1,-1 0 1,0-1 0,-1 0 0,1 0-1,-1-1 1,0 1 0,0-1-1,0 0 1,0 0 0,-1 0-1,0-1 1,0 1 0,0-1 0,-1 0-1,2-7 1,-2 9-65,0-1-1,-1 0 1,1 0-1,-1 0 1,0 0 0,-1 0-1,1 0 1,-1 0-1,0 0 1,-1 0 0,1 0-1,-1 0 1,0 0-1,0 0 1,0 0 0,-1 0-1,0 1 1,0-1-1,0 1 1,0-1 0,-1 1-1,0 0 1,1-1-1,-8-5 1,-5-2-6767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9:45.0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24575,'5'0'0,"5"0"0,6 0 0,4 0 0,4 0 0,5 0 0,4 0 0,3 0 0,1 0 0,3 0 0,-2 0 0,-2 0 0,-3 0 0,-3 0 0,-2 0 0,-2 0 0,0 0 0,-5 0-8191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9:45.3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112 0 24575,'-21'54'0,"12"-22"0,2 0 0,1 1 0,1 0 0,2 0 0,1 34 0,0-36 0,-2-1 0,-1 1 0,-1-1 0,-18 51 0,15-60-1365,0-4-5461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9:46.2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493 2 24575,'-43'-1'0,"15"0"0,1 1 0,-38 6 0,56-4 0,-1 0 0,1 0 0,0 1 0,0 0 0,0 1 0,1 0 0,-1 1 0,1-1 0,0 2 0,-13 9 0,-7 13 0,1 1 0,1 1 0,2 2 0,1 0 0,-33 62 0,49-82 0,2 1 0,0 1 0,0-1 0,2 1 0,-1-1 0,2 1 0,-2 24 0,2-6 0,2 1 0,6 39 0,-4-63 0,0 0 0,0 0 0,1 0 0,0-1 0,1 0 0,0 1 0,0-1 0,1-1 0,-1 1 0,2-1 0,-1 1 0,1-2 0,1 1 0,-1-1 0,9 7 0,-4-4 0,1 0 0,0-1 0,1 0 0,-1-1 0,1-1 0,1 0 0,-1 0 0,26 5 0,47 13 0,26 4 0,-11-15 0,0-4 0,106-5 0,-176-3 0,-19 0 0,1-1 0,-1 0 0,1-1 0,0 0 0,19-5 0,-29 5 0,0 0 0,0-1 0,0 1 0,0 0 0,0-1 0,-1 0 0,1 0 0,-1 0 0,1 0 0,-1 0 0,1 0 0,-1-1 0,0 1 0,0-1 0,-1 1 0,1-1 0,0 0 0,-1 0 0,1 0 0,-1 0 0,0 0 0,0 0 0,0 0 0,-1 0 0,1 0 0,0-7 0,-1-65-1365,0 52-5461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9:46.6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16 24575,'618'0'0,"-604"0"-341,0-1 0,0-1-1,20-5 1,-12 2-6485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9:47.0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 1 24575,'-1'27'0,"-2"0"0,-7 32 0,1-6 0,1 1 0,-1 4 0,-3 90 0,13 86-1365,-1-244-5461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9:49.5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24575,'0'1'0,"1"0"0,-1 0 0,0 0 0,1 0 0,-1 0 0,1 0 0,-1 0 0,1 0 0,0 0 0,-1 0 0,1-1 0,0 1 0,-1 0 0,1 0 0,0-1 0,0 1 0,0-1 0,0 1 0,0-1 0,0 1 0,0-1 0,0 1 0,0-1 0,0 0 0,0 0 0,0 1 0,2-1 0,36 6 0,-27-5 0,14 3 0,35 6 0,113 3 0,-98-14-1365,-54 1-5461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9:49.9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1 24575,'-2'90'0,"-1"-40"0,3 0 0,9 69 0,39 60 0,-45-166-59,-1-1 0,2 0-1,0-1 1,0 1-1,1-1 1,1 1 0,0-1-1,0-1 1,1 1 0,0-1-1,1-1 1,0 1 0,0-1-1,1-1 1,1 1-1,-1-2 1,1 1 0,1-1-1,-1-1 1,1 0 0,0 0-1,18 5 1,-13-5-6767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9:50.2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24575,'5'0'0,"5"0"0,6 0 0,4 0 0,3 0 0,2 0 0,2 0 0,-1 0 0,1 0 0,0 0 0,-1 0 0,0 0 0,0 0 0,0 0 0,-5 5 0,-5 0-8191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9:50.6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25 24575,'4'0'0,"6"0"0,6 0 0,4 0 0,3 0 0,3 0 0,0 0 0,1 0 0,-1 0 0,1 0 0,-1 0 0,1-4 0,-1-1 0,-1-1 0,1 2 0,-1 1 0,-3 1-8191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9:50.9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512 180 24575,'-7'1'0,"1"0"0,0 0 0,0 1 0,0 0 0,0 0 0,1 0 0,-1 1 0,0 0 0,1 0 0,0 0 0,0 1 0,0 0 0,0 0 0,0 0 0,1 0 0,0 1 0,0 0 0,-5 7 0,-8 12 0,0 2 0,-17 35 0,32-58 0,-2 5 0,-4 6 0,0-1 0,2 1 0,-1 0 0,2 0 0,0 0 0,0 1 0,2 0 0,0 0 0,0 0 0,0 20 0,3 30 0,4 149 0,-4-209 0,0-1 0,1 1 0,-1 0 0,1 0 0,0-1 0,1 1 0,-1 0 0,1-1 0,0 1 0,0-1 0,1 0 0,-1 0 0,1 0 0,0 0 0,0 0 0,0 0 0,4 3 0,-1-3 0,-1-1 0,0-1 0,1 1 0,-1-1 0,1 0 0,0 0 0,0 0 0,-1-1 0,1 0 0,0 0 0,0 0 0,0-1 0,9-1 0,-7 1 0,1 0 0,-1 0 0,0-1 0,0-1 0,0 0 0,0 0 0,0 0 0,0-1 0,0 0 0,-1 0 0,0-1 0,1 0 0,-1 0 0,-1-1 0,1 0 0,-1 0 0,0-1 0,0 0 0,0 0 0,7-10 0,1 1 0,-1-1 0,-1-1 0,0 0 0,-1 0 0,-1-1 0,0-1 0,-2 1 0,0-2 0,-1 1 0,-1-1 0,-1 0 0,-1 0 0,0 0 0,0-26 0,-3-1 0,-6-148 0,4 187 0,-1 1 0,0 0 0,-1-1 0,1 1 0,-1 0 0,-1 0 0,1 1 0,-1-1 0,0 1 0,-1 0 0,0 0 0,0 0 0,-11-10 0,-8-5 0,-53-36 0,58 45 0,-2-3 15,-1 2 0,-1 1 0,0 1 0,-1 1 0,0 1 0,0 1 0,-49-10 0,16 10-510,-1 3 0,-81 2 0,117 3-6331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9:51.3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24575,'5'0'0,"5"0"0,5 0 0,6 0 0,2 0 0,2 0 0,1 0 0,1 0 0,-5 0-8191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9:52.5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835 1 24575,'0'7'0,"-1"1"0,-1 0 0,0-1 0,0 1 0,0-1 0,-1 0 0,-5 11 0,-7 21 0,-10 33 0,-3 0 0,-67 121 0,6-17 0,-88 147 0,29-61 0,59-102 0,47-89 0,-34 80 0,72-138 20,0 0 0,0 1 0,-1 15 0,-2 6-1465,1-13-5381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9:52.9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0 24575,'-2'117'0,"5"126"0,-3-240 0,0-1 0,1 1 0,0 0 0,0-1 0,0 1 0,0 0 0,0-1 0,0 0 0,0 1 0,1-1 0,0 0 0,-1 1 0,1-1 0,0 0 0,0 0 0,0 0 0,0-1 0,0 1 0,0 0 0,1-1 0,-1 0 0,1 1 0,-1-1 0,1 0 0,-1 0 0,1 0 0,0-1 0,-1 1 0,1-1 0,4 1 0,12 1 0,-1-1 0,0-1 0,32-3 0,-18 1 0,-2 1 0,59 0 0,1-4 0,170-33 0,97-48-845,-39-1-492,-266 70-4672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9:53.2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 1 24575,'2'33'0,"2"0"0,15 65 0,3 26 0,-1 262-1435,-10 170 1181,-12-369 508,-1-158 88,-1-1 1,-1 1-1,-9 27 1,11-45-278,1-9-60,1 0-1,0 0 0,-1 0 0,1 0 1,-1 0-1,0-1 0,1 1 0,-1 0 1,0 0-1,0-1 0,0 1 1,0 0-1,0-1 0,-1 0 0,1 1 1,0-1-1,-1 1 0,1-1 0,-1 0 1,0 0-1,1 0 0,-1 0 1,0 0-1,1 0 0,-1-1 0,0 1 1,-2 0-1,1-1-91,0 0-1,0 0 1,0 0 0,0-1-1,0 1 1,1-1 0,-1 0-1,0 0 1,0 0-1,0 0 1,1 0 0,-1-1-1,1 1 1,-1-1 0,1 1-1,-5-5 1,-10-10-6739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9:53.6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48 24575,'0'10'0,"2"0"0,-1-1 0,1 1 0,1 0 0,0-1 0,0 1 0,1-1 0,0 0 0,9 13 0,56 78 0,-55-82 0,-3-2 0,2-1 0,0-1 0,0 0 0,1-1 0,1-1 0,26 19 0,-29-25 0,0 1 0,1-1 0,-1-1 0,1 0 0,0-1 0,0 0 0,0-1 0,1 0 0,-1-2 0,17 2 0,63-1 0,153-15 0,-211 8 0,0-1 0,0-2 0,-1-1 0,0-2 0,0-1 0,-2-1 0,48-28 0,-64 32 0,-4 2 0,0-1 0,0 0 0,0 0 0,12-13 0,-20 17 0,0-1 0,-1 0 0,1 0 0,-1 0 0,0 0 0,0 0 0,-1-1 0,1 1 0,-1-1 0,-1 0 0,1 0 0,-1 0 0,1-8 0,1-24-228,-3-54 0,-1 71-681,1-4-5917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9:53.9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24575,'5'0'0,"0"0"0,0 1 0,0 0 0,0 0 0,-1 0 0,1 1 0,0-1 0,0 1 0,-1 0 0,1 0 0,-1 1 0,0 0 0,1-1 0,-1 1 0,0 1 0,3 3 0,5 6 0,0 1 0,-1 0 0,12 19 0,7 11 0,71 81 0,71 98 0,-5 7 0,-45-65 0,-56-68 0,59 79 0,-15-41 0,-37-29-1365,-62-95-5461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9:54.3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1 511 24575,'5'1'0,"-1"1"0,1-1 0,0 1 0,-1 0 0,0 1 0,1-1 0,-1 1 0,0 0 0,0 0 0,0 0 0,-1 0 0,5 6 0,7 4 0,116 89 0,204 122 0,-327-219 0,-1-1 0,1 0 0,-1-1 0,1 0 0,0 0 0,0 0 0,1-1 0,-1 0 0,0-1 0,15 1 0,-18-3 0,0 1 0,0-1 0,0 0 0,-1 0 0,1 0 0,0-1 0,0 0 0,-1 0 0,1 0 0,-1-1 0,0 1 0,0-1 0,1 0 0,-2 0 0,1 0 0,0-1 0,-1 1 0,0-1 0,5-5 0,142-226 0,-138 215 0,17-29 0,37-88 0,-58 116 0,-1-1 0,0 0 0,-2 0 0,-1-1 0,0 1 0,-2-1 0,0-23 0,-4-159-1365,2 183-5461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9:55.0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824 106 24575,'-28'1'0,"0"1"0,0 2 0,0 1 0,1 1 0,-32 12 0,-129 58 0,157-58 0,1 1 0,1 1 0,0 1 0,2 2 0,-42 44 0,17-17 0,33-32 0,1 1 0,0 0 0,2 1 0,1 1 0,-20 35 0,27-41 0,1 0 0,0 1 0,1 0 0,1 0 0,1 0 0,0 1 0,1-1 0,1 1 0,-1 24 0,3-5 0,-1-9 0,2 0 0,4 34 0,-4-53 0,1 0 0,0 0 0,1 0 0,-1 0 0,1 0 0,1-1 0,0 0 0,0 0 0,0 0 0,1 0 0,9 11 0,10 5 0,1-2 0,1 0 0,1-2 0,0-1 0,1-1 0,1-1 0,1-2 0,0-1 0,47 14 0,-6-7 0,0-4 0,1-3 0,88 5 0,328-15 0,-433-6 0,99-19 0,-133 18 0,-2-1 0,1-1 0,0-1 0,-1 0 0,-1-2 0,1 0 0,-1-1 0,18-14 0,-28 17 0,0 0 0,-1 0 0,0-1 0,-1 0 0,1 0 0,-1-1 0,-1 0 0,0 0 0,0 0 0,-1-1 0,0 1 0,-1-1 0,0 0 0,0 0 0,1-17 0,0-12 0,-2 0 0,-5-74 0,-1 25 0,4 63 0,-2-1 0,-1 1 0,-1 0 0,-1 0 0,-1 0 0,-1 0 0,-1 1 0,-1 1 0,-2-1 0,0 1 0,-1 1 0,-25-34 0,7 12 0,-2 0 0,-2 2 0,-71-68 0,86 93-101,-11-10 218,-45-32 0,65 52-267,-1 0 0,1 2 1,-1-1-1,0 1 0,0 1 0,0 0 0,0 0 1,-1 1-1,-14-2 0,5 4-6676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9:55.6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440 78 24575,'-18'0'0,"7"-2"0,1 2 0,-1 0 0,0 0 0,0 1 0,1 0 0,-1 1 0,1 0 0,-1 0 0,1 1 0,0 1 0,0 0 0,0 0 0,1 1 0,-14 9 0,-19 16 0,13-10 0,1 1 0,1 1 0,-32 34 0,52-47 0,0 0 0,0 0 0,0 1 0,1 0 0,1 0 0,0 0 0,0 1 0,1 0 0,1-1 0,-1 1 0,2 1 0,-1-1 0,2 0 0,-1 16 0,6 280 0,-3-297 0,1 0 0,0 1 0,1-1 0,0 0 0,1 0 0,0-1 0,0 1 0,1-1 0,0 0 0,1 0 0,0 0 0,1-1 0,9 11 0,12 8 0,2 0 0,40 28 0,-4-4 0,-50-38 0,1-2 0,0 0 0,1-1 0,0 0 0,0-2 0,1 0 0,0-1 0,1-1 0,22 4 0,-8-4 0,-1-1 0,1-2 0,-1-1 0,61-5 0,-82 1 0,0 0 0,0-1 0,0 0 0,0-1 0,-1-1 0,1 0 0,-1 0 0,0-1 0,-1 0 0,0-1 0,14-11 0,6-9 0,-1-1 0,29-36 0,-24 24 0,-2-3 0,51-91 0,-78 125 0,-2 0 0,1-1 0,-1 1 0,0-1 0,-1 0 0,-1 0 0,2-18 0,-5-76 0,-1 48 0,5 0 0,0 41 0,-1 0 0,-1-1 0,-1 1 0,0 0 0,0-1 0,-2 1 0,-7-29 0,3 33 0,-1 0 0,0 1 0,0 0 0,-1 0 0,-1 0 0,-20-15 0,14 11 0,4 4 0,0 1 0,-1 1 0,0 0 0,0 0 0,-1 1 0,-21-7 0,-93-23 0,58 18 0,-12 0 0,-91-10 0,96 17 0,13 4-1365,37 6-5461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9:56.5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465 83 24575,'-10'1'0,"-1"0"0,1 1 0,-1 1 0,1-1 0,0 1 0,0 1 0,0 0 0,1 1 0,-1 0 0,1 0 0,0 1 0,0 0 0,-15 14 0,-2 4 0,2 1 0,-42 54 0,46-53 0,1 1 0,1 1 0,1 1 0,1 0 0,2 1 0,1 1 0,2 0 0,0 1 0,3 0 0,-10 65 0,4 10 0,7-55 0,-2 77 0,8-116 0,0 0 0,1 0 0,1 0 0,0 0 0,1-1 0,0 1 0,1 0 0,1-1 0,0 1 0,0-1 0,1 0 0,12 20 0,0-6 0,1-1 0,2 0 0,0-2 0,1 0 0,2-2 0,0 0 0,48 32 0,-52-41 0,1 0 0,1-2 0,0 0 0,0-2 0,0 0 0,1-1 0,1-2 0,-1 0 0,1-1 0,-1-1 0,32-1 0,-3-2 0,-20 2 0,0-2 0,1-1 0,-1-2 0,0-1 0,0-1 0,53-17 0,-52 9 0,1-2 0,-2-1 0,0-1 0,-1-2 0,0-1 0,-2-1 0,-1-2 0,0 0 0,-2-2 0,-1-1 0,24-33 0,-3 0 0,-24 34 0,0-2 0,-2-1 0,-1 0 0,-1-1 0,13-35 0,-24 43 0,0-1 0,-2 0 0,2-39 0,0 5 0,-2 18 0,0 1 0,-3-1 0,-1 1 0,-8-68 0,4 84 0,0 0 0,-2 1 0,0-1 0,-1 1 0,-1 0 0,-1 1 0,-1 0 0,0 0 0,-25-32 0,-4-4 0,31 42 0,0 1 0,0 0 0,-2 1 0,1-1 0,-1 2 0,-1-1 0,-16-11 0,16 15 0,0 1 0,-1 0 0,1 1 0,-1 0 0,-1 1 0,1 0 0,0 1 0,-1 1 0,-19-2 0,-13 2 0,-64 4 0,27 1 0,44-3-118,8-1-131,1 2-1,-1 0 1,1 2-1,-37 9 1,49-8-6577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5T05:19:57.8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28 24575,'4'0'0,"2"-4"0,4-2 0,4 0 0,5 1 0,4 2 0,1 1 0,2 1 0,0 1 0,1 0 0,-1 0 0,0 0 0,0 0 0,0 1 0,0-1 0,0 0 0,-5 0-8191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06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255 1114 24575,'0'-620'0,"-2"576"0,-14-76 0,9 78 0,2-1 0,0-45 0,7 48 0,-1 25 0,0 1 0,-1-1 0,0 1 0,-1-1 0,-5-20 0,6 34 0,0 1 0,0 0 0,0-1 0,0 1 0,0 0 0,0-1 0,0 1 0,-1 0 0,1-1 0,0 1 0,0-1 0,0 1 0,-1 0 0,1 0 0,0-1 0,-1 1 0,1 0 0,0 0 0,0-1 0,-1 1 0,1 0 0,0 0 0,-1 0 0,1-1 0,-1 1 0,1 0 0,0 0 0,-1 0 0,1 0 0,0 0 0,-1 0 0,1 0 0,-1 0 0,1 0 0,-1 0 0,-14 9 0,-9 19 0,18-17 0,-1 3 0,-1 0 0,-1 0 0,0-1 0,-1 0 0,-13 14 0,16-20 0,1 0 0,0 1 0,-6 9 0,8-10 0,-1 0 0,0 0 0,0-1 0,-11 11 0,-14 9 0,30-26-11,0 0-1,0 0 1,0 0-1,0 0 1,1 0-1,-1 0 1,0 0-1,0 0 1,0 0-1,0 0 1,0 0-1,0 0 1,0-1-1,0 1 1,0 0-1,0 0 1,1 0-1,-1 0 1,0 0-1,0 0 1,0 0-1,0 0 1,0 0-1,0 0 1,0 1-1,0-1 1,0 0-1,0 0 1,1 0-1,-1 0 1,0 0-1,0 0 1,0 0-1,0 0 1,0 0-1,0 0 1,0 0-1,0 0 1,0 0-1,0 0 1,0 0-1,0 0 1,0 0-1,1 1 1,-1-1-1,0 0 1,0 0-1,0 0 1,0 0-1,0 0 1,0 0-1,0 0 1,0 0-1,0 0 1,0 1-1,0-1 1,0 0-1,0 0 1,0 0-1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06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24575,'9'0'0,"3"-1"0,0 1 0,0 1 0,18 3 0,-25-2 0,-1-1 0,1 1 0,-1-1 0,1 2 0,-1-1 0,0 0 0,0 1 0,0 0 0,0-1 0,0 2 0,6 6 0,182 177 0,-145-144 0,-27-24 0,1-1 0,28 20 0,2-6-1365,-42-26-5461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08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1 24575,'-2'0'0,"0"0"0,-1 0 0,1 0 0,0 0 0,0 1 0,-1-1 0,1 1 0,0-1 0,0 1 0,0 0 0,0 0 0,0 0 0,0 0 0,0 0 0,-4 3 0,5-3 0,-1 2 0,1-1 0,-1 0 0,1 0 0,0 0 0,0 1 0,0-1 0,0 0 0,0 1 0,1-1 0,-1 1 0,1-1 0,-1 1 0,1 2 0,-5 45 0,-6 91 0,11-125 0,1 1 0,0 0 0,1-1 0,7 27 0,-7-37 0,0 0 0,0 0 0,1 0 0,0 0 0,0-1 0,0 1 0,1-1 0,0 0 0,0 0 0,0 0 0,1-1 0,-1 1 0,1-1 0,0 0 0,7 4 0,30 24 0,-34-24 0,1-1 0,0 0 0,16 9 0,-15-12 0,0 0 0,0 0 0,1-1 0,0 0 0,-1 0 0,1-2 0,0 1 0,18-1 0,-23 0 0,57 6 0,-34-3 0,34 0 0,-56-4 0,3 0 0,-1 0 0,1-1 0,17-3 0,-24 4 0,0-2 0,0 1 0,0 0 0,0 0 0,0-1 0,0 0 0,0 0 0,0 0 0,-1 0 0,1 0 0,-1 0 0,1 0 0,-1-1 0,3-4 0,1-2 0,0-1 0,-1 0 0,0 0 0,0 0 0,-1 0 0,-1-1 0,0 1 0,0-1 0,1-12 0,-2 0 0,-1-1 0,0 1 0,-4-31 0,2 48 0,0 1 0,-1 0 0,1 0 0,-1 0 0,0 0 0,0 0 0,0 1 0,-1-1 0,1 0 0,-1 1 0,0 0 0,-1 0 0,1 0 0,-8-7 0,3 5 0,1 0 0,-1 0 0,0 1 0,-1 0 0,1 0 0,-1 1 0,-11-4 0,-9-2 0,16 4 0,-1 1 0,0 1 0,-20-3 0,22 5 0,-33-4 0,-68-2 0,45 9-1365,54-1-5461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08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53 24575,'-1'0'0,"0"1"0,0-1 0,-1 0 0,1 1 0,0-1 0,1 1 0,-1-1 0,0 1 0,0 0 0,0-1 0,0 1 0,0 0 0,1 0 0,-1-1 0,0 1 0,1 0 0,-1 0 0,0 0 0,1 0 0,-1 0 0,1 0 0,-1 1 0,-9 27 0,9-25 0,-22 56 0,17-46 0,0-1 0,1 2 0,1-1 0,0 1 0,1-1 0,-3 30 0,6-35 0,1 0 0,-1 0 0,1-1 0,1 1 0,0 0 0,0-1 0,0 0 0,4 9 0,-3-12 0,-1 0 0,1 0 0,0 0 0,1-1 0,-1 1 0,1-1 0,0 0 0,0 0 0,0 0 0,0 0 0,1-1 0,0 1 0,6 2 0,29 18 0,-26-14 0,30 13 0,-29-16 0,-5-2 0,0-1 0,0 0 0,0-1 0,1 0 0,-1 0 0,1-1 0,-1 0 0,12 0 0,-15-2 0,-1 0 0,0-1 0,1 1 0,-1-1 0,0-1 0,1 1 0,-1-1 0,0 0 0,0 0 0,0-1 0,0 0 0,-1 0 0,1 0 0,-1-1 0,0 0 0,0 0 0,0 0 0,0 0 0,-1-1 0,0 0 0,7-9 0,-3 2 0,0 0 0,-1 0 0,9-25 0,5-6 0,-18 36 0,0 0 0,-1 0 0,1-1 0,-1 1 0,-1 0 0,1-1 0,0-13 0,-4-56 0,1 32 0,1 40 0,0-1 0,-1 1 0,1 0 0,-1 0 0,0-1 0,0 1 0,0 0 0,-1 0 0,0 0 0,0 0 0,0 1 0,-1-1 0,1 0 0,-1 1 0,0 0 0,0 0 0,-1 0 0,1 0 0,-1 0 0,0 1 0,0-1 0,0 1 0,-1 0 0,1 0 0,-8-3 0,-2-1 0,-1 1 0,0 1 0,0 0 0,-1 1 0,1 1 0,-1 0 0,-29-1 0,-144 5-1365,175-1-5461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09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382 166 24575,'-9'0'0,"1"1"0,0 0 0,0 0 0,-1 1 0,1 0 0,0 1 0,1 0 0,-1 0 0,0 0 0,1 1 0,0 0 0,0 0 0,0 1 0,-12 11 0,-77 62 0,76-62 0,1 2 0,0 0 0,-17 23 0,11-13 0,20-22 0,1 0 0,0 0 0,1 0 0,-1 0 0,1 0 0,1 1 0,-1 0 0,1-1 0,-3 13 0,4-14 0,0-1 0,1 1 0,-1-1 0,1 1 0,0-1 0,0 1 0,0 0 0,1-1 0,0 1 0,0-1 0,0 1 0,0-1 0,1 0 0,-1 0 0,1 1 0,3 3 0,-1-3 0,0-1 0,1 0 0,-1 0 0,1-1 0,0 1 0,9 3 0,1 3 0,100 57 0,-109-64 0,0 0 0,0 0 0,1-1 0,-1 0 0,1 0 0,-1-1 0,1 0 0,12 1 0,60-4 0,-33 0 0,-39 2 0,-1 0 0,1 0 0,-1-1 0,1 0 0,-1 0 0,1 0 0,-1-1 0,0 0 0,0 0 0,0-1 0,0 1 0,0-1 0,0-1 0,-1 1 0,0-1 0,1 0 0,-1 0 0,8-9 0,24-20 0,-28 27 0,0-2 0,-1 1 0,1-1 0,-2 0 0,1-1 0,10-17 0,4-11 0,-14 26 0,-1-1 0,0 0 0,-1 0 0,0 0 0,-1-1 0,0 0 0,-1 0 0,-1 0 0,4-26 0,-7 34 0,2-20 0,-2 1 0,-4-38 0,3 55 0,0-1 0,-1 1 0,0 0 0,0 0 0,-1 0 0,0 0 0,0 0 0,-1 0 0,0 1 0,0 0 0,0 0 0,-9-9 0,-11-8-273,-2 1 0,0 1 0,-2 2 0,-54-30 0,72 44-6553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10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157 155 24575,'-4'2'0,"-1"0"0,1 0 0,0 1 0,0-1 0,0 1 0,0 0 0,0 0 0,0 0 0,1 0 0,-5 6 0,4-5 0,-9 12 0,0 1 0,1 0 0,1 1 0,0 0 0,2 1 0,-9 21 0,14-30 0,1 1 0,0-1 0,1 0 0,0 1 0,0-1 0,1 1 0,1-1 0,-1 1 0,4 19 0,-3-28 0,0 0 0,1 0 0,0 0 0,-1 0 0,1 0 0,0-1 0,0 1 0,0 0 0,0 0 0,0-1 0,1 1 0,-1 0 0,0-1 0,1 1 0,-1-1 0,1 0 0,2 2 0,33 17 0,-11-8 0,-15-6 0,0 0 0,1-1 0,0-1 0,0 0 0,0 0 0,0-1 0,15 1 0,-6-2 0,-1 0 0,1-2 0,32-3 0,-43 1 0,-1-1 0,0 0 0,0 0 0,0-1 0,0 0 0,-1-1 0,0 0 0,10-7 0,-5 4 0,0-1 0,-2-1 0,1 0 0,17-20 0,1-2 0,-24 27 0,-1-1 0,0 0 0,0-1 0,-1 1 0,0-1 0,0 0 0,-1 0 0,5-12 0,0-7 0,6-30 0,-11 41 0,0 3 0,-1 1 0,0 0 0,-1-1 0,-1 1 0,1-1 0,-3-14 0,1 21 0,0 0 0,0-1 0,0 1 0,-1 0 0,0 0 0,0 1 0,0-1 0,0 0 0,-1 1 0,0-1 0,0 1 0,0 0 0,-1 0 0,1 0 0,-8-6 0,7 7 3,-16-13 166,-33-21 0,46 33-340,0 1 1,0-1-1,-1 1 0,1 1 1,0-1-1,-1 1 1,0 1-1,0-1 1,-10 0-1,4 2-6655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10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87 242 24575,'-3'1'0,"1"0"0,-1 0 0,1 0 0,0 1 0,-1-1 0,1 1 0,0 0 0,0-1 0,0 1 0,0 0 0,1 0 0,-1 0 0,0 1 0,1-1 0,-3 5 0,-3 3 0,2-2 0,0-1 0,0 1 0,1 0 0,0 1 0,1-1 0,0 1 0,0 0 0,1 0 0,0 0 0,-1 9 0,0 15 0,1 46 0,2-75 0,0 0 0,0 0 0,1 0 0,-1 0 0,1-1 0,0 1 0,0 0 0,1-1 0,-1 1 0,1 0 0,0-1 0,0 0 0,0 1 0,0-1 0,5 5 0,-1-2 0,1 0 0,1 0 0,-1-1 0,1 0 0,13 6 0,-20-10 0,19 10 0,1-1 0,39 13 0,-53-21 0,-1 0 0,1-1 0,0 0 0,0 0 0,0 0 0,0-1 0,0 0 0,0-1 0,-1 1 0,1-1 0,0-1 0,0 1 0,11-6 0,-8 4 0,-1-1 0,0 0 0,-1-1 0,1 0 0,-1 0 0,0-1 0,0 0 0,-1 0 0,0-1 0,0 0 0,10-13 0,14-20 0,-15 20 0,0-1 0,23-43 0,-28 43 0,-1-2 0,-1 1 0,-1-1 0,-1-1 0,-1 1 0,-1-1 0,-1 0 0,-1 0 0,-2-1 0,-1-39 0,-1 59 0,0 0 0,0-1 0,-1 1 0,1 0 0,-1 0 0,0 1 0,-1-1 0,1 0 0,-1 1 0,0-1 0,0 1 0,-1 0 0,1 0 0,-1 0 0,0 0 0,0 1 0,0 0 0,0-1 0,-1 1 0,1 1 0,-1-1 0,0 1 0,0 0 0,-8-3 0,-4 0 0,-1 1 0,-1 0 0,1 1 0,0 1 0,-1 1 0,1 0 0,0 2 0,-1 0 0,1 1 0,-1 0 0,1 2 0,0 0 0,1 1 0,-1 1 0,-32 16 0,-18 19-1365,54-33-5461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11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98 24575,'-3'1'0,"0"-1"0,0 1 0,0-1 0,0 1 0,0 0 0,0 0 0,1 0 0,-1 0 0,0 1 0,1-1 0,-1 1 0,1 0 0,0-1 0,-1 1 0,1 0 0,0 0 0,0 1 0,-2 2 0,-5 7 0,1 0 0,-11 21 0,7-11 0,6-10 0,1-1 0,0 1 0,0 0 0,1 1 0,1-1 0,0 1 0,0 0 0,1-1 0,0 27 0,2-36 0,1-1 0,-1 1 0,1 0 0,0 0 0,-1 0 0,1 0 0,0 0 0,1-1 0,-1 1 0,0-1 0,1 1 0,-1-1 0,1 1 0,0-1 0,0 0 0,0 1 0,0-1 0,0 0 0,1-1 0,-1 1 0,1 0 0,-1-1 0,1 1 0,-1-1 0,1 0 0,0 0 0,0 0 0,-1 0 0,1 0 0,4 0 0,10 2 0,0-2 0,0 1 0,-1-2 0,22-1 0,-14 0 0,3 1 0,-17 1 0,1-1 0,0-1 0,0 1 0,18-5 0,-27 4 0,1 1 0,0-1 0,0-1 0,-1 1 0,1 0 0,-1-1 0,1 1 0,-1-1 0,1 0 0,-1 1 0,0-1 0,0 0 0,0-1 0,0 1 0,0 0 0,-1-1 0,1 1 0,-1 0 0,1-1 0,-1 0 0,0 1 0,1-5 0,6-23 0,-1 0 0,-2-1 0,-2 0 0,0 0 0,-2 0 0,-6-59 0,5 86 19,-1 1 0,1-1 0,-1 0 0,0 1 0,0-1 0,-1 1 0,1-1 0,-1 1 0,0-1 0,0 1 0,0 0 0,0 0 0,0 0 0,-1 0 0,1 0 0,-1 1 0,-5-4 0,2 1-263,-2 0 0,1 1 0,0 1 0,-1-1 1,0 1-1,-14-4 0,8 3-6582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12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1218 0 24575,'-4'1'0,"0"-1"0,-1 1 0,1-1 0,0 1 0,0 0 0,0 1 0,0-1 0,0 1 0,0 0 0,-5 3 0,-36 29 0,4-3 0,-85 35 0,33-19 0,66-34 0,0-2 0,0-1 0,-1-1 0,-32 5 0,19-4 0,-41 16 0,-176 51 0,192-57 0,36-11 0,-39 8 0,-26 6 0,67-15 0,26-8 0,1 0 0,0 1 0,0-1 0,0 0 0,0 0 0,0 1 0,0-1 0,0 1 0,0-1 0,0 1 0,0-1 0,0 1 0,0-1 0,0 1 0,0 0 0,0 0 0,1-1 0,-1 1 0,0 0 0,1 0 0,-1 0 0,0 0 0,1 0 0,-1 0 0,1 0 0,-1 0 0,1 1 0,0 0 0,0-1 0,1 0 0,-1 1 0,1-1 0,0 0 0,-1 1 0,1-1 0,0 0 0,0 0 0,0 0 0,0 0 0,0 0 0,0 0 0,0 0 0,0 0 0,0 0 0,1 0 0,-1-1 0,0 1 0,0-1 0,2 1 0,14 10 0,-1-1 0,29 26 0,0 1 0,-32-26 0,0 0 0,-1 1 0,13 18 0,-2-4 0,-16-17 0,0 1 0,0 0 0,-1 0 0,-1 0 0,0 1 0,0 0 0,-1 0 0,0 0 0,0 0 0,1 15 0,2 0 0,-6-22 0,1 1 0,0-1 0,0 0 0,0 0 0,1 0 0,-1 0 0,1 0 0,0-1 0,0 1 0,1-1 0,-1 0 0,1 1 0,-1-2 0,6 4 0,7 4 0,1-1 0,20 9 0,-33-16 0,18 5 0,0-1 0,0 0 0,0-2 0,1 0 0,30 0 0,-38-2 0,210 7 0,352 2 0,-369-12 0,-132 1-1365,-62 0-5461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12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24575,'1'23'0,"1"0"0,0-1 0,10 36 0,26 66 0,-1-6 0,-31-93 0,16 72 0,-20-88 0,0 0 0,1 0 0,6 14 0,-5-16 0,-1 1 0,0-1 0,-1 1 0,0-1 0,2 14 0,-3 47 0,-1-48 0,0-1 0,1 1 0,7 31 0,-5-32-219,-1 0 0,0 0 0,-2 28 1,0-40-272,0 8-6336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13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24575,'5'0'0,"-1"1"0,1 0 0,0 0 0,-1 0 0,1 0 0,-1 1 0,1 0 0,-1 0 0,0 0 0,7 5 0,39 32 0,-42-32 0,17 14 0,0-2 0,54 33 0,-50-35 0,-1 1 0,45 37 0,42 51 0,-44-39 0,-53-52 0,1-1 0,22 14 0,-24-18 0,0 1 0,-1 1 0,25 23 0,-27-23 0,0 0 0,2-1 0,-1 0 0,28 13 0,-21-12 0,114 64 0,-95-48 0,-37-24 0,0-1 0,1 1 0,0-1 0,0 0 0,0 0 0,0 0 0,0-1 0,1 1 0,-1-1 0,1 0 0,0-1 0,-1 0 0,8 1 0,173-1 0,-82-3 0,-100 2 0,-1 0 0,0 0 0,0 0 0,0 0 0,1-1 0,-1 1 0,0-1 0,0 0 0,0 0 0,0 0 0,0-1 0,0 1 0,0-1 0,-1 1 0,5-4 0,-5 3 0,-1 0 0,1-1 0,0 1 0,-1-1 0,1 1 0,-1-1 0,0 0 0,1 0 0,-2 0 0,1 0 0,0 1 0,0-1 0,-1 0 0,0 0 0,1 0 0,-2-5 0,1-69 0,-2 49 0,2 0 0,1 1 0,1-1 0,8-35 0,4 11 0,26-65 0,-29 90 0,-7 14 0,1 1 0,1-1 0,0 1 0,9-13 0,13-19 0,-2-1 0,22-51 0,-42 85-1365,0 2-5461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14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24575,'28'0'0,"83"0"0,159 19 0,-26 0 0,2-20 0,-82-1 0,-88 3 0,83-3 0,-144 1 0,0-1 0,0 0 0,0-1 0,-1-1 0,23-8 0,-37 12 9,1-1 1,0 1-1,-1 0 0,1 0 0,0 0 1,-1-1-1,1 1 0,-1 0 0,1-1 0,-1 1 1,1-1-1,-1 1 0,1-1 0,-1 1 1,1-1-1,-1 1 0,1-1 0,-1 1 1,0-1-1,1 1 0,-1-1 0,0 0 0,0 1 1,1-1-1,-1 0 0,0 1 0,0-1 1,0 1-1,0-1 0,0 0 0,0 1 0,0-1 1,0 0-1,0 1 0,0-1 0,0 0 1,-1-1-124,0 1 0,0 0 0,0-1 0,0 1 1,0 0-1,0 0 0,0 0 0,0 0 1,-1 0-1,1 0 0,0 0 0,-1 0 1,1 1-1,-3-2 0,-8-3-6712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14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24575,'11'1'0,"0"0"0,-1 0 0,1 1 0,0 1 0,-1-1 0,1 2 0,18 8 0,66 42 0,-85-48 0,64 46 0,-41-29 0,51 28 0,-64-39 0,-1 1 0,0 1 0,29 26 0,-24-19 0,30 20 0,45 37 0,-50-38 0,-5 0 0,-34-30 0,1 0 0,0 0 0,0-1 0,1-1 0,0 0 0,15 6 0,-8-4 0,0 0 0,0 1 0,33 26 0,-37-26 0,1-1 0,1-1 0,-1 0 0,25 8 0,-30-14-1365,-3-3-5461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15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1 315 24575,'32'-2'0,"0"-2"0,-1 0 0,48-15 0,-12 4 0,108-26-303,85-16-241,214-51 544,-420 93-61,-33 11-30,1-2-1,-1-1 1,-1 0-1,22-12 1,-32 13-6735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15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24575,'1'4'0,"0"-1"0,1 1 0,-1-1 0,1 0 0,0 0 0,-1 0 0,1 0 0,0 0 0,1 0 0,-1 0 0,1-1 0,3 4 0,0 1 0,18 19 0,1-1 0,1-1 0,1-2 0,57 37 0,-77-54 0,49 29 0,88 40 0,-7-10 0,17 8 0,-25-18 0,39 15 0,31 10 0,-142-55 0,-44-17 0,0-2 0,0 1 0,1-2 0,-1 1 0,1-2 0,17 3 0,-15-5 0,0 2 0,-1 0 0,1 0 0,-1 2 0,0 0 0,0 0 0,0 2 0,-1 0 0,1 0 0,12 10 0,16 9 218,-34-21-376,0 0-1,0 1 1,0-1 0,-1 2 0,1-1-1,-2 1 1,1 0 0,-1 1-1,8 9 1,-9-6-6668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16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0 24575,'2'78'0,"-4"84"0,-6-104 0,4-33 0,-2 28 0,6-44 35,-1-1-1,-1 1 0,0 0 1,0-1-1,-1 1 1,-3 8-1,-7 20-1640,10-25-5220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18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2 24575,'-54'-1'0,"-63"2"0,114-1 0,1 1 0,0-1 0,-1 1 0,1-1 0,0 1 0,-1 0 0,1 0 0,0 0 0,0 0 0,0 0 0,-1 0 0,1 1 0,1-1 0,-1 1 0,0-1 0,0 1 0,0 0 0,1 0 0,-1 0 0,1 0 0,0 0 0,0 0 0,-1 0 0,1 0 0,0 1 0,1-1 0,-1 0 0,0 0 0,1 1 0,-1 3 0,-1 8 0,1 0 0,1 0 0,0 0 0,2 19 0,0-2 0,-1-25 0,0-1 0,0 1 0,0-1 0,0 1 0,1-1 0,0 0 0,0 0 0,0 0 0,1 0 0,-1 0 0,1 0 0,1 0 0,-1-1 0,0 0 0,1 0 0,0 0 0,0 0 0,0 0 0,1-1 0,-1 0 0,7 4 0,12 5 0,-1 0 0,1-2 0,35 11 0,-28-10 0,-7-4 0,1-1 0,25 3 0,-28-5 0,0 0 0,-1 1 0,27 10 0,-42-12 0,-1-1 0,1 1 0,-1 0 0,1 0 0,-1 1 0,0-1 0,0 1 0,0 0 0,-1 0 0,1 0 0,-1 1 0,0-1 0,0 1 0,-1 0 0,0-1 0,1 1 0,-1 0 0,-1 1 0,1-1 0,-1 0 0,0 0 0,0 1 0,-1-1 0,1 0 0,-1 1 0,0-1 0,-1 1 0,1-1 0,-1 0 0,0 1 0,0-1 0,-1 0 0,0 0 0,0 0 0,0 0 0,0 0 0,-1 0 0,0-1 0,0 1 0,0-1 0,0 0 0,-1 0 0,-6 6 0,-2 1 0,0-1 0,-1 0 0,0-1 0,-1 0 0,0-2 0,0 1 0,-30 10 0,-54-5 0,29-7-1365,55-6-5461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20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226 1 24575,'-9'0'0,"0"2"0,1-1 0,0 1 0,-1 0 0,1 1 0,0 0 0,0 0 0,0 0 0,0 1 0,1 1 0,0-1 0,-1 1 0,2 0 0,-1 1 0,-8 9 0,5-6 0,1 1 0,1 1 0,-1-1 0,2 2 0,-1-1 0,2 1 0,0 0 0,0 0 0,-5 16 0,7-13 0,1 0 0,1 1 0,0-1 0,1 0 0,0 1 0,4 26 0,-3-39 0,0-1 0,1 0 0,-1 1 0,1-1 0,0 0 0,-1 0 0,1 0 0,0 0 0,0 1 0,1-1 0,-1-1 0,0 1 0,1 0 0,-1 0 0,1 0 0,0-1 0,-1 1 0,1-1 0,0 1 0,0-1 0,0 0 0,0 0 0,0 0 0,0 0 0,0 0 0,1 0 0,-1 0 0,4 0 0,-2 0 0,0-1 0,-1 0 0,1 0 0,0 0 0,0 0 0,0 0 0,-1-1 0,1 0 0,0 0 0,-1 0 0,1 0 0,-1 0 0,1-1 0,-1 1 0,1-1 0,5-4 0,-1-2 0,0 1 0,0-1 0,0 0 0,-1-1 0,-1 0 0,1 0 0,-1 0 0,-1-1 0,0 0 0,0 0 0,-1 0 0,0-1 0,-1 0 0,0 1 0,-1-1 0,0 0 0,0-15 0,-2 22 0,0 1 0,0 0 0,1 0 0,-1 0 0,1 0 0,0 0 0,0 0 0,1-4 0,-1 7 0,-1-1 0,1 1 0,-1-1 0,1 1 0,-1-1 0,1 1 0,-1-1 0,1 1 0,-1-1 0,1 1 0,0 0 0,-1-1 0,1 1 0,0 0 0,-1 0 0,1 0 0,0-1 0,-1 1 0,1 0 0,0 0 0,-1 0 0,1 0 0,0 0 0,0 0 0,-1 0 0,1 0 0,0 1 0,-1-1 0,1 0 0,0 0 0,-1 0 0,1 1 0,0-1 0,-1 0 0,1 1 0,-1-1 0,1 1 0,-1-1 0,1 1 0,-1-1 0,1 1 0,0 0 0,8 8 0,0-1 0,0 2 0,-1-1 0,0 1 0,-1 1 0,0-1 0,-1 1 0,0 1 0,6 16 0,-4-10 0,1-1 0,20 30 0,-12-20 0,-15-23 0,1 1 0,0 0 0,1 0 0,-1-1 0,1 0 0,5 6 0,-7-9 0,0 0 0,0 1 0,0-1 0,0-1 0,0 1 0,0 0 0,0 0 0,0-1 0,0 1 0,0-1 0,0 0 0,0 0 0,0 0 0,1 0 0,-1 0 0,0 0 0,0 0 0,0 0 0,0-1 0,0 0 0,3 0 0,-1-1-151,0 1-1,0-1 0,0 0 0,0 0 1,-1 0-1,1-1 0,-1 1 1,6-7-1,0 0-6674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20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 24575,'1'1'0,"0"-1"0,0 1 0,0-1 0,0 0 0,0 1 0,0 0 0,0-1 0,-1 1 0,1-1 0,0 1 0,0 0 0,-1 0 0,1-1 0,-1 1 0,1 0 0,-1 0 0,1 0 0,-1 0 0,1 0 0,0 2 0,9 24 0,-8-21 0,13 33 0,-8-24 0,-2-1 0,0 1 0,5 24 0,-10-39 0,1 4 0,-1 0 0,1-1 0,0 1 0,0-1 0,0 1 0,0-1 0,3 5 0,-2-11 0,-1 0 0,0-1 0,0 1 0,-1-1 0,1 0 0,-1-4 0,0 8 0,4-17 0,0 0 0,1 0 0,0 1 0,16-30 0,6-21 0,-27 66 0,1-1 0,0 0 0,-1 1 0,1-1 0,0 1 0,-1-1 0,1 1 0,0 0 0,0-1 0,0 1 0,0 0 0,1 0 0,-1-1 0,0 1 0,0 0 0,1 0 0,-1 0 0,1 1 0,-1-1 0,0 0 0,1 0 0,0 1 0,-1-1 0,1 1 0,-1-1 0,1 1 0,0 0 0,-1 0 0,1 0 0,0 0 0,-1 0 0,1 0 0,0 0 0,1 1 0,0-1 0,1 1 0,-1 0 0,0 1 0,0-1 0,0 0 0,0 1 0,0 0 0,0-1 0,0 1 0,0 0 0,-1 1 0,1-1 0,-1 0 0,0 1 0,0-1 0,3 4 0,12 23 0,-2 1 0,-1 0 0,12 35 0,-25-62 0,0 1 0,1 0 0,-1-1 0,1 1 0,0-1 0,0 0 0,0 0 0,4 5 0,-6-8 0,1 0 0,-1 1 0,0-1 0,1 0 0,-1 0 0,1 1 0,-1-1 0,1 0 0,-1 0 0,0 0 0,1 1 0,-1-1 0,1 0 0,-1 0 0,1 0 0,-1 0 0,1 0 0,-1 0 0,1 0 0,-1 0 0,0 0 0,1 0 0,-1 0 0,1 0 0,-1 0 0,2-1 0,-1 0 0,0 0 0,0 0 0,0 0 0,0 0 0,0 0 0,0 0 0,0 0 0,-1 0 0,1-1 0,0 1 0,0 0 0,-1-1 0,1-1 0,2-3 0,0 0 0,0 0 0,0 0 0,0 0 0,1 1 0,0 0 0,0-1 0,1 1 0,-1 1 0,1-1 0,0 1 0,7-5 0,-9 7 0,-1 1 0,1-1 0,0 1 0,0 0 0,0 0 0,0 0 0,1 0 0,-1 1 0,0-1 0,0 1 0,0 0 0,1 0 0,-1 0 0,0 0 0,0 0 0,1 1 0,-1-1 0,0 1 0,0 0 0,0 0 0,0 0 0,0 1 0,0-1 0,0 1 0,-1-1 0,6 5 0,-2-1-124,0 0 0,-1 0 0,0 1 0,0-1 0,0 1 0,0 1-1,-1-1 1,0 1 0,0-1 0,5 15 0,-4-11-6702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21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24575,'1'1'0,"1"-1"0,-1 1 0,0-1 0,1 1 0,-1 0 0,0 0 0,0 0 0,1 0 0,-1 0 0,0 0 0,0 0 0,0 0 0,0 0 0,0 0 0,-1 0 0,1 1 0,1 1 0,13 26 0,-15-28 0,11 26 0,-1 1 0,-2 1 0,-1-1 0,7 50 0,18 116 0,-26-146 0,7 118 0,-12-133 0,6 36 0,2 30 0,-10-48 0,2 39 0,-1-89 0,0 0 0,0 0 0,0 0 0,0 0 0,0 0 0,0 0 0,1 0 0,-1 0 0,0 0 0,0 0 0,1 0 0,-1 0 0,1-1 0,-1 1 0,1 0 0,-1 0 0,1 0 0,1 0 0,-2-1 0,1 0 0,-1 0 0,1-1 0,-1 1 0,1 0 0,-1-1 0,1 1 0,-1-1 0,0 1 0,1-1 0,-1 1 0,1-1 0,-1 1 0,0-1 0,0 1 0,1-1 0,-1 1 0,0-1 0,0 1 0,0-1 0,1 0 0,-1 1 0,0-1 0,0 1 0,0-1 0,0 0 0,0 1 0,0-1 0,0 1 0,-1-2 0,3-36 0,-2 0 0,-2 0 0,-1 1 0,-11-51 0,6 39 0,-3-95-1365,7 117-5461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21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35 24575,'0'0'0,"1"-1"0,-1 0 0,0 0 0,1 1 0,-1-1 0,1 0 0,-1 0 0,1 1 0,-1-1 0,1 1 0,0-1 0,-1 0 0,1 1 0,0-1 0,-1 1 0,1-1 0,0 1 0,0 0 0,0-1 0,0 1 0,23-9 0,-18 7 0,0 0 0,1-1 0,-1 2 0,1-1 0,-1 1 0,1 0 0,0 0 0,0 1 0,0 0 0,-1 0 0,1 1 0,10 1 0,-14-1 0,0 0 0,0 0 0,0 0 0,0 0 0,0 1 0,-1-1 0,1 1 0,0 0 0,-1-1 0,0 1 0,1 0 0,-1 0 0,0 1 0,0-1 0,0 0 0,0 1 0,0-1 0,-1 1 0,1 0 0,-1 0 0,0-1 0,0 1 0,0 0 0,0 0 0,0 0 0,-1 0 0,1 4 0,2 31 0,-3 0 0,-4 49 0,3-79 0,0 0 0,-1 1 0,0-1 0,-1 0 0,1 0 0,-2 0 0,1-1 0,-1 1 0,0-1 0,0 0 0,-1 0 0,-9 11 0,6-9 0,-1 0 0,0-1 0,-1 0 0,0 0 0,0-1 0,0-1 0,-1 1 0,-12 4 0,16-8 0,0 0 0,0-1 0,-1 0 0,1 0 0,0-1 0,-1 0 0,1 0 0,-10-1 0,15 0 0,-1 0 0,0 0 0,0-1 0,0 1 0,0-1 0,0 0 0,0 0 0,1 0 0,-1 0 0,0 0 0,1 0 0,-1-1 0,1 1 0,-1-1 0,1 0 0,0 0 0,0 0 0,0 0 0,0 0 0,0 0 0,0-1 0,0 1 0,-1-4 0,-36-65-1365,32 58-5461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21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24575,'12'198'0,"-11"-181"0,13 230 0,-6 114 56,-10-229-1477,2-117-5405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22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0 154 24575,'32'0'0,"5"-1"0,0 2 0,63 9 0,-77-6 0,0-1 0,0-1 0,1-2 0,35-2 0,-57 2 0,0-1 0,-1 1 0,1 0 0,0-1 0,-1 1 0,1-1 0,-1 0 0,1 1 0,-1-1 0,0 0 0,1 0 0,-1 0 0,0 0 0,1 0 0,-1 0 0,0 0 0,0-1 0,0 1 0,0 0 0,1-3 0,0 1 0,-1 0 0,0 0 0,0 0 0,0-1 0,0 1 0,0 0 0,0-1 0,-1 1 0,0-7 0,1 6 0,-1 0 0,-1 0 0,1 0 0,0 0 0,-1 1 0,0-1 0,0 0 0,0 0 0,-1 0 0,1 1 0,-1-1 0,0 1 0,1-1 0,-2 1 0,1 0 0,0-1 0,-1 1 0,-3-3 0,-2 1 0,0 0 0,-1 0 0,0 1 0,0 0 0,0 0 0,0 1 0,0 1 0,-1-1 0,-16-1 0,21 4 0,1 0 0,-1 0 0,1 0 0,-1 1 0,0-1 0,1 1 0,-1 0 0,1 0 0,-1 1 0,1-1 0,0 1 0,0 0 0,-1 0 0,1 1 0,1-1 0,-1 1 0,0 0 0,1 0 0,-1 0 0,1 0 0,0 1 0,-4 5 0,2-2 0,1 1 0,1-1 0,-1 1 0,1 0 0,1 0 0,-1 1 0,1-1 0,1 0 0,-2 14 0,2 1 0,1 0 0,3 30 0,-3-49 0,1 0 0,-1 0 0,1-1 0,0 1 0,0 0 0,1-1 0,-1 1 0,1 0 0,0-1 0,0 0 0,0 1 0,0-1 0,0 0 0,1 0 0,-1 0 0,1-1 0,0 1 0,0-1 0,0 1 0,0-1 0,0 0 0,1 0 0,-1 0 0,1-1 0,-1 1 0,1-1 0,0 0 0,6 1 0,8 2 0,1-2 0,1 0 0,-1-2 0,31-2 0,-15 1 0,2 1 0,-10 1 0,-1-2 0,34-5 0,-51 5 0,-1-1 0,0 0 0,0-1 0,0 0 0,0 0 0,0-1 0,-1 0 0,1 0 0,-1-1 0,0 0 0,8-7 0,-8 5 42,2 0-277,0-2 1,0 1-1,-1-1 1,0-1-1,6-10 1,-7 8-6592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23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 0 24575,'10'218'0,"7"-52"0,-12-122 0,-2 0 0,-5 63 0,3 48 0,3-134 0,3 15 0,-7-35 0,0 0 0,0 0 0,0 0 0,0 0 0,0 0 0,-1 0 0,1 0 0,0 0 0,0 0 0,-1 0 0,1 0 0,-1 0 0,1 0 0,-1 0 0,1 0 0,-1 0 0,1-1 0,-1 1 0,0 0 0,1 0 0,-1-1 0,0 1 0,0 0 0,0-1 0,1 1 0,-1 0 0,-2 0 0,2-1 0,0 0 0,1 0 0,-1 0 0,0 0 0,0 0 0,0 0 0,0 0 0,0 0 0,0-1 0,0 1 0,0 0 0,0 0 0,0-1 0,0 1 0,0-1 0,1 1 0,-1-1 0,0 1 0,0-1 0,0 1 0,1-1 0,-1 0 0,0 1 0,1-1 0,-1 0 0,0-1 0,-18-27 0,11 18 0,-74-103 0,80 112 0,0 0 0,0 0 0,-1 0 0,1 0 0,0 0 0,-1 1 0,1-1 0,-1 1 0,0 0 0,0-1 0,1 1 0,-1 0 0,0 1 0,0-1 0,0 0 0,0 1 0,0 0 0,0-1 0,0 1 0,0 0 0,0 1 0,0-1 0,0 0 0,0 1 0,0 0 0,1 0 0,-1 0 0,0 0 0,0 0 0,1 0 0,-1 1 0,0-1 0,1 1 0,0 0 0,-1 0 0,1 0 0,0 0 0,0 0 0,0 0 0,0 1 0,0-1 0,1 1 0,-1-1 0,1 1 0,-1-1 0,1 1 0,0 0 0,0 0 0,-1 4 0,0 4 0,1 0 0,0 0 0,0 0 0,1 0 0,0 0 0,1 0 0,0-1 0,1 1 0,6 20 0,-7-29 0,0 0 0,1 0 0,-1 0 0,1-1 0,-1 1 0,1 0 0,0-1 0,-1 1 0,1-1 0,0 0 0,0 1 0,0-1 0,0 0 0,1 0 0,-1-1 0,0 1 0,0 0 0,0-1 0,1 1 0,-1-1 0,4 1 0,8-1 0,-1 1 0,23-3 0,-15 0 0,31 1-1365,-37 1-5461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28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564 1 24575,'-71'-1'0,"-79"3"0,62 14 0,83-15 0,-1 1 0,0 0 0,1 0 0,-1 0 0,1 1 0,-1 0 0,1 0 0,0 0 0,0 0 0,1 1 0,-9 8 0,-3 5 0,-24 32 0,27-32 0,-4 3 0,2 2 0,1 0 0,-23 47 0,30-54 0,2 1 0,0-1 0,1 1 0,0 0 0,2 0 0,0 0 0,0 28 0,2-29 0,-1-1 0,2-1 0,-1 1 0,2-1 0,3 15 0,-4-24 0,0 0 0,1 0 0,-1 0 0,1 0 0,0 0 0,0 0 0,0-1 0,1 1 0,-1-1 0,1 0 0,0 1 0,0-1 0,0-1 0,1 1 0,-1 0 0,0-1 0,6 3 0,72 35 0,-71-35 0,1-1 0,0-1 0,1 0 0,-1-1 0,20 3 0,43 2 0,19 2 0,-40-8 0,86-3 0,-122-1-1365,-3 0-5461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28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7 24575,'-1'0'0,"0"1"0,0-1 0,0 1 0,0-1 0,0 1 0,0-1 0,0 1 0,0 0 0,0-1 0,1 1 0,-1 0 0,0 0 0,0 0 0,1 0 0,-1 0 0,1-1 0,-2 3 0,-9 20 0,10-21 0,-4 9 0,-5 11 0,-10 32 0,18-48 0,0 0 0,1 0 0,0 0 0,0 0 0,1-1 0,-1 1 0,1 0 0,1 0 0,-1 0 0,1 0 0,2 8 0,-3-12 0,1 0 0,0 0 0,0 0 0,0 0 0,0 0 0,0 0 0,0-1 0,0 1 0,1 0 0,-1-1 0,1 1 0,-1 0 0,1-1 0,0 0 0,-1 1 0,1-1 0,0 0 0,0 0 0,4 2 0,-2-2 0,-1-1 0,1 1 0,0 0 0,-1-1 0,1 0 0,0 0 0,-1 0 0,1 0 0,0 0 0,0-1 0,3-1 0,-1 1 0,0-1 0,0 0 0,-1 0 0,1-1 0,-1 0 0,1 1 0,-1-2 0,0 1 0,0-1 0,0 0 0,-1 0 0,1 0 0,-1 0 0,5-7 0,32-65 0,-37 69 49,-1 1 0,-1-1 0,1 1-1,-1-1 1,0 0 0,1-12 0,-2 16-150,-1-1 1,1 1-1,-1 0 1,0-1 0,0 1-1,0 0 1,-1 0-1,1-1 1,-1 1 0,0 0-1,0 0 1,0 0 0,0 0-1,0 0 1,-1 0-1,-2-4 1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29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24575,'2'18'0,"0"-1"0,1 0 0,0 0 0,2-1 0,0 1 0,8 16 0,0 3 0,8 27 0,-21-110 0,1 17 0,-3-2 0,1 22 0,0 1 0,1-1 0,0 0 0,1 0 0,0 1 0,0-1 0,3-11 0,-3 20 0,-1 0 0,0 0 0,1 0 0,-1 0 0,1 0 0,-1 0 0,1 0 0,0 0 0,-1 1 0,1-1 0,0 0 0,0 0 0,-1 0 0,1 1 0,0-1 0,0 0 0,0 1 0,0-1 0,0 1 0,0-1 0,0 1 0,0-1 0,0 1 0,0 0 0,0 0 0,2-1 0,-1 1 0,1 1 0,-1-1 0,0 1 0,0-1 0,1 1 0,-1 0 0,0-1 0,0 1 0,0 0 0,1 1 0,2 1 0,5 5 0,-1-1 0,0 2 0,13 13 0,-17-16 0,-1 1 0,1-1 0,-1 1 0,5 11 0,-1-2 0,-8-15 0,1-1 0,-1 0 0,0 1 0,1-1 0,-1 0 0,1 1 0,-1-1 0,0 0 0,1 1 0,-1-1 0,1 0 0,-1 0 0,1 0 0,-1 0 0,1 1 0,-1-1 0,1 0 0,-1 0 0,1 0 0,-1 0 0,1 0 0,-1 0 0,1 0 0,0 0 0,-1 0 0,1-1 0,-1 1 0,1 0 0,-1 0 0,1 0 0,-1-1 0,0 1 0,1 0 0,-1 0 0,1-1 0,-1 1 0,1 0 0,-1-1 0,0 1 0,1 0 0,-1-1 0,0 1 0,1-1 0,-1 1 0,0-1 0,22-25 0,-18 21 0,48-60 0,-51 62 0,1 1 0,0-1 0,0 1 0,0-1 0,0 1 0,0 0 0,1 0 0,-1 0 0,1 1 0,-1-1 0,1 0 0,0 1 0,0 0 0,0-1 0,-1 1 0,1 0 0,0 1 0,0-1 0,1 0 0,-1 1 0,0 0 0,0 0 0,0 0 0,0 0 0,0 0 0,0 0 0,0 1 0,0 0 0,0-1 0,0 1 0,0 0 0,0 1 0,0-1 0,0 0 0,-1 1 0,1-1 0,-1 1 0,1 0 0,-1 0 0,1 0 0,-1 0 0,0 1 0,0-1 0,0 1 0,0-1 0,-1 1 0,2 3 0,5 5 0,-1 0 0,19 21 0,-23-29 0,18 32-1365,-15-25-5461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30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0 103 24575,'3'1'0,"0"-1"0,-1 0 0,1 1 0,0 0 0,0-1 0,-1 1 0,1 0 0,-1 0 0,1 1 0,-1-1 0,1 0 0,-1 1 0,0 0 0,0-1 0,1 1 0,-1 0 0,0 0 0,-1 0 0,1 1 0,3 3 0,2 6 0,0 1 0,-1-1 0,5 16 0,5 9 0,-13-81 0,-3 40 0,0-18 0,0 1 0,5-30 0,-4 46 0,0-1 0,0 0 0,1 0 0,0 1 0,0-1 0,0 1 0,1 0 0,0 0 0,0 0 0,0 0 0,0 0 0,1 0 0,8-7 0,-11 11 0,0 0 0,1-1 0,-1 1 0,1 0 0,-1 0 0,1 0 0,0 0 0,-1 1 0,1-1 0,0 0 0,0 1 0,-1-1 0,1 1 0,0-1 0,0 1 0,0 0 0,0 0 0,0 0 0,-1 0 0,4 1 0,-2 0 0,-1-1 0,1 2 0,-1-1 0,0 0 0,1 0 0,-1 1 0,0-1 0,0 1 0,0 0 0,0 0 0,0 0 0,3 3 0,2 5 0,0 1 0,-1 0 0,0 0 0,7 21 0,15 28 0,-27-59 0,-1 0 0,0-1 0,0 1 0,0 0 0,0 0 0,1 0 0,-1-1 0,0 1 0,1 0 0,-1-1 0,1 1 0,-1 0 0,1-1 0,-1 1 0,1 0 0,-1-1 0,1 1 0,0-1 0,-1 1 0,1-1 0,0 1 0,-1-1 0,1 0 0,0 1 0,0-1 0,-1 0 0,1 1 0,0-1 0,0 0 0,-1 0 0,1 0 0,0 0 0,0 0 0,0 0 0,0 0 0,-1 0 0,1 0 0,0 0 0,0 0 0,0 0 0,-1-1 0,1 1 0,0 0 0,0-1 0,-1 1 0,1 0 0,0-1 0,-1 1 0,1-1 0,0 1 0,0-2 0,6-4 0,-1 0 0,0-1 0,0 1 0,5-10 0,1 1 0,-6 9 0,0 0 0,1 0 0,-1 1 0,1 0 0,0 0 0,0 1 0,1 0 0,-1 0 0,1 0 0,0 1 0,0 1 0,0-1 0,0 1 0,0 1 0,1-1 0,-1 1 0,0 1 0,1-1 0,8 2 0,-13 0 0,-1-1 0,0 1 0,0 0 0,0 1 0,0-1 0,0 0 0,0 1 0,0 0 0,0-1 0,-1 1 0,1 0 0,4 5 0,29 35 0,-15-16 0,-17-21 29,-1-1-1,1 1 1,-1 0-1,0 0 0,0 1 1,0-1-1,-1 0 1,1 1-1,-2 0 1,1 0-1,1 6 1,-1 4-598,0 1 0,-2 28 0,0-30-6257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30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24575,'3'0'0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37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635 2 24575,'-66'-1'0,"-73"2"0,118 3 0,1 0 0,0 1 0,0 1 0,1 1 0,-34 17 0,-15 5 0,59-25 0,0 1 0,1 0 0,-1 0 0,1 1 0,1 0 0,-1 0 0,1 1 0,-9 11 0,-7 4 0,17-15 0,-1 0 0,2 0 0,-1 0 0,1 1 0,0-1 0,0 1 0,1 1 0,-6 16 0,2 1 0,-8 45 0,3-6 0,1 2 0,11-61 0,0 1 0,1-1 0,0 1 0,0-1 0,1 0 0,0 1 0,0-1 0,3 9 0,-3-13 0,0 0 0,0 0 0,0 0 0,1 0 0,-1 0 0,1 0 0,-1 0 0,1-1 0,0 1 0,0-1 0,0 1 0,0-1 0,0 0 0,0 1 0,0-1 0,0 0 0,3 1 0,5 1 0,0-1 0,19 3 0,-2 0 0,3 0 0,0-1 0,0-2 0,1-1 0,36-3 0,-2 0 0,-3 3 0,-29 1 0,1-2 0,-1-2 0,1 0 0,-1-3 0,37-8 0,32-6 0,-100 18-32,0 1 1,0-1-1,0 0 0,0 0 0,0 0 1,-1 0-1,1 0 0,0 0 0,0-1 1,-1 1-1,1 0 0,-1-1 0,1 0 1,-1 1-1,0-1 0,1 0 0,-1 1 1,0-1-1,0 0 0,0 0 0,-1 0 1,1 0-1,0 0 0,-1 0 0,1 0 1,-1-1-1,0 1 0,1 0 0,-1 0 1,0 0-1,-1 0 0,1 0 0,0 0 1,0-1-1,-1 1 0,0 0 0,1 0 1,-1 0-1,0 0 0,0 0 0,0 1 1,-1-4-1,-6-6-6794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38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24575,'582'0'-1365,"-568"0"-5461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41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24575,'3'0'0,"-1"0"0,1 0 0,0 0 0,-1 1 0,1-1 0,-1 1 0,1-1 0,-1 1 0,0 0 0,1 0 0,-1 0 0,0 0 0,0 1 0,1-1 0,-1 1 0,0-1 0,0 1 0,1 1 0,0 1 0,-1-1 0,1 1 0,-1-1 0,0 1 0,-1 0 0,1 0 0,0 0 0,-1 0 0,0 0 0,1 6 0,8 63 0,-6-39 0,8 33 0,-9-49 0,0 0 0,-1 0 0,-1 19 0,1 8 0,-2-44 13,0 1 1,0-1-1,1 1 0,-1-1 0,0 1 0,1-1 0,-1 0 0,1 1 0,-1-1 1,1 1-1,0-1 0,0 0 0,0 0 0,-1 1 0,1-1 0,0 0 0,0 0 1,1 0-1,-1 0 0,0 0 0,0 0 0,0 0 0,1-1 0,-1 1 0,3 1 1,0-1-258,1 0 0,0 0 0,0 0 0,0 0 1,0-1-1,7 0 0,3 0-6582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41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103 108 24575,'55'1'0,"60"-2"0,-113 0 0,0 1 0,0 0 0,-1-1 0,1 1 0,0-1 0,-1 1 0,1-1 0,-1 0 0,1 1 0,-1-1 0,1 0 0,-1 0 0,1 0 0,-1-1 0,0 1 0,1 0 0,-1 0 0,0-1 0,0 1 0,0 0 0,0-1 0,0 1 0,-1-1 0,1 0 0,0 1 0,-1-1 0,1 0 0,-1 1 0,1-1 0,-1 0 0,0 1 0,0-1 0,0 0 0,0 0 0,0 1 0,0-4 0,0 3 0,-1-1 0,1 1 0,0-1 0,-1 1 0,0-1 0,1 1 0,-1-1 0,0 1 0,0 0 0,-1 0 0,1-1 0,0 1 0,-1 0 0,1 0 0,-1 0 0,0 0 0,0 1 0,1-1 0,-1 0 0,0 1 0,-1-1 0,1 1 0,0 0 0,0-1 0,-3 0 0,-7 0 0,-1 0 0,0 0 0,1 1 0,-1 1 0,0 0 0,1 1 0,-1 0 0,-22 6 0,31-6 0,0 1 0,1 0 0,-1 0 0,1 0 0,0 0 0,-1 0 0,1 1 0,0-1 0,1 1 0,-1 0 0,0 0 0,-3 6 0,-25 45 0,24-41 0,4-7 0,-6 9 0,1 0 0,1 1 0,1 0 0,0 1 0,-7 33 0,13-46 0,-1-1 0,1 1 0,1 0 0,-1 0 0,0 0 0,1 0 0,0 0 0,0 0 0,0 0 0,1-1 0,-1 1 0,1 0 0,0-1 0,2 5 0,0-3 0,1 0 0,-1 0 0,1 0 0,0 0 0,0-1 0,0 1 0,10 5 0,4 0 0,1-1 0,0 0 0,0-2 0,25 7 0,-16-8 0,0-1 0,1-1 0,-1-2 0,1 0 0,0-3 0,32-3 0,-59 3 0,0 1 0,0-1 0,0 0 0,0 0 0,0-1 0,0 1 0,0-1 0,0 1 0,0-1 0,-1 0 0,1 0 0,-1 0 0,3-3 0,30-36 0,-14 15 0,-17 22-97,0-1-1,0 1 1,-1-1-1,1 0 1,-1 0-1,-1 0 1,1-1-1,-1 1 1,0-1-1,0 1 1,0-1-1,-1 0 0,1-6 1,-1-3-6729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42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1 136 24575,'1'1'0,"1"0"0,-1 0 0,1 0 0,-1 0 0,0 1 0,1-1 0,-1 0 0,0 1 0,0-1 0,0 1 0,0-1 0,0 1 0,-1 0 0,1-1 0,0 1 0,-1 0 0,1 1 0,2 4 0,45 113 0,-29-68 0,-15-42 0,-1 1 0,0 0 0,1 18 0,-6-66 0,4-57 0,-1 86 0,0 0 0,1 0 0,0 0 0,1 1 0,-1-1 0,1 0 0,1 1 0,0 0 0,0 0 0,8-11 0,5-4 0,36-33 0,-39 41 0,-4 4 0,1 1 0,0 0 0,0 1 0,1 0 0,1 1 0,-1 1 0,17-7 0,-21 10 0,0 0 0,0 0 0,0 1 0,1 0 0,-1 0 0,1 1 0,-1 0 0,1 1 0,-1 0 0,1 0 0,0 1 0,-1 0 0,10 3 0,-14-3 0,0 1 0,0 0 0,0 1 0,0-1 0,0 1 0,0-1 0,0 1 0,-1 0 0,0 1 0,4 3 0,30 43 0,-14-17 0,-9-15 0,-1 1 0,-1 1 0,-1 1 0,15 36 0,-7-26 0,-2-6 0,-16-23-65,0 0 0,0 0 0,0 0 0,1 0 0,-1-1 0,0 1 0,1 0 0,0-1 0,-1 1 0,1-1 0,0 0 0,0 0 0,-1 1 0,1-1 0,0 0 0,0-1 0,0 1 0,1 0 0,-1 0 0,4 0 0,6 1-6761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42.6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45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24575,'530'0'-1365,"-516"0"-5461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46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24575,'-1'73'0,"-1"-33"0,2 0 0,10 78 0,1-69 0,-6-31 0,-1 1 0,-1-1 0,2 34 0,-6 84-1365,1-122-5461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46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21 24575,'-13'0'0,"3"0"0,-1 0 0,0 0 0,-15 4 0,23-4 0,0 1 0,1 0 0,-1 0 0,0 0 0,1 0 0,-1 1 0,0-1 0,1 1 0,0-1 0,-1 1 0,1 0 0,0 0 0,0 0 0,0 0 0,0 0 0,0 0 0,-2 4 0,1-1 0,1 0 0,-1 0 0,1 0 0,0 1 0,0-1 0,1 0 0,-1 1 0,1 0 0,1-1 0,-1 1 0,1 8 0,0-12 0,0 0 0,1 0 0,-1 1 0,1-1 0,-1 0 0,1 0 0,0 0 0,0 0 0,0 0 0,0-1 0,0 1 0,0 0 0,0 0 0,1-1 0,-1 1 0,1-1 0,-1 1 0,1-1 0,0 1 0,-1-1 0,1 0 0,0 0 0,0 0 0,0 0 0,0 0 0,0 0 0,0-1 0,0 1 0,0-1 0,0 1 0,0-1 0,5 0 0,0 0 0,1 0 0,0 0 0,-1-1 0,1 0 0,-1-1 0,1 1 0,-1-1 0,0-1 0,0 0 0,0 0 0,0 0 0,0-1 0,0 0 0,9-7 0,-13 8 0,1 1 0,-1-1 0,0 1 0,-1-1 0,1 0 0,0 0 0,-1 0 0,0-1 0,1 1 0,-1 0 0,-1-1 0,1 0 0,0 1 0,-1-1 0,0 0 0,0 0 0,0 1 0,0-1 0,0 0 0,-1 0 0,0 0 0,0 0 0,0 0 0,0 0 0,-1 0 0,0 0 0,1 0 0,-1 0 0,-3-6 0,3 8 17,0 1 0,0-1 0,1 1 1,-2 0-1,1-1 0,0 1 0,0 0 0,0 0 0,0 0 0,-1 0 0,1 0 0,0 0 0,-1 0 0,1 0 0,-1 1 0,1-1 0,-1 0 0,0 1 1,-2-1-1,-32-2-1724,21 3-5119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46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24575,'0'0'0,"1"1"0,0-1 0,0 0 0,-1 1 0,1-1 0,0 1 0,0-1 0,-1 1 0,1-1 0,-1 1 0,1-1 0,0 1 0,-1 0 0,1-1 0,-1 1 0,1 0 0,-1-1 0,0 1 0,1 0 0,-1-1 0,0 1 0,0 0 0,1 0 0,-1 0 0,0-1 0,0 1 0,0 1 0,4 27 0,-4-26 0,8 69 0,-4-42 0,1 41 0,-4-58 0,0 0 0,6 23 0,1 21 0,-7-36 0,-1 8 0,9 58 0,-1-26 0,-9-173-1365,1 96-5461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47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51 24575,'0'-1'0,"1"0"0,-1 0 0,1 0 0,-1 0 0,1-1 0,0 2 0,-1-1 0,1 0 0,0 0 0,0 0 0,0 0 0,0 0 0,0 1 0,0-1 0,0 0 0,0 1 0,1-2 0,21-9 0,-9 6 0,1 1 0,0 0 0,0 0 0,0 2 0,26-2 0,-39 4 0,-1 0 0,1 0 0,-1 1 0,0-1 0,1 0 0,-1 1 0,1-1 0,-1 1 0,0-1 0,0 1 0,1 0 0,-1-1 0,0 1 0,0 0 0,0 0 0,1 0 0,-1 0 0,0 0 0,1 2 0,0 0 0,-1-1 0,0 1 0,1 0 0,-1 0 0,0-1 0,0 1 0,-1 0 0,1 0 0,0 4 0,0 5 0,-1 1 0,0 0 0,-3 19 0,2-30 0,0 3 0,0 0 0,-1 0 0,1 0 0,-1-1 0,0 1 0,-1-1 0,1 1 0,-1-1 0,1 0 0,-2 0 0,1 0 0,0 0 0,-4 3 0,-2 1 0,0-1 0,0 0 0,0 0 0,-18 9 0,22-13-76,-1-1 1,0 0-1,0 0 0,1-1 0,-1 0 0,0 0 0,0 0 0,0-1 1,0 1-1,0-1 0,0-1 0,0 1 0,0-1 0,0 0 1,0-1-1,0 1 0,-11-6 0,6-1-6750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47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24575,'2'0'0,"2"3"0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48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24575,'0'3'0,"0"4"0,0 4 0,0 2 0,0 3 0,0 0 0,0 2 0,0 0 0,0-1 0,0 1 0,0-1 0,0 1 0,0-1 0,0 0 0,0 0 0,0-3-8191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48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291 2 24575,'-37'0'0,"4"-1"0,-45 5 0,69-3 0,-1 1 0,0 0 0,0 0 0,0 1 0,1 1 0,0 0 0,0 0 0,-16 10 0,21-11 0,1 0 0,0 0 0,0 0 0,1 1 0,-1-1 0,1 1 0,-1 0 0,1 0 0,0 0 0,1 0 0,-1 0 0,1 0 0,-2 9 0,0-2 0,1 1 0,1-1 0,0 0 0,1 16 0,0-25 0,0 1 0,0-1 0,1 0 0,-1 1 0,1-1 0,0 0 0,0 1 0,0-1 0,0 0 0,0 0 0,0 0 0,0 0 0,1 0 0,-1 0 0,1 0 0,-1 0 0,1-1 0,0 1 0,0-1 0,0 1 0,0-1 0,0 1 0,0-1 0,0 0 0,0 0 0,0 0 0,1 0 0,-1-1 0,0 1 0,1-1 0,2 1 0,9 1 0,1-1 0,-1 0 0,0-2 0,19-1 0,-2 0 0,88 1-1365,-104 1-5461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49.3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0 24575,'-5'1'0,"1"0"0,-1 1 0,0-1 0,1 1 0,-1 0 0,1 0 0,-1 1 0,-6 4 0,-10 5 0,-4-1 0,4-2 0,-29 18 0,43-22 0,1-1 0,-1 1 0,1 0 0,1 1 0,-1-1 0,1 1 0,0 0 0,-5 9 0,5-9 0,1 1 0,0 0 0,1 0 0,-1 0 0,1 1 0,1-1 0,-3 11 0,5-16 0,0 1 0,-1-1 0,1 1 0,1-1 0,-1 1 0,0-1 0,1 1 0,-1-1 0,1 1 0,0-1 0,0 1 0,0-1 0,0 0 0,0 1 0,0-1 0,1 0 0,-1 0 0,1 0 0,-1 0 0,1 0 0,0 0 0,0 0 0,0-1 0,0 1 0,0-1 0,4 3 0,16 9 0,-7-5 0,-1 0 0,0 2 0,0-1 0,-1 2 0,0 0 0,-1 0 0,12 15 0,-24-25 6,1-1 0,0 1-1,-1 0 1,1-1 0,-1 1-1,1 0 1,-1 0 0,0-1-1,1 1 1,-1 0 0,0 0 0,0 0-1,1 0 1,-1 0 0,0-1-1,0 1 1,0 0 0,0 0-1,0 0 1,0 0 0,0 0-1,0 0 1,-1 0 0,1-1-1,0 1 1,0 0 0,-1 0 0,1 0-1,-1 1 1,-1-1 6,1 0 0,0 0 0,-1 0 1,0 0-1,1 0 0,-1 0 0,1 0 0,-1 0 1,0-1-1,0 1 0,0-1 0,1 1 0,-4-1 1,-2 1-257,-1 0 0,0-1 0,1 0 0,-1 0 1,1-1-1,-11-1 0,6-3-6582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49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1 24575,'2'123'0,"-4"133"0,-4-208 0,-15 65 0,0-4 0,19-84 0,0 44 0,3-162-1365,-1 77-5461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50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24575,'12'-1'0,"1"0"0,23-6 0,-23 4 0,0 0 0,19 0 0,-15 2 0,137 3 0,-151-2 0,-1 0 0,1 1 0,-1-1 0,1 1 0,-1 0 0,1 0 0,-1 0 0,0 0 0,0 0 0,1 0 0,-1 1 0,0-1 0,0 1 0,0 0 0,0-1 0,2 4 0,-1-1 0,0 0 0,-1 0 0,0 0 0,1 0 0,-2 1 0,1-1 0,0 1 0,1 5 0,0 8 0,-1 0 0,0-1 0,-2 31 0,0-44 0,-1 2 0,1-1 0,-1 1 0,0-1 0,-1 0 0,1 1 0,-1-1 0,0 0 0,0 0 0,-1 0 0,1 0 0,-1 0 0,0-1 0,0 1 0,-1-1 0,0 0 0,1 0 0,-1 0 0,-1-1 0,1 1 0,0-1 0,-1 0 0,0 0 0,1 0 0,-1-1 0,0 0 0,-1 0 0,1 0 0,-11 2 0,8-2 0,0 0 0,0 0 0,0 1 0,-10 5 0,13-6 0,1 1 0,-1-1 0,1 0 0,-1-1 0,0 1 0,0-1 0,0 0 0,0 0 0,0 0 0,0-1 0,-1 0 0,1 0 0,0 0 0,-8-1 0,3-5-1365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51.2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258 1 24575,'-2'0'0,"-19"-1"0,-1 2 0,-34 5 0,49-4 0,-1 0 0,0 0 0,1 1 0,0 0 0,0 0 0,0 1 0,0 0 0,0 0 0,1 1 0,-10 7 0,9-5 0,1 0 0,0 0 0,0 0 0,0 1 0,1 0 0,0 0 0,1 0 0,-1 0 0,2 1 0,-1 0 0,1 0 0,0 0 0,1 0 0,0 0 0,1 0 0,0 1 0,0-1 0,1 0 0,0 1 0,2 10 0,-2-19 0,1 1 0,-1 0 0,1 0 0,-1 0 0,1-1 0,0 1 0,0 0 0,0 0 0,0-1 0,0 1 0,0-1 0,0 1 0,1-1 0,-1 0 0,0 1 0,1-1 0,-1 0 0,1 0 0,-1 0 0,1 0 0,0 0 0,-1 0 0,1 0 0,0-1 0,0 1 0,0-1 0,0 1 0,-1-1 0,1 0 0,2 1 0,9 0 0,0-1 0,0 0 0,20-2 0,-10 0 0,9 2 0,-18 0 0,0 0 0,27-4 0,-37 3 0,0 0 0,0 0 0,0 0 0,0-1 0,0 1 0,0-1 0,0 0 0,-1 0 0,1-1 0,-1 1 0,1-1 0,-1 0 0,5-6 0,-3 3 0,0 0 0,0-1 0,-1 0 0,0 0 0,0 0 0,-1 0 0,0-1 0,0 0 0,1-8 0,-1 0 0,-1 0 0,0 0 0,-2-26 0,0 39 0,0 0 0,1 0 0,-1 0 0,1 0 0,0 0 0,-1 0 0,1 0 0,1 0 0,-1 0 0,0 0 0,1 0 0,3-5 0,-5 8 0,1-1 0,0 0 0,0 0 0,0 0 0,-1 1 0,1-1 0,0 0 0,0 1 0,0-1 0,0 1 0,0-1 0,0 1 0,0-1 0,0 1 0,0 0 0,1 0 0,-1-1 0,0 1 0,0 0 0,0 0 0,0 0 0,0 0 0,0 0 0,1 0 0,-1 1 0,0-1 0,0 0 0,0 1 0,0-1 0,0 0 0,0 1 0,0-1 0,0 1 0,0 0 0,0-1 0,0 1 0,0 0 0,-1-1 0,1 1 0,1 1 0,5 5 0,-1 0 0,0 1 0,0 0 0,0 0 0,8 17 0,12 18 0,-17-29 0,0 1 0,10 21 0,11 19 0,-27-51-68,1 0 0,-1-1-1,1 1 1,0-1 0,0 0 0,1 0-1,-1-1 1,0 1 0,1-1 0,0 0-1,-1 0 1,1-1 0,0 1 0,0-1-1,0 0 1,0 0 0,0-1-1,0 1 1,6-1 0,3 0-6758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51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1 24575,'-9'1'0,"-1"0"0,1 1 0,-1 1 0,1-1 0,0 1 0,0 1 0,0 0 0,1 0 0,-1 1 0,1 0 0,-11 8 0,-17 9 0,29-18 0,1 1 0,-1-1 0,1 1 0,0 1 0,0-1 0,1 1 0,0 0 0,0 0 0,0 1 0,0-1 0,1 1 0,0 0 0,-5 14 0,8-17 0,-1 0 0,1 1 0,0-1 0,0 1 0,0 0 0,1-1 0,0 1 0,0 0 0,0-1 0,0 1 0,1-1 0,-1 1 0,1 0 0,0-1 0,1 1 0,-1-1 0,1 0 0,0 1 0,0-1 0,0 0 0,1 0 0,0 0 0,-1-1 0,7 7 0,2-1 0,0 0 0,1-1 0,0-1 0,0 0 0,1-1 0,-1 0 0,28 8 0,8 5 0,-38-15 0,0-1 0,0-1 0,-1 0 0,2 0 0,-1-1 0,17 0 0,62-5 0,-75 1-1365,-3-1-5461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52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40 139 24575,'49'2'0,"-31"-1"0,1 0 0,0-1 0,0-1 0,25-5 0,-36 4 0,-1-1 0,0 0 0,0 0 0,0-1 0,0 1 0,8-7 0,-13 9 0,0 0 0,0-1 0,-1 1 0,1 0 0,0-1 0,-1 1 0,1-1 0,-1 0 0,1 1 0,-1-1 0,0 0 0,1 0 0,-1 0 0,0 0 0,-1 0 0,1 0 0,0 0 0,0 0 0,-1 0 0,0-1 0,1 1 0,-1 0 0,0 0 0,0 0 0,0-5 0,-1 6 0,0-1 0,1 1 0,-1 0 0,0 0 0,0-1 0,0 1 0,0 0 0,0 0 0,-1 0 0,1 0 0,0 0 0,0 0 0,-1 0 0,1 0 0,0 1 0,-1-1 0,1 1 0,-2-1 0,-34-10 0,17 6 0,3-1 0,0 2 0,0 0 0,-1 1 0,1 1 0,-1 1 0,1 0 0,-36 4 0,51-3 0,1 0 0,-1 1 0,0-1 0,0 1 0,0 0 0,1-1 0,-1 1 0,0 0 0,1 0 0,-1 0 0,1 0 0,-1 1 0,1-1 0,0 0 0,-1 0 0,1 1 0,0-1 0,0 1 0,0-1 0,0 1 0,0 0 0,0-1 0,1 1 0,-1 0 0,0 0 0,1-1 0,0 1 0,-1 0 0,1 0 0,0 3 0,-1 7 0,0 1 0,1 0 0,3 19 0,-2-8 0,-1-19 0,1 0 0,-1 1 0,1-1 0,0 0 0,1 1 0,-1-1 0,1 0 0,0 0 0,3 5 0,1 1 0,1-1 0,15 16 0,-22-25 0,6 6 0,0 0 0,1 0 0,0 0 0,1 0 0,10 7 0,-13-12 0,0 1 0,0-1 0,1 1 0,-1-2 0,0 1 0,1 0 0,-1-1 0,1 0 0,-1-1 0,11 1 0,17-2 250,-24 0-519,1 1 0,-1-1-1,1 2 1,0 0 0,9 1 0,-8 2-6557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36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89 24575,'397'-19'-137,"-354"14"-231,312-37 15,-302 32 442,-40 6-163,0 1-1,0 1 1,0 0-1,1 1 0,-1 0 1,1 1-1,15 2 1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36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24575,'0'2'0,"-1"23"0,1 0 0,2 1 0,0-1 0,12 46 0,-8-47 0,2 0 0,1-1 0,12 24 0,-14-33 40,-1-1 0,0 2 0,-1-1 0,-1 1 0,-1 0-1,0 0 1,1 16 0,0 108-724,-5-88-316,1-37-5826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37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120 174 24575,'-5'1'0,"1"0"0,0 0 0,0 0 0,-1 0 0,1 1 0,0 0 0,0-1 0,0 2 0,0-1 0,1 0 0,-1 1 0,1-1 0,-1 1 0,1 0 0,-5 6 0,2-2 0,-1 0 0,2 1 0,-1 0 0,1 0 0,0 0 0,-5 12 0,9-16 0,-1 1 0,0 0 0,1-1 0,0 1 0,0 0 0,1 0 0,-1 0 0,1 9 0,0-12 0,1-1 0,-1 1 0,0-1 0,1 1 0,-1-1 0,1 1 0,-1-1 0,1 1 0,0-1 0,-1 1 0,1-1 0,0 0 0,0 1 0,0-1 0,0 0 0,1 0 0,-1 0 0,0 0 0,0 0 0,1 0 0,-1 0 0,0 0 0,1 0 0,-1-1 0,1 1 0,-1-1 0,1 1 0,-1-1 0,1 1 0,1-1 0,7 2 0,0-1 0,0 0 0,0-1 0,-1 0 0,1 0 0,0-1 0,0-1 0,0 1 0,-1-2 0,1 1 0,12-6 0,-15 4 0,0 1 0,0-1 0,0 0 0,0-1 0,-1 0 0,0 0 0,0 0 0,0-1 0,0 0 0,-1 0 0,0 0 0,-1-1 0,1 1 0,4-11 0,-2 2 0,-1 0 0,-1 0 0,0 0 0,-1-1 0,-1 0 0,0 0 0,-1 0 0,-1 0 0,0 0 0,-1 0 0,-3-19 0,3 33 18,0 0 0,-1-1 0,1 1 0,-1 0 0,1 0 0,-1 0 0,0-1 0,0 1 0,0 0 0,0 0 0,0 0 0,-1 0 0,1 1 0,0-1 0,-1 0 0,1 0 0,-1 1 0,-2-3 0,1 3-174,0-1 1,-1 0 0,1 1 0,0-1 0,-1 1 0,1 0 0,-1 0-1,1 1 1,-1-1 0,-6 0 0,-5 1-6671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56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24575,'3'66'0,"3"1"0,23 109 0,-16-100 0,5 134 0,-17 80 0,-3-133 0,0-114 0,-8 47 0,5-54 0,5-33 0,-1 1 0,1-1 0,-1 0 0,0-1 0,1 1 0,-1 0 0,-1 0 0,1 0 0,-2 4 0,1-10 0,1 1 0,0 0 0,0-1 0,0 1 0,0-1 0,0 1 0,1-1 0,-1-3 0,-6-36-455,2-1 0,2-71 0,3 92-6371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57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24575,'21'-1'0,"0"-1"0,-1-1 0,29-8 0,-29 6 0,1 1 0,-1 0 0,31 0 0,-38 3 0,-7 1 0,1 0 0,-1 0 0,0 0 0,0 1 0,8 2 0,-12-3 0,0 1 0,-1-1 0,1 1 0,-1 0 0,0 0 0,1-1 0,-1 1 0,0 0 0,1 0 0,-1 0 0,0 1 0,0-1 0,0 0 0,0 0 0,0 1 0,0-1 0,0 0 0,0 1 0,0-1 0,-1 1 0,1-1 0,-1 1 0,1 0 0,-1-1 0,1 3 0,0 6 0,0 0 0,0 1 0,-1-1 0,0 1 0,-1-1 0,0 1 0,-1-1 0,0 0 0,-4 12 0,5-18 0,0 0 0,0-1 0,-1 1 0,0 0 0,0-1 0,0 1 0,0-1 0,0 1 0,-1-1 0,1 0 0,-1 0 0,0 0 0,0 0 0,0 0 0,-1-1 0,1 0 0,0 1 0,-1-1 0,0 0 0,1-1 0,-1 1 0,0-1 0,0 0 0,0 0 0,-7 2 0,10-3-80,-1 0 0,1 0-1,0 0 1,-1 0 0,1-1-1,0 1 1,0 0 0,-1 0-1,1-1 1,0 1 0,0-1 0,0 1-1,-1-1 1,1 0 0,0 1-1,-1-2 1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57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24575,'3'0'0,"4"0"0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57.7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24575,'6'28'0,"0"-7"0,4 23 0,-6-31 0,-1 0 0,2 23 0,-5-32 34,0 0 1,0 0-1,1 1 0,0-1 0,0 0 0,0 0 0,0 0 0,1 0 0,2 5 1,-3-8-121,0 1 1,0 0 0,1-1-1,-1 1 1,1-1 0,-1 1-1,1-1 1,0 0 0,0 0-1,0 1 1,-1-1 0,1 0-1,0-1 1,0 1 0,0 0-1,0-1 1,0 1 0,1-1-1,3 1 1,7 0-6741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58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0 24575,'-38'30'0,"31"-26"0,1 0 0,0 1 0,0-1 0,0 1 0,1 1 0,0-1 0,0 1 0,-7 10 0,8-10 0,1 1 0,0 0 0,0-1 0,1 1 0,0 0 0,0 0 0,0 0 0,1 0 0,0 1 0,0-1 0,1 0 0,1 12 0,-1-15 0,1-1 0,0 0 0,0 1 0,0-1 0,0 0 0,0 0 0,1 0 0,-1 0 0,1 0 0,0 0 0,0-1 0,0 1 0,0-1 0,0 1 0,1-1 0,-1 0 0,1 1 0,-1-1 0,1 0 0,0-1 0,0 1 0,0-1 0,0 1 0,0-1 0,0 0 0,0 0 0,1 0 0,-1 0 0,5 0 0,20 2 0,1-2 0,51-3 0,-14 0 0,-40 1-227,-1-2-1,1-1 1,-1-1-1,0-2 1,35-12-1,-45 13-6598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58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0 24575,'-7'7'0,"-1"-1"0,0 0 0,-12 7 0,11-8 0,0 1 0,1 0 0,-11 9 0,1 3 0,10-11 0,0 0 0,0 1 0,0 0 0,2 0 0,-11 17 0,16-23 0,0 0 0,0 0 0,0 0 0,0 0 0,0 0 0,1 1 0,-1-1 0,1 0 0,0 1 0,0-1 0,0 0 0,0 1 0,0-1 0,0 0 0,1 1 0,-1-1 0,1 0 0,-1 1 0,1-1 0,0 0 0,0 0 0,0 0 0,0 0 0,0 0 0,1 0 0,-1 0 0,1 0 0,-1 0 0,1-1 0,-1 1 0,5 2 0,0 1 0,1-1 0,0 1 0,0-1 0,0-1 0,14 5 0,11 6 0,-9-3 0,-18-9 0,0 0 0,0 0 0,0 1 0,0 0 0,-1 0 0,1 0 0,-1 0 0,0 1 0,0-1 0,0 1 0,4 5 0,-2 0 0,0 0 0,-1 0 0,0 0 0,0 1 0,-1 0 0,-1 0 0,1 0 0,-2 0 0,1 1 0,-1-1 0,-1 1 0,0-1 0,-1 1 0,-1 18 0,1-21 0,-4 44 0,3-48 0,0 1 0,0-1 0,-1 0 0,1 0 0,-1-1 0,0 1 0,0 0 0,-1 0 0,1-1 0,-5 5 0,5-6 0,-4 6 0,0-1 0,0 0 0,-1-1 0,0 1 0,0-2 0,-1 1 0,1-1 0,-1 0 0,0 0 0,-11 4 0,9-6 0,0 0 0,0-1 0,0 0 0,-1-1 0,1 0 0,0 0 0,0-1 0,-1-1 0,1 0 0,0 0 0,-14-4 0,22 4-136,0 0-1,0 0 1,-1 0-1,1 0 1,0-1-1,0 1 1,0-1-1,1 0 0,-4-3 1,-3-5-6690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58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24575,'0'11'0,"1"-1"0,1 0 0,3 13 0,4 24 0,35 378 0,-43-414 0,7 45 0,-1-7 0,1 75 0,-8-109 0,1 1 0,0-1 0,1 0 0,4 19 0,-3-20 0,-1 0 0,0 0 0,-1 14 0,-3-39 89,-1 0 0,-7-21 0,-2-4-1721,8 19-5194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59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3 24575,'25'-1'0,"-13"0"0,-1 1 0,0 0 0,20 3 0,-28-3 0,-1 1 0,1 0 0,-1-1 0,0 1 0,1 0 0,-1 0 0,0 0 0,1 0 0,-1 1 0,0-1 0,0 1 0,0-1 0,0 1 0,0 0 0,-1 0 0,1 0 0,0 0 0,-1 0 0,1 0 0,-1 0 0,2 4 0,4 12 0,0 1 0,-1 1 0,-1-1 0,-1 1 0,-1 0 0,-1 0 0,0 0 0,-1 0 0,-3 24 0,2-40 0,-1-1 0,1 0 0,-1 0 0,0 0 0,0 0 0,0 0 0,0 0 0,0-1 0,-1 1 0,1 0 0,-1 0 0,0-1 0,0 1 0,0-1 0,0 0 0,0 1 0,0-1 0,-1 0 0,1 0 0,-1-1 0,1 1 0,-1 0 0,0-1 0,1 1 0,-1-1 0,0 0 0,0 0 0,-4 0 0,-4 2 0,0-2 0,0 0 0,0 0 0,0-1 0,0 0 0,-19-3 0,27 2-114,0 1 1,1-1-1,-1 0 0,0 0 0,1 0 1,-1-1-1,1 1 0,-1 0 0,1-1 1,0 0-1,-4-3 0,-2-2-6712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59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0 24575,'-2'0'0,"0"0"0,-1 0 0,1 0 0,0 0 0,0 1 0,-1-1 0,1 1 0,0-1 0,0 1 0,0 0 0,0 0 0,0 0 0,0 0 0,0 0 0,-4 3 0,5-2 0,-1 0 0,1 0 0,-1 0 0,1 0 0,0 0 0,0 1 0,0-1 0,0 0 0,0 1 0,1-1 0,-1 1 0,1-1 0,-1 1 0,1 2 0,-2 26 0,1 1 0,5 44 0,-3-71 0,0 0 0,0 0 0,1 0 0,0 0 0,0 0 0,0-1 0,0 1 0,1 0 0,-1-1 0,1 0 0,0 0 0,1 0 0,-1 0 0,1 0 0,0-1 0,6 5 0,-7-5 0,0-1 0,0 0 0,0 0 0,1 0 0,-1 0 0,1-1 0,-1 1 0,1-1 0,0 0 0,-1 0 0,1 0 0,0-1 0,0 0 0,0 1 0,0-1 0,0 0 0,-1-1 0,1 1 0,0-1 0,0 1 0,0-1 0,3-2 0,2-1 0,0-1 0,0 1 0,0-2 0,-1 1 0,0-1 0,0-1 0,-1 1 0,0-1 0,0 0 0,0-1 0,-1 0 0,0 0 0,-1 0 0,0-1 0,0 0 0,-1 0 0,0 0 0,0 0 0,-1 0 0,0-1 0,-1 0 0,0 0 0,0-14 0,-2 21 0,1 0 0,-1 0 0,0 0 0,1 0 0,-1 0 0,1 0 0,0 0 0,0 0 0,2-3 0,-3 6 0,0-1 0,0 1 0,1-1 0,-1 1 0,0 0 0,1-1 0,-1 1 0,0 0 0,1 0 0,-1-1 0,0 1 0,1 0 0,-1 0 0,1-1 0,-1 1 0,0 0 0,1 0 0,-1 0 0,1 0 0,-1-1 0,1 1 0,-1 0 0,0 0 0,1 0 0,0 0 0,0 1 0,0-1 0,0 1 0,1-1 0,-1 1 0,0-1 0,0 1 0,0 0 0,0-1 0,0 1 0,0 0 0,-1 0 0,1 0 0,0 0 0,1 1 0,14 20 0,-2 1 0,0 0 0,16 38 0,-28-57 0,1 1 0,0-1 0,0-1 0,0 1 0,1 0 0,-1-1 0,1 1 0,0-1 0,7 4 0,16 16 0,-19-15-1365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3:00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1 24575,'-3'0'0,"0"1"0,0 0 0,0-1 0,0 1 0,0 0 0,0 1 0,0-1 0,0 0 0,0 1 0,0 0 0,1-1 0,-4 4 0,-29 26 0,31-26 0,-55 67 0,55-67 0,0 0 0,0 1 0,1-1 0,0 1 0,0 0 0,1 0 0,-1 0 0,1 0 0,1 0 0,-1 0 0,1 1 0,-1 7 0,1 11 0,3 48 0,0-22 0,-2-43 0,0-1 0,0 0 0,0 1 0,1-1 0,0 0 0,0 0 0,1 0 0,0 0 0,0 0 0,1 0 0,0 0 0,0 0 0,1-1 0,0 0 0,0 0 0,0 0 0,0 0 0,1-1 0,0 1 0,9 6 0,-1-2 0,0-1 0,0-1 0,1 0 0,0-1 0,0-1 0,1 0 0,0-1 0,0 0 0,0-1 0,0-1 0,1 0 0,0-1 0,-1-1 0,1-1 0,28-2 0,-41 2-170,0-1-1,1 1 0,-1-1 1,0 0-1,0 0 0,0-1 1,6-2-1,1-3-6655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3:00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91 244 24575,'12'0'0,"21"1"0,0-2 0,0 0 0,0-3 0,63-14 0,-91 17 0,8-3 0,0 0 0,0-1 0,0 0 0,19-12 0,-28 15 0,-1 0 0,0-1 0,0 0 0,0 0 0,0 1 0,0-2 0,0 1 0,-1 0 0,0 0 0,0-1 0,0 0 0,0 1 0,0-1 0,0 0 0,-1 0 0,0 0 0,0 0 0,0 0 0,0 0 0,-1-5 0,0 5 0,0 1 0,-1-1 0,0 1 0,0-1 0,0 1 0,0 0 0,-1 0 0,1-1 0,-1 1 0,0 0 0,0 0 0,0 0 0,0 1 0,0-1 0,0 0 0,-1 1 0,0 0 0,1-1 0,-1 1 0,-6-3 0,1-1 0,-1 1 0,0 0 0,0 0 0,-1 1 0,1 0 0,-12-2 0,-2 2 0,1 2 0,-1 0 0,0 2 0,-31 2 0,-7 0 0,52-2 0,0 1 0,0-1 0,0 1 0,0 1 0,1 0 0,-1 0 0,1 1 0,-10 3 0,15-4 0,0-1 0,0 1 0,0 0 0,0 0 0,0 0 0,0 1 0,0-1 0,1 1 0,-1-1 0,1 1 0,0 0 0,0 0 0,0 0 0,0 0 0,0 0 0,1 1 0,0-1 0,-1 0 0,1 1 0,0-1 0,1 1 0,-2 6 0,0 8 0,1 1 0,1-1 0,0 1 0,1-1 0,5 23 0,-3-34 0,0 1 0,0-1 0,0 0 0,1 0 0,0-1 0,1 1 0,7 8 0,39 40 0,-50-55 0,32 32 0,58 44 0,-83-72 34,0 1 1,0-1-1,0-1 0,1 1 0,0-1 0,0-1 0,-1 0 0,1 0 0,16 1 1,6-2-889,45-3 1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1:52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3223 2 24575,'-212'-1'-148,"-231"3"-303,-37 40-548,352-27 870,-374 63-1411,321-46 1559,-145 35-901,272-51 910,1 3 0,0 1 1,2 3-1,-77 47 0,57-29-3,43-26 702,0 1 1,2 1-1,0 2 1,-30 27-1,3 3-612,35-34-84,0 1-1,2 0 0,0 2 0,1 0 1,0 0-1,-14 26 0,-64 119-30,78-138 0,2 0 0,1 1 0,1 1 0,1 0 0,2 0 0,0 0 0,-7 56 0,7 5 0,5 109 0,3-158 0,2-27 0,0 1 0,0-1 0,2 0 0,-1 0 0,2 0 0,0-1 0,0 1 0,1-1 0,7 10 0,-3-5 0,20 23 0,-1 0 0,-15-21 0,1-1 0,18 19 0,-2-5 0,-10-11 0,1 0 0,43 28 0,-23-18 0,26 16 0,117 58 0,-145-83 0,211 92-758,-164-84 758,164 34 0,-158-43 0,189 27-83,-105-22-1261,-32-6 1344,157-2 0,-76-7 0,655 6-538,-587-18 438,-279 2 114,51 1 894,1-3 1,119-19-1,119-64-832,-208 56-68,51-29-8,-35 13 0,-15 6 0,112-62 0,-98 39 0,68-33 0,-165 87 0,0-1 0,-1 0 0,25-21 0,10-8 0,-38 30 0,-1 0 0,0-1 0,12-13 0,-13 12 0,0 0 0,1 1 0,11-8 0,-9 7 0,-1 0 0,0-1 0,-1 0 0,-1-1 0,1 0 0,10-21 0,-13 23 0,-3 2 0,1 0 0,-1 0 0,-1-1 0,0 1 0,0-1 0,0 0 0,-1 0 0,1-17 0,-1-5 0,-3-40 0,0 24 0,0 36 0,-1 0 0,0 0 0,-1 0 0,0 0 0,-1 1 0,0-1 0,0 1 0,-1 0 0,-1 0 0,-7-10 0,-20-42 0,25 46 0,-1 0 0,0 0 0,-21-24 0,-2-4 0,17 23 0,-1 1 0,-28-27 0,22 24 0,-20-25 0,21 23 0,0 2 0,-42-35 0,14 14 0,39 35 0,-1 0 0,-15-9 0,15 12 0,1-2 0,-1 1 0,-10-12 0,13 12 0,-1-1 0,0 1 0,-1 1 0,-17-10 0,16 11 0,1-2 0,-1 1 0,-17-16 0,20 15 0,-1 0 0,-1 1 0,1 0 0,-14-6 0,2 0 0,12 8 0,1 1 0,-1 0 0,0 0 0,0 1 0,-17-2 0,1 0 0,-94-32 0,82 23 0,-57-12 0,70 19 0,-1-1 0,2-2 0,-41-19 0,46 19 0,0 0 0,0 2 0,-1 0 0,0 1 0,0 1 0,0 1 0,-22-3 0,21 5 0,0-1 0,0-1 0,0-1 0,-21-8 0,-43-10 0,74 21 0,1-1 0,-1-1 0,0 0 0,-15-8 0,14 6 0,0 0 0,-22-6 0,1 4 0,16 4 0,-1 0 0,1-1 0,0-1 0,-30-15 0,28 12 0,-1 0 0,0 2 0,-37-11 0,35 12 0,1 0 0,0-2 0,-24-11 0,-54-31 342,86 45-627,-1 0 1,0 1-1,0 0 1,0 1-1,-27-3 1,26 6-6542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1:53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1228 24575,'0'-4'0,"0"-1"0,1 0 0,0 1 0,0-1 0,1 1 0,-1 0 0,1-1 0,0 1 0,0 0 0,0 0 0,3-4 0,36-43 0,-17 22 0,36-38 0,-35 41 0,0 1 0,2 2 0,0 0 0,36-21 0,0-1 0,230-163-616,-186 131 616,4 6 0,3 4 0,144-60 0,-132 68 0,108-45 0,-174 83 0,2 3 0,71-11 0,128-6 0,-121 30 254,-85 4-73,67-8 0,-89 5-863,59 0-1,-78 4-6143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1:54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24575,'11'0'0,"0"1"0,-1 1 0,1-1 0,0 2 0,0-1 0,17 8 0,58 33 0,-12-5 0,51 21 0,-64-29 0,107 38 0,-153-63 0,0 0 0,0 2 0,0-1 0,-1 2 0,0 0 0,21 16 0,-32-21 0,0 0 0,-1 1 0,1-1 0,-1 0 0,0 1 0,0 0 0,-1-1 0,1 1 0,-1 0 0,0 0 0,0 0 0,0 0 0,0 0 0,-1 0 0,1 0 0,-1 0 0,0 0 0,-1 6 0,1-4 0,-1 1 0,0 0 0,0-1 0,-1 1 0,0-1 0,0 1 0,0-1 0,-1 0 0,0 0 0,-5 8 0,0-3-195,1-1 0,-2-1 0,1 1 0,-1-1 0,-1-1 0,-15 12 0,15-14-6631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1:59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40 24575,'-4'1'0,"1"0"0,0 1 0,-1 0 0,1 0 0,0 0 0,0 0 0,0 0 0,1 1 0,-1-1 0,1 1 0,-4 5 0,-1-1 0,4-3 0,0 0 0,0 0 0,1 0 0,-1 0 0,1 1 0,0-1 0,0 1 0,1-1 0,0 1 0,0 0 0,0 0 0,0-1 0,0 10 0,0-3 0,1 0 0,1 0 0,0 0 0,0 0 0,3 11 0,-2-18 0,-1-1 0,1 1 0,-1 0 0,1-1 0,0 1 0,1-1 0,-1 1 0,1-1 0,-1 0 0,1 0 0,0 0 0,0 0 0,0-1 0,0 1 0,1-1 0,-1 0 0,1 0 0,-1 0 0,1 0 0,0-1 0,0 0 0,0 1 0,0-1 0,6 0 0,11 3 0,0-2 0,0-1 0,33-1 0,-30-1 0,-19 1 0,0-1 0,1 1 0,-1-1 0,0 0 0,0 0 0,0-1 0,0 1 0,0-1 0,0-1 0,-1 1 0,1 0 0,-1-1 0,7-5 0,-5 3 0,0-1 0,0 0 0,-1 0 0,0 0 0,0-1 0,0 0 0,-1 0 0,4-9 0,-2 3 0,-1 0 0,-1 0 0,0 0 0,-1-1 0,0 0 0,-1 1 0,0-1 0,-2 0 0,1 0 0,-3-14 0,2 26 0,0 0 0,0 1 0,-1-1 0,1 1 0,-1-1 0,1 0 0,-1 1 0,0-1 0,1 1 0,-1 0 0,0-1 0,0 1 0,0 0 0,0-1 0,0 1 0,-1 0 0,1 0 0,0 0 0,0 0 0,-3-1 0,1 0 0,0 1 0,-1-1 0,1 1 0,-1 0 0,1 0 0,-1 1 0,1-1 0,-8 0 0,0 1 0,1 1 0,-1 0 0,0 0 0,1 1 0,-17 5 0,-7 10-1365,19-7-5461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1:59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37 24575,'-3'-1'0,"-1"1"0,1 1 0,0-1 0,-1 1 0,1-1 0,0 1 0,-1 0 0,1 0 0,0 0 0,0 1 0,0-1 0,0 1 0,0-1 0,0 1 0,0 0 0,1 0 0,-1 1 0,1-1 0,-1 0 0,-1 4 0,1-2 0,0 1 0,1 0 0,-1 0 0,1-1 0,0 2 0,1-1 0,-1 0 0,1 0 0,0 0 0,0 1 0,1-1 0,-1 6 0,4 195 0,-3-203 0,0 0 0,1 0 0,0 1 0,-1-1 0,1 0 0,1 0 0,-1 0 0,0 0 0,1 0 0,0 0 0,-1 0 0,1-1 0,0 1 0,0-1 0,1 1 0,-1-1 0,0 0 0,1 0 0,0 0 0,-1 0 0,1 0 0,0 0 0,0-1 0,0 1 0,0-1 0,0 0 0,0 0 0,0 0 0,1-1 0,4 2 0,-1-2 0,-1 1 0,0-1 0,0 0 0,1 0 0,-1-1 0,0 0 0,1 0 0,-1 0 0,0-1 0,0 0 0,0 0 0,-1-1 0,1 0 0,0 0 0,7-5 0,11-12 0,33-38 0,-53 53 0,-1 1 0,0-1 0,-1 0 0,1 1 0,-1-1 0,0 0 0,0-1 0,0 1 0,-1 0 0,1-7 0,5-56 0,-7 66 0,1-2 0,-1 0 0,0 0 0,0 0 0,-1 0 0,1 0 0,-1 0 0,0 0 0,0 0 0,0 0 0,0 0 0,-1 0 0,0 0 0,0 1 0,-3-6 0,0 3 0,-1 0 0,0 0 0,0 0 0,0 1 0,-1 0 0,-8-5 0,-8-5 171,-35-18 0,49 29-385,0 0 1,-1 1 0,1 0-1,-1 1 1,0-1 0,1 2-1,-15-1 1,9 1-6613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00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157 371 24575,'-6'0'0,"0"1"0,-1 0 0,1 0 0,0 0 0,0 1 0,0 0 0,0 0 0,1 0 0,-1 1 0,0 0 0,1 0 0,0 1 0,0-1 0,0 1 0,0 0 0,0 0 0,1 1 0,-4 5 0,2-4 0,1 1 0,0 0 0,1 0 0,0 1 0,0-1 0,0 1 0,1 0 0,0 0 0,1 0 0,0 1 0,0-1 0,-1 16 0,3-10 0,-1-1 0,0-1 0,4 25 0,-3-34 0,1 1 0,0-1 0,0 1 0,0-1 0,0 1 0,1-1 0,-1 0 0,1 0 0,0 0 0,0 0 0,0 0 0,0 0 0,0 0 0,5 3 0,1 0 0,-1-1 0,1 0 0,0 0 0,1-1 0,-1 0 0,1 0 0,-1-1 0,1 0 0,0-1 0,0 0 0,1-1 0,9 1 0,-13-1 0,1-1 0,-1 0 0,1 0 0,-1 0 0,1-1 0,-1 0 0,1-1 0,-1 1 0,1-1 0,-1 0 0,0-1 0,0 0 0,0 0 0,0 0 0,-1 0 0,1-1 0,8-8 0,26-28 0,-23 26 0,-2-1 0,0-1 0,0-1 0,-1 0 0,-2-1 0,1 0 0,13-28 0,-13 16 0,-8 20 0,0 0 0,-1 0 0,0 0 0,0-1 0,-1 1 0,-1-1 0,0 0 0,1-15 0,-3 8 0,0-1 0,-1 0 0,-5-25 0,4 36 0,0 0 0,-1 1 0,0-1 0,0 1 0,-1-1 0,0 1 0,0 0 0,0 0 0,-1 0 0,-7-6 0,-6-9-227,-2 0-1,-1 2 1,0 1-1,-1 0 1,-34-20-1,44 32-6598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00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643 4699 24575,'-9'-163'0,"0"3"0,9-1045-7326,-26 691 7372,0 36-277,18 141-304,0-92 142,9-941 8832,-1 1367-8439,0 1 0,0-1 0,-1 0 0,1 1 0,0-1 0,-1 1 0,0-1 0,0 1 0,1-1 0,-1 1 0,-1-1 0,-1-3 0,2 6 0,1-1 0,0 1 0,-1-1 0,1 1 0,-1-1 0,1 1 0,-1 0 0,0-1 0,1 1 0,-1 0 0,1-1 0,-1 1 0,0 0 0,1 0 0,-1 0 0,0 0 0,1 0 0,-1-1 0,1 1 0,-2 0 0,0 1 0,1-1 0,-1 1 0,0-1 0,1 1 0,0-1 0,-1 1 0,1 0 0,-1 0 0,1 0 0,0 0 0,0 0 0,-2 1 0,-14 13 0,2 1 0,0 1 0,-26 37 0,22-30 0,-1 0 0,-1-2 0,-1 0 0,-1-2 0,-27 19 0,4-2 0,-50 45 0,66-59 0,19-13 0,0-1 0,-1-1 0,0 0 0,-23 11 0,34-19 16,1 0-1,-1 0 1,0 1-1,1-1 1,-1 0-1,0 0 1,1 0-1,-1 0 1,0 0-1,1 0 1,-1 0-1,0 0 1,0 0-1,1 0 1,-1 0-1,0 0 1,1 0 0,-1 0-1,0-1 1,1 1-1,-2-1 1,2 1-68,-1 0 0,1-1 0,0 1 1,0-1-1,0 1 0,-1 0 1,1-1-1,0 1 0,0-1 0,0 1 1,0-1-1,0 1 0,0 0 1,0-1-1,-1 1 0,1-1 0,1 1 1,-1-1-1,0 1 0,0-1 1,0 1-1,0 0 0,0-1 0,0 1 1,0-1-1,1 1 0,-1 0 1,0-1-1,0 1 0,0-1 0,1 1 1,-1-1-1,7-7-6774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01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24575,'43'39'0,"-30"-29"0,0 1 0,12 15 0,122 127 0,-109-122 0,-29-24 0,1 0 0,-1 1 0,9 9 0,12 16 241,-19-22-643,0 0 1,0 1-1,15 25 1,-20-25-6425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3:08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0 24575,'-5'0'0,"-1"0"0,1 1 0,0-1 0,0 1 0,0 0 0,0 1 0,0-1 0,0 1 0,0 0 0,0 0 0,0 1 0,-5 3 0,7-4 0,0 0 0,1 1 0,-1-1 0,1 1 0,-1 0 0,1 0 0,0 0 0,0 0 0,0 0 0,1 0 0,-1 0 0,1 0 0,0 1 0,-1-1 0,2 1 0,-1-1 0,0 1 0,0 5 0,1-4 0,-1 7 0,0 1 0,1 0 0,3 22 0,-3-31 0,1-1 0,0 0 0,-1 0 0,1-1 0,0 1 0,1 0 0,-1 0 0,0 0 0,1-1 0,0 1 0,0-1 0,-1 1 0,1-1 0,1 0 0,-1 1 0,0-1 0,0 0 0,1 0 0,-1-1 0,1 1 0,3 1 0,11 3 0,0-1 0,0-1 0,1 0 0,-1-2 0,1 0 0,0 0 0,-1-2 0,1 0 0,25-5 0,-41 5 0,0 0 0,0-1 0,0 1 0,-1-1 0,1 0 0,0 1 0,0-1 0,-1 0 0,1 0 0,-1 0 0,1 0 0,-1 0 0,1-1 0,-1 1 0,0 0 0,1-1 0,-1 1 0,0-1 0,0 1 0,0-1 0,0 0 0,0 1 0,-1-1 0,1 0 0,0 0 0,-1 1 0,0-1 0,1 0 0,-1 0 0,0-3 0,1-7 0,0-1 0,-1 0 0,-2-20 0,0 10 0,2 6 0,0 12 0,0 1 0,0-1 0,0 1 0,0-1 0,-1 1 0,1-1 0,-1 1 0,0-1 0,-1 1 0,1 0 0,-4-6 0,5 10 0,0-1 0,0 1 0,0 0 0,0 0 0,0 0 0,-1 0 0,1 0 0,0 0 0,0-1 0,0 1 0,0 0 0,0 0 0,0 0 0,0 0 0,0-1 0,0 1 0,-1 0 0,1 0 0,0 0 0,0 0 0,0-1 0,0 1 0,0 0 0,0 0 0,0 0 0,0-1 0,0 1 0,0 0 0,0 0 0,1 0 0,-1 0 0,0-1 0,0 1 0,0 0 0,0 0 0,0 0 0,0 0 0,0-1 0,1 1 0,8 1 0,22 9 0,-20-5 0,150 34-706,-145-36 47,29 6-6167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3:09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203 191 24575,'-5'1'0,"0"-1"0,-1 0 0,1 1 0,0 0 0,0 1 0,-1-1 0,1 1 0,0 0 0,1 0 0,-1 0 0,0 1 0,1 0 0,-1 0 0,1 0 0,0 0 0,0 1 0,0-1 0,0 1 0,1 0 0,-1 1 0,1-1 0,0 0 0,0 1 0,1 0 0,0-1 0,-1 1 0,2 0 0,-1 0 0,0 0 0,1 1 0,0-1 0,0 0 0,1 0 0,-1 1 0,1-1 0,1 8 0,-1-11 0,0 0 0,1 0 0,-1-1 0,1 1 0,-1 0 0,1 0 0,0-1 0,0 1 0,0-1 0,0 1 0,0 0 0,0-1 0,0 0 0,0 1 0,0-1 0,1 0 0,-1 1 0,1-1 0,-1 0 0,1 0 0,-1 0 0,1 0 0,0-1 0,-1 1 0,1 0 0,0-1 0,-1 1 0,1-1 0,0 1 0,0-1 0,3 0 0,8 1 0,1 0 0,-1-1 0,20-3 0,-10 1 0,15 3 0,-27 0 0,1-1 0,-1 0 0,1-1 0,-1 0 0,14-3 0,-22 3 0,0 0 0,0-1 0,0 1 0,0-1 0,-1 0 0,1 0 0,0 0 0,-1 0 0,0 0 0,1 0 0,-1-1 0,0 1 0,0-1 0,0 1 0,0-1 0,-1 0 0,1 0 0,-1 0 0,0 0 0,1 0 0,-1 0 0,-1 0 0,1-1 0,0-3 0,1-9 0,0-1 0,-2 1 0,-2-28 0,1 17 0,2-17 0,-3-31 0,2 72 0,0 1 0,-1 0 0,1 0 0,-1 0 0,1 0 0,-1 0 0,0 0 0,0 0 0,0 0 0,0 0 0,0 0 0,0 1 0,-1-1 0,1 0 0,0 1 0,-1-1 0,0 1 0,-1-2 0,0 1 0,-1 0 0,0 0 0,1 0 0,-1 0 0,0 1 0,0 0 0,0-1 0,-8 0 0,-3 1 0,0 0 0,-1 1 0,-29 4 0,37-3 0,0 1 0,0 0 0,0 1 0,-14 6 0,-11 4 0,-11 4 0,31-12 0,-1 0 0,1 0 0,-21 3 0,17-5-1365,2 1-5461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3:10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1 139 24575,'25'-1'0,"0"-2"0,1-1 0,29-9 0,-4 2 0,245-41 0,-181 35 0,27-6 0,-132 20 0,44-7 0,-49 9 0,0 1 0,0-1 0,-1 1 0,1 0 0,0 1 0,0-1 0,-1 1 0,10 3 0,-13-4 0,0 1 0,0-1 0,0 1 0,-1 0 0,1-1 0,0 1 0,0 0 0,0 0 0,-1 0 0,1 0 0,0 0 0,-1 0 0,1 0 0,-1 0 0,1 0 0,-1 0 0,0 0 0,1 0 0,-1 0 0,0 0 0,0 0 0,0 0 0,0 0 0,0 0 0,0 1 0,0-1 0,0 0 0,0 0 0,0 0 0,0 0 0,-1 0 0,1 0 0,-1 0 0,0 2 0,-2 5 0,0 1 0,-1-1 0,-5 9 0,7-13 0,-5 8 0,0 0 0,1 1 0,1-1 0,0 1 0,1 1 0,-3 14 0,3-13 0,0 0 0,-1-1 0,-1 0 0,0 0 0,-1-1 0,-14 21 0,8-12 0,-12 25 0,17-27 0,-4 8 0,-1 0 0,-26 40 0,32-57-341,1 1 0,0-1-1,-5 15 1,6-12-6485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3:11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1 24575,'-3'0'0,"-1"0"0,0 1 0,1-1 0,-1 1 0,0 0 0,1 0 0,-1 1 0,1-1 0,-1 1 0,1-1 0,0 1 0,-4 3 0,-34 32 0,32-29 0,1 0 0,-20 14 0,-3-3 154,19-13-371,0 1 0,0 1 0,1-1 0,0 2 0,0 0 0,-13 15 0,17-14-6609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3:11.7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24575,'939'0'0,"-906"-3"-1365,-18-1-5461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3:12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1 381 24575,'3'0'0,"1"-1"0,-1 0 0,1-1 0,-1 1 0,0-1 0,0 1 0,0-1 0,0 0 0,0 0 0,0 0 0,0 0 0,-1-1 0,1 1 0,3-6 0,14-11 0,-13 14 0,0 0 0,0-1 0,0 0 0,-1 0 0,0-1 0,6-9 0,-9 12 0,-1-1 0,1 0 0,-1 0 0,-1 0 0,1 0 0,-1 0 0,1 0 0,-1 0 0,-1 0 0,1-1 0,-1-8 0,0 1 0,0 0 0,3-20 0,-2 27 0,1 1 0,-1-1 0,1 1 0,1-1 0,-1 1 0,1 0 0,0 0 0,3-5 0,0 1 114,-1 0-1,7-19 1,9-16-1820,-15 35-5120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3:12.8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1 24575,'-3'0'0,"1"0"0,-1 1 0,0-1 0,0 1 0,1 0 0,-1 0 0,0 0 0,1 0 0,-1 0 0,1 0 0,0 1 0,-1-1 0,1 1 0,0 0 0,-3 3 0,-29 36 0,12-12 0,17-23 0,0 1 0,1-1 0,0 1 0,0 0 0,1 1 0,-4 9 0,4-10 0,0 1 0,0 0 0,-1-1 0,0 0 0,-1 0 0,-6 9 0,-8 2-1365,10-11-5461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1:55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4672 19 24575,'-251'-10'0,"-117"2"-504,226 10 214,-101-4 415,-173 2-1172,3 24 96,182 13 951,59-6 0,-117 17-398,-339 104-1,551-130 248,-178 58 143,193-58-56,2 3 0,1 3 1,-77 47-1,126-68 64,-81 55 0,-150 130 0,174-122 0,3 4 0,-71 106 0,104-136 0,-2 7 0,2 2 0,3 1 0,2 1 0,-26 80 0,38-91 467,2 1-1,2 1 1,-8 91 0,12 141 1537,6-264-1997,0 0-7,1 0 0,1 0 0,0 0 0,1-1 0,0 1 0,9 22 0,-2-14 0,1-1 0,0 0 0,16 20 0,-3-2 0,-17-27 0,0 0 0,1 0 0,18 19 0,21 22 0,-35-37 0,1-1 0,0-1 0,1 0 0,30 23 0,14 3 0,-28-18 0,2-2 0,0 0 0,47 20 0,9-8-291,2-5 0,182 32-1,-74-31-765,227 3-1,203-29-2214,-314-4 2644,-166 2 539,371-4-1050,-1-28 296,443-92-147,-522 36 1346,-267 51-131,-88 19 344,-1-3-1,-2-3 1,113-51 0,-164 61 141,0-2-1,-2-1 0,0-1 1,-1-2-1,0-1 1,-2 0-1,-1-2 0,0-1 1,33-45-1,-47 50-709,0 0 0,-1 0 0,-1 0 0,9-32 0,-14 34 0,0 0 0,-1 0 0,0 0 0,-2-1 0,-2-32 0,0 2 0,3-89 0,-2-112 0,-3 217 0,-1 1 0,-2 0 0,-1 0 0,-14-35 0,1 0 0,-11-36 0,-80-176 0,89 234 0,-2 2 0,-34-44 0,-67-72 0,30 58 0,67 71 0,-49-37 0,49 42 0,0 1 0,-51-31 0,-17 9 0,42 21 0,41 18 0,0 0 0,0 1 0,-1 1 0,1 0 0,-1 1 0,0 0 0,0 1 0,-23 0 0,17 1 0,-36-6 0,-15 0 0,22 3 0,0-2 0,-90-24 0,14 3 0,-10-5-1365,123 29-5461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1:57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 24575,'-1'55'0,"3"61"0,-2-113 0,1 0 0,0 0 0,0-1 0,0 1 0,0 0 0,0-1 0,1 1 0,-1-1 0,1 1 0,0-1 0,0 1 0,0-1 0,0 0 0,0 0 0,0 0 0,0 0 0,1-1 0,-1 1 0,1-1 0,-1 1 0,1-1 0,0 0 0,-1 0 0,1 0 0,5 1 0,7 2 0,1-1 0,0 0 0,21 0 0,-32-2 0,0-1 0,-1 0 0,1 0 0,0 0 0,0 0 0,0-1 0,0 0 0,-1 0 0,1 0 0,0-1 0,-1 0 0,1 0 0,-1 0 0,0 0 0,0 0 0,1-1 0,-2 0 0,1 0 0,0 0 0,0 0 0,-1-1 0,0 0 0,0 1 0,0-1 0,0 0 0,-1 0 0,5-9 0,-1 2 0,0-1 0,-1 0 0,0-1 0,-1 1 0,4-17 0,-7 23 0,0-1 0,0 1 0,0-1 0,-1 0 0,0 1 0,0-1 0,-1 0 0,0 1 0,0-1 0,0 1 0,-1-1 0,-3-7 0,3 11 0,0 0 0,0 0 0,0 0 0,0 1 0,0-1 0,-1 1 0,1 0 0,-1-1 0,1 1 0,-1 1 0,0-1 0,0 0 0,0 0 0,0 1 0,0 0 0,0 0 0,0 0 0,0 0 0,-1 0 0,-4 0 0,-9-1 0,1 1 0,-33 1 0,27 1 0,16-1-105,0 0 0,0 1 0,1-1 0,-1 1 0,0 1 0,0-1 0,0 1 0,1 0 0,-1 0 0,1 0 0,0 1 0,-9 5 0,3 2-6721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1:57.6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22 24575,'-5'2'0,"1"1"0,0-1 0,-1 1 0,1 0 0,0 0 0,1 0 0,-1 0 0,0 1 0,1-1 0,-4 6 0,1-3 0,-4 6 0,1 0 0,0 1 0,1-1 0,0 2 0,1-1 0,1 1 0,0 0 0,1 0 0,-7 30 0,9-20 0,1 0 0,1 1 0,2 25 0,1-3 0,-2-44 0,-1 0 0,2 1 0,-1-1 0,0 0 0,1 0 0,-1 0 0,1 1 0,0-1 0,0 0 0,0 0 0,0 0 0,1 0 0,-1-1 0,1 1 0,2 3 0,-1-4 0,-1 0 0,0 0 0,1-1 0,-1 1 0,1-1 0,0 0 0,-1 1 0,1-1 0,0 0 0,0-1 0,0 1 0,0 0 0,0-1 0,0 0 0,0 1 0,4-1 0,2 0 0,0 0 0,0 0 0,-1-1 0,1 0 0,0-1 0,10-3 0,-14 3 0,0 0 0,-1 0 0,1-1 0,-1 1 0,1-1 0,-1 0 0,0-1 0,0 1 0,0-1 0,-1 1 0,7-9 0,0-3 0,-1 1 0,0-2 0,-1 1 0,-1-1 0,0-1 0,-1 1 0,-1-1 0,0 0 0,2-21 0,-3 5 0,-1-1 0,-2 0 0,-5-62 0,-2 69-1365,2 16-5461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1:58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157 168 24575,'-6'2'0,"1"0"0,0 0 0,-1 0 0,1 1 0,0-1 0,0 1 0,-6 5 0,8-6 0,-8 6 0,0 0 0,0 1 0,1 1 0,-16 17 0,22-22 0,0 0 0,0 0 0,1 0 0,0 0 0,0 1 0,0 0 0,1-1 0,-1 1 0,2 0 0,-1 0 0,1 0 0,-2 12 0,3-14 0,0 0 0,0 0 0,0-1 0,0 1 0,1 0 0,0 0 0,0 0 0,0 0 0,0 0 0,0-1 0,1 1 0,-1 0 0,4 3 0,-2-3 0,0 0 0,0-1 0,1 0 0,0 0 0,-1 0 0,1 0 0,0-1 0,0 1 0,0-1 0,1 0 0,4 1 0,0 1 0,0-2 0,1 1 0,0-2 0,-1 1 0,1-1 0,12 0 0,60-6 0,-76 5 0,0-1 0,0 0 0,0 0 0,0-1 0,0 0 0,-1 0 0,1 0 0,0-1 0,-1 0 0,0 0 0,1 0 0,-1-1 0,-1 0 0,1 0 0,6-6 0,-7 4 0,1 0 0,-1 0 0,0-1 0,0 1 0,0-1 0,-1 0 0,0 0 0,-1 0 0,0 0 0,0-1 0,2-9 0,-3 7 0,0 0 0,0 1 0,-1-1 0,-1 0 0,1 1 0,-1-1 0,-1 1 0,0-1 0,0 1 0,-1-1 0,0 1 0,-1 0 0,0 0 0,0 1 0,-1-1 0,0 1 0,-1 0 0,1 0 0,-12-11 0,1 6 0,-1 0 0,-30-18 0,24 18 0,11 5-273,-1 1 0,1 1 0,-1 0 0,-17-5 0,18 7-6553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26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0 24575,'-2'0'0,"0"0"0,1 1 0,-1-1 0,0 1 0,0-1 0,0 1 0,0 0 0,0 0 0,1 0 0,-1-1 0,0 2 0,1-1 0,-1 0 0,1 0 0,-1 0 0,1 1 0,-2 1 0,-22 32 0,10-14 0,4-6 0,1 1 0,0-1 0,1 2 0,-10 23 0,14-30 0,1 1 0,1-1 0,0 1 0,1 0 0,0 0 0,0 1 0,1-1 0,1 17 0,0-26 0,1 1 0,-1-1 0,1 0 0,0 1 0,0-1 0,0 0 0,0 1 0,0-1 0,1 0 0,-1 0 0,0 0 0,1 0 0,0 0 0,-1-1 0,1 1 0,0 0 0,0-1 0,0 1 0,0-1 0,0 0 0,1 0 0,-1 0 0,0 0 0,1 0 0,-1 0 0,0 0 0,1-1 0,-1 1 0,4-1 0,10 3 0,0-2 0,-1 0 0,25-2 0,-26 0 0,-2 1 0,11 0 0,38-6 0,-52 4 0,0 0 0,-1-1 0,0 1 0,1-2 0,-1 1 0,0-1 0,11-8 0,-13 8 0,0-1 0,0 0 0,-1-1 0,0 1 0,0-1 0,0 0 0,-1 0 0,1 0 0,-2-1 0,6-11 0,-4 7 0,-1 0 0,-1 0 0,0 0 0,0 0 0,-1-1 0,1-15 0,-3 22 0,1 0 0,-1 1 0,-1-1 0,1 0 0,-1 0 0,1 0 0,-1 1 0,-1-1 0,1 0 0,-1 1 0,1-1 0,-2 1 0,1 0 0,0-1 0,-1 1 0,1 0 0,-1 1 0,0-1 0,-1 0 0,1 1 0,-1 0 0,1-1 0,-1 1 0,0 1 0,0-1 0,0 1 0,-1-1 0,1 1 0,-1 0 0,1 1 0,-8-3 0,-28-6-1365,28 7-5461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27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1 24575,'-3'0'0,"1"0"0,-1 0 0,1 0 0,0 0 0,-1 1 0,1-1 0,-1 1 0,1 0 0,0 0 0,0 0 0,-1 0 0,1 0 0,0 0 0,0 0 0,0 1 0,0-1 0,0 1 0,0-1 0,-1 3 0,-1 2 0,0-1 0,1 1 0,0 0 0,0 0 0,-4 12 0,2-1 0,1 0 0,1 0 0,0 0 0,1 0 0,1 0 0,0 1 0,2-1 0,2 19 0,-3-33 0,1-1 0,-1 1 0,1-1 0,0 1 0,0-1 0,0 1 0,0-1 0,0 0 0,0 0 0,1 0 0,-1 0 0,1 0 0,0 0 0,-1 0 0,1 0 0,0 0 0,0-1 0,0 1 0,0-1 0,0 1 0,1-1 0,-1 0 0,0 0 0,1 0 0,-1 0 0,1 0 0,-1-1 0,1 1 0,2-1 0,7 2 0,0-1 0,-1 0 0,1-1 0,0-1 0,12-1 0,-21 2 0,0-1 0,0 1 0,0-1 0,0 0 0,0 0 0,0 0 0,0 0 0,0 0 0,0-1 0,0 1 0,-1-1 0,1 0 0,0 0 0,-1 0 0,0 0 0,1 0 0,-1-1 0,0 1 0,0-1 0,0 1 0,-1-1 0,1 0 0,-1 1 0,1-1 0,-1 0 0,0 0 0,1-6 0,0-2 0,0-1 0,-1 1 0,0-1 0,-1 1 0,-1-1 0,-2-15 0,2 22 0,0 0 0,-1 1 0,1-1 0,-1 1 0,0-1 0,-1 1 0,1 0 0,-1 0 0,0 0 0,0 0 0,0 1 0,0-1 0,0 1 0,-1-1 0,0 1 0,0 1 0,0-1 0,0 0 0,0 1 0,0 0 0,-1 0 0,1 0 0,-1 0 0,-6-1 0,-5 2-332,1 0 0,-19 1-1,31 0-35,-12 1-6458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3:03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1 268 24575,'0'-5'0,"1"0"0,0 1 0,0-1 0,0 1 0,1-1 0,-1 1 0,1-1 0,0 1 0,0 0 0,1 0 0,2-4 0,37-44 0,-30 37 0,23-20 0,-27 29 0,-1-1 0,0 0 0,-1 0 0,1 0 0,-1-1 0,8-15 0,6-12-1365,-12 27-5461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3:03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90 24575,'3'-1'0,"0"1"0,0-1 0,0-1 0,-1 1 0,1 0 0,0 0 0,2-3 0,6-2 0,59-18 0,-22 9 0,-22 6 0,47-10 0,-62 17 0,-1 1 0,0 0 0,0 0 0,1 1 0,-1 0 0,0 1 0,21 3 0,-29-3 0,0 0 0,0 0 0,1 0 0,-1 0 0,0 0 0,0 1 0,0-1 0,0 1 0,-1-1 0,1 1 0,0-1 0,-1 1 0,1 0 0,-1 0 0,1 0 0,-1 0 0,0 0 0,0 0 0,0 0 0,0 0 0,0 1 0,-1-1 0,1 0 0,0 1 0,-1 3 0,2 8 0,-2-1 0,1 0 0,-4 22 0,1-7 0,2-20-85,0-1 0,-1 1-1,0-1 1,0 0 0,0 1-1,-1-1 1,0 0 0,-1 0-1,0 0 1,0 0 0,0 0-1,-1-1 1,0 0 0,0 1-1,-8 7 1,2-5-6741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3:04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24575,'6'-1'0,"0"1"0,1-1 0,-1 2 0,0-1 0,1 1 0,-1 0 0,0 0 0,0 1 0,0 0 0,0 0 0,0 0 0,0 1 0,-1-1 0,1 1 0,5 5 0,39 36 0,9 7 0,-17-12 0,-3-2 0,-25-24 0,-1 0 0,0 0 0,15 22 0,-24-27-1365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3:04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1 122 24575,'9'1'0,"0"0"0,0 1 0,0 0 0,0 0 0,-1 1 0,1 0 0,-1 1 0,12 6 0,26 10 0,-21-10 0,29 16 0,-31-15 0,35 14 0,-10-6 0,-37-14 0,-1 0 0,1-1 0,-1 0 0,1 0 0,0-2 0,0 1 0,15 0 0,-24-3 0,1 0 0,-1 0 0,0 0 0,1-1 0,-1 1 0,0-1 0,0 1 0,0-1 0,1 0 0,-1 0 0,0 0 0,0 0 0,0 0 0,0-1 0,0 1 0,-1-1 0,4-2 0,-2 1 0,-1-1 0,0 1 0,0 0 0,0-1 0,0 0 0,0 0 0,-1 1 0,1-1 0,0-6 0,1-7 0,-1 0 0,0 0 0,-3-32 0,1 38 0,1-16 0,0 18 0,-1 1 0,0 0 0,0 0 0,-1 0 0,0 0 0,-3-15 0,3 22-85,0 0 0,1-1-1,-1 1 1,0 0 0,0 0-1,1 0 1,-1 0 0,0 0-1,0 0 1,0 0 0,-1 0-1,1 0 1,0 0 0,0 1-1,-2-2 1,-7-2-6741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3:04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0 172 24575,'7'-5'-623,"-1"0"-1,1 0 1,0 1 0,1 0-1,-1 1 1,1-1-1,-1 1 1,1 1-1,15-4 1,6-3-213,257-73 7906,-260 75-7070,0 2 0,0 1 0,1 0 0,29 1 0,-37 3 114,0-2-1,22-4 0,-21 2-965,34-1-1,-40 5-5973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3:05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24575,'67'-1'0,"72"2"0,-135 0 0,1-1 0,-1 0 0,1 1 0,-1 0 0,1 0 0,-1 1 0,0-1 0,1 1 0,-1 0 0,0 0 0,0 0 0,0 1 0,0-1 0,-1 1 0,1 0 0,-1 0 0,0 0 0,1 0 0,-1 1 0,-1-1 0,1 1 0,0 0 0,-1 0 0,0 0 0,0 0 0,0 0 0,-1 1 0,1-1 0,-1 0 0,0 1 0,0-1 0,0 10 0,0-4 0,0 0 0,-1 0 0,-1 0 0,1 0 0,-2 0 0,1 0 0,-1-1 0,-1 1 0,0 0 0,0-1 0,-1 1 0,0-1 0,-1 0 0,-6 10 0,-2-1 0,7-8 0,-1 0 0,0 0 0,0-1 0,-1 0 0,0-1 0,0 0 0,-1 0 0,0-1 0,-17 10 0,-30 17-1365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3:06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510 547 24575,'-7'-6'0,"1"1"0,-1 0 0,-12-7 0,13 9 0,0-1 0,1 1 0,0-1 0,0 0 0,0-1 0,0 1 0,-7-10 0,-1-4 0,8 10 0,-1-1 0,0 1 0,0 1 0,-10-10 0,2 4 0,1-1 0,1-1 0,-12-16 0,11 13 0,-27-29 0,22 27 0,1-1 0,-22-33 0,-18-22 0,51 68 0,-1-1 0,1 0 0,-6-15 0,7 14 0,-1 1 0,-12-19 0,17 28 0,1 0 0,0 0 0,0-1 0,0 1 0,0 0 0,0 0 0,0-1 0,-1 1 0,1 0 0,0 0 0,0 0 0,0-1 0,-1 1 0,1 0 0,0 0 0,0 0 0,0 0 0,-1-1 0,1 1 0,0 0 0,-1 0 0,1 0 0,0 0 0,0 0 0,-1 0 0,1 0 0,0 0 0,0 0 0,-1 0 0,1 0 0,0 0 0,0 0 0,-1 0 0,1 0 0,0 0 0,-1 0 0,1 0 0,0 0 0,0 0 0,-1 1 0,1-1 0,0 0 0,0 0 0,0 0 0,-1 0 0,1 1 0,0-1 0,0 0 0,0 0 0,-1 0 0,1 1 0,0-1 0,0 0 0,0 0 0,0 1 0,0-1 0,0 0 0,-1 0 0,1 1 0,0-1 0,0 0 0,0 0 0,0 1 0,0 0 0,-4 25 0,3-15 0,-40 133-1365,38-129-5461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3:06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24575,'10'0'0,"0"1"0,0 0 0,0 1 0,0 0 0,0 0 0,17 8 0,51 29 0,-17-7 0,27-1 0,-74-24-1365,-2-2-5461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3:07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 24575,'-4'4'0,"1"0"0,-1 1 0,1-1 0,0 1 0,0 0 0,1-1 0,0 1 0,0 1 0,0-1 0,0 0 0,-1 7 0,1-3 0,1 2 0,0-1 0,1 0 0,0 0 0,1 12 0,0-19 0,0 0 0,0 0 0,0-1 0,0 1 0,0 0 0,1 0 0,-1-1 0,1 1 0,0-1 0,0 1 0,0-1 0,0 0 0,0 0 0,0 0 0,1 0 0,-1 0 0,1 0 0,-1-1 0,1 1 0,-1-1 0,1 0 0,0 0 0,0 0 0,0 0 0,3 0 0,10 4 0,0-2 0,0 0 0,20 1 0,-34-4 0,11 1 0,1 0 0,0-1 0,18-2 0,-29 2 0,0 0 0,0-1 0,0 1 0,0-1 0,0 0 0,0 0 0,-1 0 0,1 0 0,0-1 0,-1 1 0,1-1 0,0 1 0,-1-1 0,0 0 0,0 0 0,1 0 0,-1 0 0,0 0 0,-1-1 0,1 1 0,3-6 0,5-12 0,-7 15 0,-1 0 0,1 0 0,-1 0 0,0 0 0,0 0 0,0 0 0,-1-1 0,1 1 0,-1-1 0,-1 1 0,1-1 0,-1-6 0,-1 10 0,0 0 0,0 0 0,0 0 0,0 0 0,0 0 0,0 1 0,-1-1 0,1 0 0,-1 1 0,1-1 0,-1 1 0,0-1 0,1 1 0,-1 0 0,0 0 0,0 0 0,0 0 0,0 0 0,0 0 0,0 0 0,0 1 0,0-1 0,-3 0 0,-6-1 0,1 0 0,-1 1 0,-13 0 0,-28 1-1365,37 0-5461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3:14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24575,'17'0'0,"26"1"0,0-3 0,44-7 0,-35 4 0,0 1 0,77 5 0,-39 1 0,370-2-1365,-446 0-5461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3:15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646 1 24575,'-7'0'0,"0"0"0,0 0 0,0 1 0,0 0 0,0 0 0,0 0 0,1 1 0,-1 0 0,0 0 0,1 1 0,0 0 0,0 0 0,-1 0 0,2 1 0,-1 0 0,0 0 0,1 1 0,0-1 0,-6 7 0,-12 12 0,-59 64 0,69-71 0,1 0 0,1 0 0,-19 35 0,23-37 0,-2 0 0,-16 21 0,-10 15 0,-3 3 0,12-19 0,5-5 0,10-15 0,-16 28 0,15-22 0,-1-1 0,-25 29 0,22-28 0,6-9-227,1 0-1,1 1 1,0 1-1,1-1 1,-11 26-1,14-25-6598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3:16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24575,'0'3'0,"0"3"0,0 5 0,0 2 0,0 3 0,0 0 0,0 2 0,0 0 0,0 0 0,0-1 0,0 1 0,0-1 0,0 0 0,0 0 0,0 0 0,0 0 0,3-3 0,1-3-8191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3:17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0 24575,'-1'0'0,"1"1"0,-1-1 0,0 0 0,0 1 0,1-1 0,-1 1 0,0-1 0,1 1 0,-1-1 0,1 1 0,-1-1 0,1 1 0,-1-1 0,1 1 0,-1 0 0,1-1 0,-1 1 0,1 0 0,0 0 0,-1-1 0,1 1 0,0 0 0,0 0 0,0-1 0,-1 1 0,1 0 0,0 1 0,-3 26 0,3-25 0,-1 1 0,1 1 0,0-1 0,-1 0 0,1 0 0,1 1 0,-1-1 0,1 0 0,0 0 0,0 0 0,0 0 0,0 1 0,1-2 0,-1 1 0,1 0 0,0 0 0,0 0 0,1-1 0,-1 1 0,1-1 0,0 0 0,0 0 0,0 0 0,0 0 0,0 0 0,1-1 0,3 3 0,15 9 0,-15-10 0,-1 0 0,1 1 0,-1-1 0,0 1 0,0 1 0,-1-1 0,1 1 0,-1 0 0,4 6 0,1 2 0,-1-1 0,19 18 0,-22-24 0,-2-2 0,-1 1 0,1-1 0,-1 1 0,0 0 0,0 0 0,3 10 0,6 15 0,4 3 0,-11-23 0,1 1 0,-1-1 0,2 0 0,10 13 0,-13-18 0,0 0 0,0 0 0,-1 1 0,0-1 0,4 11 0,-5-11 0,0 0 0,1 0 0,-1 0 0,2 0 0,-1-1 0,8 11 0,-7-11 0,0 0 0,0 0 0,0 1 0,-1 0 0,4 10 0,12 19 0,-18-34-124,1 0 0,-1 1 0,0-1 0,1 0 0,-1 1 0,1-1-1,-1 0 1,1 0 0,0 0 0,2 1 0,7 1-6702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3:18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0 242 24575,'2'0'0,"0"-1"0,0 1 0,0-1 0,0 0 0,0 0 0,-1 0 0,1 0 0,0 0 0,0 0 0,-1 0 0,1 0 0,1-2 0,11-7 0,-6 6 0,0 0 0,0 0 0,0-1 0,-1 0 0,0 0 0,10-11 0,-5 7 0,0 0 0,0 0 0,20-9 0,-17 10 0,-1-1 0,22-17 0,-17 10 0,-8 7 0,-1 0 0,1-1 0,-2 0 0,12-14 0,-14 15-1365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3:19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1 206 24575,'0'-2'0,"0"-1"0,1 0 0,0 1 0,-1-1 0,1 1 0,0-1 0,0 1 0,0 0 0,1-1 0,-1 1 0,1 0 0,-1 0 0,1 0 0,0 0 0,-1 0 0,1 0 0,0 1 0,0-1 0,0 0 0,1 1 0,-1 0 0,0-1 0,1 1 0,-1 0 0,0 0 0,4 0 0,7-4 0,-1 2 0,1-1 0,23-1 0,-17 1 0,1-1 0,35-13 0,-32 10 0,30-7 0,35-8 0,-57 13 0,57-9 0,-52 14 0,3 0 0,56-2 0,-70 6 0,37-7 0,-37 4 0,34 0 0,178 4-1365,-222 0-5461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3:25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24575,'0'-2'0,"0"-5"0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3:25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1025 24575,'0'-4'0,"1"1"0,1 0 0,-1-1 0,0 1 0,1 0 0,-1 0 0,1 0 0,0 0 0,4-5 0,3-5 0,71-108 0,-43 71 0,-4 6 0,-20 22-1365,0 1-5461</inkml:trace>
  <inkml:trace contextRef="#ctx0" brushRef="#br0" timeOffset="1">495 206 24575,'0'-3'0,"3"-3"0,4-2 0,1-1 0,1-3 0,0-2 0,1 1 0,2 1 0,-2-2 0,1 0 0,2-1 0,1-2 0,-2 1 0,0 2 0,-2 0 0,1 1 0,-3 1-8191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3:26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1 144 24575,'3'-3'0,"3"-1"0,2-2 0,1-1 0,3 1 0,-1-1 0,0 0 0,-1-1 0,1 0 0,0 0 0,2 0 0,2-1 0,1-3 0,-2 0 0,-1 0 0,1 3 0,0-1 0,-2 3-8191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3:26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0 331 24575,'3'0'0,"3"-3"0,5-4 0,2-3 0,3-1 0,0 3 0,2 1 0,0 0 0,-3-2 0,-2 1 0,1 1 0,1-1 0,0 1 0,1-1 0,-3-2 0,-3 0-8191</inkml:trace>
  <inkml:trace contextRef="#ctx0" brushRef="#br0" timeOffset="1">528 58 24575,'3'0'0,"4"0"0,3 0 0,3 0 0,3-3 0,1-1 0,0-2 0,1-1 0,0 1 0,3 2 0,0 1 0,-3-2 0,-2 1 0,0 0 0,-1-2 0,-2 1-8191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3:26.8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24575,'3'0'0,"4"0"0,3 0 0,4 0 0,1 0 0,2-3 0,-2 0-8191</inkml:trace>
  <inkml:trace contextRef="#ctx0" brushRef="#br0" timeOffset="1">221 0 24575,'0'0'-8191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3:30.5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24575,'11'1'0,"0"0"0,-1 1 0,1 1 0,-1 0 0,1 0 0,-1 1 0,0 0 0,0 1 0,16 11 0,27 11 0,61 34 0,-42-21 0,63 40-376,29 14-121,143 71-805,-181-94 966,-3 1 336,136 106 0,-208-140-71,152 121-556,-122-92 627,126 115 0,-122-101 0,120 122 0,87 91 0,-231-230 0,-2 2 0,58 86 0,-5-11 0,-21-29 0,-9-7-115,22 29 190,-74-89 841,33 45 1252,-29-52-2085,-24-29-67,-1 0 1,-1 2-1,1-1 1,7 14-1,4 1-16,-17-22 0,0 0 0,0 0 0,0 0 0,-1 0 0,0 1 0,0-1 0,0 1 0,3 5 0,-6-7-1365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3:31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1 307 24575,'4'1'0,"-1"-1"0,1 1 0,0-1 0,0 1 0,-1 0 0,1 1 0,-1-1 0,1 0 0,-1 1 0,1 0 0,5 4 0,34 32 0,-16-14 0,79 50 0,-62-46 0,-3 5 0,-33-26 0,0 1 0,0-1 0,1-1 0,11 7 0,140 77 0,-157-89 0,0 1 0,0 0 0,0-1 0,0 1 0,0-1 0,0 0 0,0 0 0,1 0 0,-1-1 0,0 1 0,0-1 0,1 1 0,-1-1 0,0 0 0,1-1 0,-1 1 0,0 0 0,1-1 0,-1 0 0,0 0 0,0 0 0,0 0 0,0 0 0,0-1 0,0 1 0,0-1 0,0 0 0,0 0 0,-1 0 0,1 0 0,-1 0 0,0-1 0,1 1 0,2-6 0,32-37 0,-27 34 0,-1-1 0,0 0 0,-1 0 0,8-14 0,-1-7 0,-2 0 0,-1-1 0,-1 0 0,-2-1 0,-1 0 0,-2 0 0,-2-1 0,0-69 0,-5-14-1365,1 105-5461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3:31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24575,'8'0'0,"1"0"0,-1 0 0,1 1 0,-1 0 0,0 0 0,1 1 0,-1 0 0,0 0 0,0 1 0,0 0 0,-1 1 0,1-1 0,-1 2 0,1-1 0,-2 1 0,1 0 0,0 0 0,6 8 0,19 19 0,-22-23 0,-1 0 0,0 0 0,0 1 0,-1 1 0,0-1 0,-1 1 0,0 0 0,-1 1 0,6 13 0,12 30 0,-11-29 0,15 22 326,-21-36-890,1 1 1,10 24-1,-15-26-6262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3:32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0 254 24575,'7'1'0,"0"1"0,0 0 0,-1 0 0,1 0 0,-1 0 0,1 1 0,-1 0 0,8 6 0,1-1 0,10 5 0,-16-7 0,1-1 0,0 0 0,1 0 0,-1-1 0,1 0 0,0-1 0,-1 0 0,24 2 0,-29-5 0,1 0 0,-1 0 0,1 0 0,-1-1 0,1 0 0,-1 0 0,1 0 0,-1-1 0,0 0 0,0 0 0,0 0 0,0 0 0,0-1 0,0 0 0,0 0 0,-1-1 0,0 1 0,0-1 0,0 0 0,0 0 0,0 0 0,-1 0 0,1-1 0,-1 1 0,4-9 0,0-1 49,-1 1 0,0-1 0,-1 0-1,-1-1 1,0 1 0,3-25 0,-3 1-903,-2-55 1,-2 79-5973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3:32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1285 822 24575,'-6'0'0,"1"-1"0,-1 0 0,0 0 0,1 0 0,0-1 0,-1 0 0,1 0 0,0 0 0,0-1 0,-8-5 0,-6-5 0,-23-20 0,20 15 0,-245-175-704,-11-8 704,81 63 0,151 109 0,-37-20 240,45 28-8,-51-39 0,81 54-232,0 0 0,-1 0 0,0 1 0,0 0 0,-16-6 0,23 10 0,1 0 0,-1 1 0,0-1 0,1 1 0,-1-1 0,0 1 0,0 0 0,0 0 0,0-1 0,1 1 0,-1 0 0,0 1 0,0-1 0,0 0 0,1 1 0,-1-1 0,0 1 0,0-1 0,1 1 0,-1 0 0,0-1 0,1 1 0,-1 0 0,1 0 0,-1 0 0,1 1 0,-1-1 0,1 0 0,0 0 0,0 1 0,-1-1 0,1 1 0,0-1 0,0 1 0,0-1 0,1 1 0,-1 0 0,0 0 0,0 2 0,-2 11 0,1 0 0,0 1 0,1-1 0,1 1 0,0-1 0,4 23 0,-3-22 0,2 8 0,12 45 0,0-6 0,-9-39 0,1 1 0,1-1 0,21 42 0,-19-46 0,-1 0 0,-1 0 0,-1 1 0,-1 0 0,7 38 0,-12-52 0,-2-5 0,1 0 0,1 0 0,-1 1 0,0-1 0,0 0 0,1 0 0,-1 0 0,1 0 0,0 0 0,0 1 0,0-2 0,2 5 0,-3-6 0,0 0 0,0 0 0,1 0 0,-1 0 0,0 0 0,0 0 0,0 0 0,1 0 0,-1 0 0,0 0 0,0 0 0,1 0 0,-1-1 0,0 1 0,0 0 0,0 0 0,1 0 0,-1 0 0,0 0 0,0 0 0,0-1 0,0 1 0,1 0 0,-1 0 0,0 0 0,0 0 0,0-1 0,0 1 0,0 0 0,1 0 0,-1 0 0,0-1 0,0 1 0,0 0 0,0 0 0,0-1 0,0 1 0,0 0 0,0 0 0,0-1 0,0 1 0,0 0 0,0 0 0,0 0 0,0-1 0,0 1 0,0 0 0,1-14 0,-2 2 0,-1-1 0,-1 1 0,0 0 0,-1 0 0,0 0 0,-9-17 0,6 13 0,2 6 43,0 1 1,-1 0-1,-7-10 0,-2-2-1581,6 6-5288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3:33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68 24575,'208'-11'0,"-99"3"0,-70 7 0,-1-2 0,45-10 0,-48 7 0,47-3 0,-60 7 0,45-10-1365,-53 10-5461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3:37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324 0 24575,'-1'23'0,"-5"32"0,-2 7 0,-56 448 0,50-450 0,-2-1 0,-4-1 0,-29 64 0,8-19 0,3-21 0,15-36 0,19-38 0,0 1 0,0-1 0,-1 0 0,-1 0 0,-11 13 0,14-22-1365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3:37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24575,'29'31'0,"12"12"0,-20-22 0,0 0 0,-2 2 0,0 0 0,-1 2 0,19 34 0,-26-40 0,68 94 0,-49-72 0,-1 1 0,34 68 0,-51-83 0,8 16 0,1-1 0,38 56 0,-52-86 0,0 1 0,0 0 0,-1 0 0,-1 0 0,0 1 0,-1-1 0,-1 1 0,3 21 0,-5-33 17,-1 0 0,0 0 0,0 0 1,0 0-1,0 0 0,0 0 0,0 0 0,0 0 0,-1 0 0,1 0 0,-1 0 0,1 0 0,-1-1 0,0 1 0,0 0 0,0 0 0,0-1 0,0 1 1,-2 2-1,1-2-131,-1-1 0,1 1 0,0-1 0,-1 0 1,1 0-1,-1 0 0,1 0 0,-1 0 1,1 0-1,-1-1 0,0 1 0,1-1 1,-1 0-1,-3 0 0,-12 1-6712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3:37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70 24575,'12'-1'0,"-1"0"0,1-1 0,-1 0 0,21-8 0,27-5 0,30-2 0,-61 10 0,-1 2 0,1 1 0,39-1 0,52 6-1365,-105-1-5461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3:38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1 24575,'-5'0'0,"0"0"0,0 0 0,0 0 0,0 1 0,0-1 0,0 1 0,0 0 0,0 1 0,0-1 0,0 1 0,0 0 0,1 0 0,-1 1 0,1-1 0,-1 1 0,1 0 0,0 0 0,0 1 0,1-1 0,-1 1 0,1 0 0,-6 7 0,-19 29 0,22-34 0,1 1 0,0 0 0,0 0 0,1 0 0,-1 1 0,2 0 0,-1-1 0,1 1 0,0 1 0,1-1 0,0 0 0,-2 16 0,3-16 0,1 1 0,0 1 0,0-1 0,0 1 0,3 10 0,-2-17 0,0 0 0,0 0 0,0 0 0,0 0 0,1 0 0,-1 0 0,1 0 0,0 0 0,0-1 0,0 1 0,0-1 0,0 0 0,1 1 0,-1-1 0,1 0 0,2 2 0,4 1 37,0 0-1,0 0 0,0-1 1,1 0-1,0 0 0,-1-1 1,1-1-1,16 3 0,3-2-467,49-2-1,-46-2-397,-18 1-5997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3:38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24575,'3'0'0,"4"0"0,3 0 0,4 0 0,1 0 0,2 0 0,1 3 0,-1 1 0,1-1 0,0 0 0,0-1 0,-1-1 0,0 0 0,-3-1-8191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3:38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 24575,'0'10'0,"-1"0"0,-1 0 0,-3 14 0,-4 24 0,0 20 0,5-44 0,-1 38 0,4-32 0,0-20 0,0 0 0,1 0 0,0 0 0,1 0 0,0 0 0,1 0 0,-1-1 0,5 11 0,-5-18 0,0 0 0,1 0 0,-1 0 0,1 0 0,-1-1 0,1 1 0,0-1 0,0 1 0,-1-1 0,1 1 0,0-1 0,0 0 0,0 0 0,0 0 0,1 0 0,-1-1 0,0 1 0,0 0 0,0-1 0,1 0 0,3 1 0,8 0 0,-1-1 0,23-2 0,-15 0 0,-7 1-124,-1-2 0,1 0 0,-1 0 0,1-2 0,-1 1 0,-1-2-1,1 0 1,-1 0 0,0-1 0,12-9 0,-9 6-6702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3:39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3:39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24575,'3'3'0,"1"4"0,-1 3 0,0 4 0,0 1 0,-2 2 0,0 1 0,-1-1 0,0 1 0,0 0 0,0-4-8191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3:40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0 100 24575,'3'0'0,"-1"0"0,1 0 0,-1 0 0,0 1 0,0-1 0,1 1 0,-1 0 0,0-1 0,0 1 0,1 0 0,-1 0 0,0 1 0,0-1 0,0 0 0,-1 1 0,1-1 0,0 1 0,0-1 0,-1 1 0,1 0 0,-1 0 0,2 2 0,2 5 0,-1-1 0,0 1 0,-1 0 0,4 13 0,-5-13 0,1 0 0,1 0 0,4 11 0,4 3 0,8 14 0,-19-35 0,0 1 0,1-1 0,-1 0 0,1 0 0,0 0 0,0 0 0,0-1 0,0 1 0,0 0 0,0-1 0,4 3 0,-4-4 0,-1 1 0,1-1 0,-1 0 0,1 1 0,-1-1 0,1 0 0,0 0 0,-1 0 0,1 0 0,-1-1 0,1 1 0,-1 0 0,1-1 0,-1 1 0,1-1 0,-1 1 0,1-1 0,-1 0 0,0 1 0,1-1 0,-1 0 0,0 0 0,3-2 0,2-3 0,0-1 0,0 1 0,6-11 0,5-4 0,-8 11 0,-1-1 0,0 0 0,0 0 0,-1-1 0,5-13 0,21-31 0,-25 43-227,0 0-1,-1-1 1,0 0-1,-1 0 1,5-16-1,-6 15-6598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3:40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24575,'0'3'0,"0"4"0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3:40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68 24575,'0'3'0,"0"4"0,0 3 0,0 4 0,0 1 0,0 2 0,0 1 0,0-1 0,0 1 0,0 0 0,0-1 0,0 0 0,0 1 0,0-1 0,0-3-8191</inkml:trace>
  <inkml:trace contextRef="#ctx0" brushRef="#br0" timeOffset="1">119 0 24575,'3'0'0,"4"0"0,4 0 0,2 0 0,3 0 0,0 0 0,2 0 0,0 0 0,-1 0 0,1 0 0,-3 0-8191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3:41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24575,'0'325'0,"1"-321"0,-1 0 0,1 0 0,0 0 0,0 0 0,0-1 0,0 1 0,1 0 0,-1 0 0,1-1 0,0 1 0,0-1 0,0 1 0,1-1 0,-1 0 0,1 0 0,0 0 0,0 0 0,0-1 0,6 5 0,1 0 0,0-1 0,0 0 0,1-1 0,0 0 0,19 5 0,-12-6 0,0-1 0,0-1 0,0-1 0,-1-1 0,1 0 0,23-4 0,-38 4-97,1-1-1,0 0 1,0 0-1,-1 0 1,1 0-1,-1 0 1,1-1-1,-1 1 1,0-1-1,1 0 1,-1 0-1,0 0 0,4-4 1,2-4-6729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3:41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24575,'0'7'0,"-1"-1"0,1 1 0,1-1 0,-1 1 0,1-1 0,0 0 0,0 1 0,1-1 0,0 0 0,0 0 0,1 0 0,-1 0 0,1 0 0,0-1 0,8 11 0,31 32 0,-27-31 0,25 34 0,-38-48 0,1 0 0,-1 0 0,1-1 0,-1 1 0,1-1 0,0 0 0,-1 0 0,1 0 0,0 0 0,1-1 0,-1 1 0,0-1 0,0 1 0,1-1 0,-1 0 0,0-1 0,1 1 0,6 0 0,5 0 0,0-1 0,0-1 0,16-2 0,-25 3 0,-1-1-105,0-1 0,0 1 0,0-1 0,0 0 0,0 0 0,-1 0 0,1-1 0,0 0 0,-1 0 0,0 0 0,0 0 0,5-6 0,0 2-6721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3:41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494 0 24575,'-2'2'0,"-1"-1"0,1 0 0,0 1 0,0-1 0,-1 1 0,1 0 0,0 0 0,1 0 0,-1 0 0,0 0 0,1 0 0,-3 3 0,-8 9 0,4-6 0,0 0 0,1 1 0,0 0 0,0 0 0,-7 14 0,-21 29 0,-198 231 0,192-231 0,25-31 0,0-1 0,-23 21 0,28-32-1365,0-2-5461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4:01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1 411 24575,'0'-1'0,"0"-1"0,1 0 0,-1 0 0,1 0 0,-1 0 0,1 1 0,0-1 0,0 0 0,0 1 0,0-1 0,0 1 0,0-1 0,1 1 0,-1-1 0,0 1 0,1 0 0,2-3 0,31-18 0,-30 20 0,42-23-65,1 3 0,1 2 1,1 2-1,64-14 0,213-27-460,-132 27 393,106-12 132,-196 30 0,583-40 0,-421 38-147,145-3-137,-335 19 438,72 1 613,-119 1-644,-1 1-1,0 2 1,30 8 0,419 153-123,-385-129 0,132 61 0,48 33 0,-231-115 0,-29-12 0,0 1 0,0 1 0,13 8 0,118 83 0,-74-53 0,-45-30 0,30 23 0,1 6 0,31 24 0,-59-43 0,0-1 0,29 33 0,-42-42 0,31 25 0,11 10 0,93 104 0,-81-70 0,-37-43 0,12 25 0,-8-12 0,-16-23 0,-2 1 0,0 1 0,-2 1 0,14 44 0,-17-43 0,9 5 0,-17-30 0,0 0 0,0 0 0,5 14 0,-5-2 0,6 41 0,-9-44 0,1-1 0,1 0 0,0 0 0,7 18 0,-5-18 0,-1 0 0,0 1 0,-1-1 0,-2 1 0,1 0 0,-2 34 0,0-21 0,7 67 0,1 43 0,-9-113 0,0-1 0,-2 0 0,-1 0 0,-2 0 0,-8 33 0,5-34 0,5-14 0,-1 0 0,0 0 0,-1 0 0,0-1 0,-1 0 0,-8 13 0,-61 94 0,45-69 0,-49 64 0,44-67 0,26-33 0,-1 1 0,0-1 0,-1-1 0,-1 0 0,-21 17 0,10-11 0,-33 35 0,-7 5 0,-91 53 0,-24 12 0,-6 12-263,-29 19-60,146-109 323,-70 43 0,53-33 388,31-19-190,-4-2-198,29-18 0,-30 22 0,23-14 0,-1-2 0,-72 34 0,56-31 0,-32 25 0,59-33 0,-44 21 0,-433 191 0,171-86 0,313-135 0,-42 20 0,-79 24 0,78-37-1365,50-11-5461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4:02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273 1 24575,'-2'0'0,"0"1"0,-1-1 0,1 1 0,0 0 0,0 0 0,0 0 0,1 0 0,-1 0 0,0 1 0,0-1 0,1 1 0,-3 1 0,-18 21 0,4 2 0,-20 39 0,3-3 0,-60 105 0,91-156 0,-1 1 0,1 0 0,1 0 0,0 0 0,1 0 0,0 1 0,1 24 0,-6 29 0,5-58 0,1 0 0,-1 0 0,1 0 0,0 0 0,1 1 0,0 7 0,0-14 0,1 0 0,-1 0 0,0-1 0,1 1 0,0 0 0,-1 0 0,1 0 0,0-1 0,0 1 0,0-1 0,0 1 0,0 0 0,0-1 0,0 0 0,0 1 0,1-1 0,-1 0 0,0 1 0,1-1 0,-1 0 0,1 0 0,0 0 0,-1 0 0,1-1 0,0 1 0,-1 0 0,4 0 0,123 25 0,-79-17 0,47 14 0,133 34 0,-129-35 0,49 19 0,-111-32 0,77 7 0,-88-10-1365,-16-2-5461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01.5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24575,'19'0'0,"1"1"0,-1 0 0,31 8 0,-3-1 0,1-1 0,48 0 0,172-5 0,-147-3 0,-104 0 30,1-1 0,16-3 0,-7 0-1485,-12 3-5371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01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24575,'-1'79'0,"3"89"0,2-133 0,2 0 0,1 0 0,2-1 0,1 0 0,2-1 0,1 0 0,28 49 0,-19-47 0,40 50 0,-48-66 0,-5-9 0,-1-1 0,2 0 0,-1-1 0,1 0 0,0 0 0,1-1 0,0 0 0,13 6 0,-1-2 0,0-2 0,0-1 0,32 8 0,-30-12 0,1-1 0,0-1 0,1-1 0,27-3 0,2 0 0,-42 1 0,0 0 0,0 0 0,-1-2 0,1 0 0,0 0 0,-1-1 0,0-1 0,0 0 0,0-1 0,-1-1 0,13-8 0,6 2 183,-24 10-170,-1 1-1,1-1 1,-1 0 0,0-1-1,7-4 1,-12 7-75,0 0-1,1 0 1,-1-1-1,0 1 1,0 0-1,0-1 1,0 1-1,0-1 1,0 1 0,0-1-1,-1 1 1,1-1-1,-1 1 1,1-1-1,-1 0 1,1 1-1,-1-1 1,0 0-1,0 0 1,0 1-1,0-1 1,0 0-1,0 1 1,0-1-1,-1-2 1,-3-7-6764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02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0 120 24575,'4'-2'0,"-1"0"0,1 0 0,0 0 0,0 0 0,0 1 0,0-1 0,0 1 0,1 0 0,-1 1 0,0-1 0,0 1 0,6-1 0,11-1 0,90-25 0,-44 10 0,129-21 0,-150 31 0,-16 2 0,56-1 0,-2 6-1365,-69 0-5461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02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 24575,'1'0'0,"1"0"0,0 0 0,0 1 0,0-1 0,-1 1 0,1-1 0,0 1 0,-1 0 0,1 0 0,0 0 0,-1 0 0,1 0 0,-1 0 0,0 0 0,1 0 0,-1 1 0,0-1 0,0 0 0,0 1 0,2 1 0,18 39 0,-10-21 0,7 16 0,-2 0 0,22 73 0,-14-34 0,-14-46 0,-5-15 0,-1 0 0,2 0 0,0-1 0,1 0 0,0 0 0,13 18 0,-19-31 0,0 0 0,0 0 0,0 1 0,0-1 0,0 0 0,0 0 0,0-1 0,0 1 0,1 0 0,-1 0 0,0-1 0,1 1 0,-1 0 0,1-1 0,-1 1 0,0-1 0,1 0 0,-1 1 0,1-1 0,-1 0 0,1 0 0,1 0 0,-1-1 0,1 1 0,-1-1 0,0 0 0,1 0 0,-1 0 0,0 0 0,0 0 0,0-1 0,0 1 0,0-1 0,0 1 0,2-4 0,5-5 0,-1-1 0,-1 1 0,14-25 0,-19 30 0,38-65 0,-4 7 0,-2-1 0,40-107 0,-71 160-273,0 0 0,-1 0 0,-1 0 0,1-13 0,-1 10-6553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03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123 396 24575,'37'0'0,"45"-1"0,-78 0 0,0 0 0,1-1 0,-1 0 0,0 0 0,0 0 0,0 0 0,0 0 0,0-1 0,-1 0 0,1 0 0,-1 0 0,0 0 0,0 0 0,0-1 0,4-6 0,22-19 0,-25 25 0,0 0 0,0 0 0,0 0 0,0 0 0,-1-1 0,0 1 0,0-1 0,0 0 0,0 0 0,-1 0 0,0 0 0,0 0 0,0-1 0,-1 1 0,0-1 0,1-9 0,0-6 0,-2 0 0,0 0 0,-4-23 0,3 40 0,1 0 0,-1 0 0,0-1 0,0 1 0,0 0 0,-1 0 0,1 0 0,-1 0 0,0 0 0,0 0 0,0 1 0,-1-1 0,1 1 0,-1-1 0,-5-4 0,2 3 0,0 1 0,0 0 0,-1 1 0,1-1 0,-1 1 0,1 0 0,-1 1 0,-11-3 0,-6-2 0,-46-6 0,60 12 0,1 0 0,-1 1 0,1 0 0,-1 1 0,1 0 0,-1 0 0,1 1 0,-10 3 0,14-2 0,1-1 0,-1 1 0,1 0 0,-1 0 0,1 0 0,0 1 0,0-1 0,1 1 0,-1 0 0,1 0 0,0 0 0,0 1 0,0-1 0,1 1 0,-1 0 0,-1 6 0,-1 1 0,1-1 0,0 1 0,1 0 0,1 0 0,-3 24 0,5-35 0,-2 37 0,1 1 0,8 67 0,-4-94 0,1-1 0,0 0 0,1 1 0,0-2 0,1 1 0,0-1 0,0 1 0,14 14 0,12 22 0,-27-41 0,1 0 0,0-1 0,0 1 0,0-1 0,0 0 0,1-1 0,-1 0 0,1 0 0,13 5 0,-2 0 0,-10-5 0,0-1 0,0 0 0,1 0 0,-1 0 0,1-1 0,0-1 0,14 2 0,66-4 0,-37-1 0,-49 2-50,1 0-1,-1-1 1,0 1-1,0-1 0,1 1 1,-1-1-1,0 0 1,0 0-1,0 0 1,0 0-1,0-1 0,0 1 1,-1-1-1,1 0 1,0 0-1,-1 0 1,1 0-1,-1 0 0,0-1 1,0 1-1,0-1 1,0 1-1,0-1 1,0 0-1,-1 1 1,3-7-1,2-5-6775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03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 24575,'1'1'0,"1"-1"0,0 0 0,0 1 0,0-1 0,-1 1 0,1-1 0,0 1 0,-1 0 0,1 0 0,0-1 0,-1 1 0,1 1 0,-1-1 0,1 0 0,-1 0 0,0 0 0,0 1 0,1-1 0,-1 1 0,0-1 0,0 1 0,0-1 0,0 1 0,0 1 0,4 8 0,-1 0 0,6 22 0,1 1 0,-5-21 0,0-1 0,-1 1 0,0 1 0,-1-1 0,-1 1 0,0 0 0,-1-1 0,1 21 0,-2-21 0,0-1 0,0 0 0,1 1 0,6 16 0,-4-68 0,-4 32 0,-1-10 0,1-1 0,1 1 0,1 0 0,0 0 0,1 0 0,6-19 0,-2 17 0,0 1 0,1 0 0,1 1 0,1 0 0,0 0 0,1 1 0,24-27 0,-30 39 0,0 0 0,1 0 0,0 0 0,0 0 0,0 1 0,0 0 0,0 1 0,1-1 0,-1 1 0,1 0 0,-1 1 0,1-1 0,0 1 0,0 1 0,0-1 0,0 1 0,-1 1 0,1-1 0,0 1 0,0 0 0,-1 1 0,1-1 0,0 1 0,-1 1 0,0-1 0,1 1 0,-1 0 0,0 0 0,0 1 0,-1 0 0,11 9 0,19 14 0,-30-23 0,1-1 0,-1 1 0,0 0 0,0 1 0,-1-1 0,1 1 0,6 9 0,2 4 0,0 0 0,1-1 0,22 21 0,-30-31 0,-1 0 0,1 0 0,-1 0 0,-1 1 0,6 11 0,12 20 0,-14-28 0,2 5 0,1-1 0,0-1 0,1 0 0,17 15 0,-24-26-76,0 0 1,0-1-1,1 1 0,-1-1 0,1-1 0,-1 1 0,1-1 0,0 0 1,-1 0-1,1 0 0,0-1 0,0 0 0,-1 0 0,1 0 1,0-1-1,0 0 0,7-2 0,-2-1-6750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04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0 122 24575,'47'-1'0,"71"-9"0,57-10 0,-127 19 0,11-1 0,-55 2 0,0-1 0,1 0 0,-1 0 0,0 0 0,0 0 0,0-1 0,0 1 0,0-1 0,0 0 0,4-3 0,-7 4 15,0 0 0,0 0 0,0 0 0,0 0-1,0 0 1,0 0 0,0 0 0,-1 0 0,1 0 0,0 0-1,-1-1 1,1 1 0,-1 0 0,1 0 0,-1-1 0,0 1 0,1 0-1,-1-1 1,0 1 0,0 0 0,0-1 0,0-1 0,-1 0-229,1-1 1,-1 1 0,0 0-1,0 0 1,-1 0 0,1 0-1,-4-6 1,-2-2-6613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2:04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24575,'0'665'0,"-1"-661"0,1-1 0,0 0 0,1 0 0,-1 0 0,0 0 0,1 1 0,0-1 0,0 0 0,0 0 0,0 0 0,0 0 0,0 0 0,1-1 0,0 1 0,2 3 0,-2-4 0,1 0 0,-1 0 0,0 0 0,1-1 0,0 1 0,-1-1 0,1 0 0,0 0 0,0 0 0,0 0 0,0 0 0,0-1 0,0 1 0,0-1 0,0 0 0,4 0 0,131-3-1365,-123 3-5461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4T19:54:48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2799 2269 24575,'-850'0'-631,"731"-5"631,-138-25 0,254 29 0,-333-68 631,318 64-631,-8-1 0,-1-1 0,1-1 0,0-1 0,1-1 0,-36-21 0,29 13 0,0 2 0,-44-15 0,-26-14 0,8-4 0,40 20 0,-77-54 0,4 2 0,112 71 0,1 0 0,-22-20 0,-1-1 0,26 22 0,0-1 0,1 0 0,-13-17 0,14 16 0,0 0 0,-2 0 0,-11-9 0,7 7 0,-1-2 0,-18-22 0,-2-3 0,28 31 0,1-1 0,0 1 0,1-2 0,0 1 0,1-1 0,0 0 0,0 0 0,1 0 0,0 0 0,1-1 0,-2-17 0,3-155 0,4 96 0,-2 77 0,1-1 0,0 1 0,1 0 0,1 0 0,0 0 0,0 0 0,1 1 0,0-1 0,1 1 0,0 0 0,1 0 0,0 1 0,0 0 0,1 0 0,0 0 0,17-14 0,13-17 0,-29 30 0,1 1 0,-1 0 0,1 0 0,1 1 0,13-9 0,16-14 0,-31 23 0,0 2 0,0-1 0,12-7 0,141-66 0,-111 56 0,-23 10 0,0 1 0,37-11 0,322-75-1142,-191 52 1142,314-63 0,-26 13 0,158-14-265,-521 93 199,107 1-12,-116 11 90,371-1-12,-302 8 0,-135 1 192,0 1 1,76 16-1,85 34 624,-161-40-740,61 23 12,14 4-106,-77-27 18,0 2 0,62 31 0,-60-24 0,77 24 0,-93-37 0,0 1 0,0 2 0,-1 0 0,0 2 0,-1 1 0,-1 1 0,33 27 0,-51-36 0,1 2 0,-1-1 0,-1 1 0,0 0 0,11 18 0,22 54 0,-38-76 0,18 31 0,-16-30 0,0 0 0,-1 0 0,0 0 0,0 1 0,0-1 0,-1 1 0,3 9 0,-1 24 0,-2 1 0,-1 1 0,-6 50 0,3-74 0,-1 0 0,0 0 0,-2 0 0,0 0 0,-14 31 0,-49 80 0,11-43 0,8-13 0,39-60 0,0 0 0,0-1 0,-1 0 0,-1-1 0,-18 15 0,-27 26 0,36-31 0,-1-2 0,0 0 0,-2-1 0,0-2 0,-42 23 0,-141 52 0,-152 15 0,278-85 0,-30 5 0,-180 19 0,122-27 0,23-1 0,21 0 0,41-1 0,61-10 0,0-2 0,-45 4 0,45-6 0,-29 5 0,30-4 0,-34 2 0,31-4 0,3-2 0,0 2 0,1 0 0,-32 7 0,-5 0 0,45-7 0,1 0 0,0 1 0,-1 0 0,1 1 0,-13 5 0,-20 11 0,-65 39 0,70-31 0,23-15 0,-1-1 0,0 0 0,-33 14 0,27-17 0,14-5 0,0 0 0,1 1 0,-12 5 0,11-3-341,0-1 0,-1 0-1,-12 3 1,9-4-6485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302E10-2A0F-EBFF-F69A-AE9B84C4DA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0321252-B519-2CD4-41D3-35F5604CEE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A841C8-7043-30C4-D4C4-410D4452F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40A48-ED0F-4F81-A7EB-C3B971E419A0}" type="datetimeFigureOut">
              <a:rPr lang="ko-KR" altLang="en-US" smtClean="0"/>
              <a:t>2023-09-06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F8E75D-2ADE-7A98-5551-89E3FAEED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B4CAD9-E203-3E0B-F512-FD6525112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DE6F3-70AE-4677-BF09-D608FC6C1D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3749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B363FF-A377-919D-BB35-E79302DCE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031DD4-6222-3893-62A9-F55A55F64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2B5AB1-4F30-B116-6D12-C101B6754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40A48-ED0F-4F81-A7EB-C3B971E419A0}" type="datetimeFigureOut">
              <a:rPr lang="ko-KR" altLang="en-US" smtClean="0"/>
              <a:t>2023-09-06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CFD49D-4C6C-8B4F-6E3B-86B6F3EF0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48BB96-5BE5-6802-02B4-FDDDF0FB8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DE6F3-70AE-4677-BF09-D608FC6C1D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167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28DF4B-86AF-856A-C1F3-2A032463D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D2461F-ED0B-9441-91ED-1F0BF5CC4A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DFBF13-B922-2689-1372-439ABC796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40A48-ED0F-4F81-A7EB-C3B971E419A0}" type="datetimeFigureOut">
              <a:rPr lang="ko-KR" altLang="en-US" smtClean="0"/>
              <a:t>2023-09-06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DD55C8-CA4B-8104-4212-318B97890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B642A1-D209-B192-4E86-1E8773258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DE6F3-70AE-4677-BF09-D608FC6C1D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1142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CA5E45-8E1C-33C4-A0D3-B19065F13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A6FF96-E887-E78A-31D7-0974A57D99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6F673B1-8D4B-0EBE-102C-3AAFA5131F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6AA7924-E476-8D3C-2F48-C538B0574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40A48-ED0F-4F81-A7EB-C3B971E419A0}" type="datetimeFigureOut">
              <a:rPr lang="ko-KR" altLang="en-US" smtClean="0"/>
              <a:t>2023-09-06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7F538E1-3309-AA6B-667D-F71CA2852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0C90A1-1FE1-0E29-7284-088A629B2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DE6F3-70AE-4677-BF09-D608FC6C1D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2169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32E5B5-FE41-F144-B847-AA00AF456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C0B363-068D-977B-36EB-180A177193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965F35B-9173-20BD-52A5-7D208B07CB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2970BA2-9B0C-792A-EABF-6B48394876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8E1FCF2-C8CE-956F-416A-1C240C5E0E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BAE0C40-38D3-409D-FF0D-67E72138E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40A48-ED0F-4F81-A7EB-C3B971E419A0}" type="datetimeFigureOut">
              <a:rPr lang="ko-KR" altLang="en-US" smtClean="0"/>
              <a:t>2023-09-06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F19C3B5-C4FF-3CBF-3784-BD00871F1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50158E7-D8E1-E3AB-D11A-66DFA4B77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DE6F3-70AE-4677-BF09-D608FC6C1D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3966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D291AB-1BE2-F2C0-F734-B40B8DF90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9F25CD3-D1A7-D280-2A66-E92DE7093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40A48-ED0F-4F81-A7EB-C3B971E419A0}" type="datetimeFigureOut">
              <a:rPr lang="ko-KR" altLang="en-US" smtClean="0"/>
              <a:t>2023-09-06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C8A03C5-9476-41FE-D479-1780420FF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0CC1F03-E33F-A3B4-DB86-D694D0E03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DE6F3-70AE-4677-BF09-D608FC6C1D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1837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A8C4235-59E5-351A-6E83-3FFA4E063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40A48-ED0F-4F81-A7EB-C3B971E419A0}" type="datetimeFigureOut">
              <a:rPr lang="ko-KR" altLang="en-US" smtClean="0"/>
              <a:t>2023-09-06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AAEEAFD-5806-F373-BD66-1F8F2B261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765E47-B131-C6DC-4A97-3C6D31595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DE6F3-70AE-4677-BF09-D608FC6C1D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0316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0F2746-761C-463F-BBA9-69979FF20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987199-8791-55E7-D1CA-4851AC0D82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7216E6F-1496-FF3E-3B98-B68CA108EF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6E7A510-A6BC-A398-3620-2743D68DF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40A48-ED0F-4F81-A7EB-C3B971E419A0}" type="datetimeFigureOut">
              <a:rPr lang="ko-KR" altLang="en-US" smtClean="0"/>
              <a:t>2023-09-06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1E1C460-EC6B-B938-E4FB-A347B4CFF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43BDA01-8C1E-BD19-8CCF-5945291F9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DE6F3-70AE-4677-BF09-D608FC6C1D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5891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A4336F-685E-3011-C960-5DC9EE7D4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A904B30-5FB2-2C75-E70D-A59E0B5B33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2E35950-FEFC-38E3-AF65-09BBFB0C32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C28DC51-05E4-B0E3-9C61-4EE3BC917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40A48-ED0F-4F81-A7EB-C3B971E419A0}" type="datetimeFigureOut">
              <a:rPr lang="ko-KR" altLang="en-US" smtClean="0"/>
              <a:t>2023-09-06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85DFBE8-6E4C-09FC-C11E-171E4A256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668954-7999-A684-2566-271886B92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DE6F3-70AE-4677-BF09-D608FC6C1D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075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B07F5E-C05F-802B-E577-5E757D522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94480D2-165C-523E-A839-4090791885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3F1CC0-E15C-6276-7D27-3F95B9536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40A48-ED0F-4F81-A7EB-C3B971E419A0}" type="datetimeFigureOut">
              <a:rPr lang="ko-KR" altLang="en-US" smtClean="0"/>
              <a:t>2023-09-06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538DCF-B6D7-810D-B34A-E67DE57D9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C13963-3DA7-39E2-E589-11E5FC7B3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DE6F3-70AE-4677-BF09-D608FC6C1D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4513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3BDBA1A-6C63-7F4F-FECF-6FDC8CE7F9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5D0BB51-B6FF-C546-0469-8C03A3484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F796D3-1E91-3F0E-9CD9-B4AB0786A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40A48-ED0F-4F81-A7EB-C3B971E419A0}" type="datetimeFigureOut">
              <a:rPr lang="ko-KR" altLang="en-US" smtClean="0"/>
              <a:t>2023-09-06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343691-7F83-8DE5-C3C8-81390B73C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8B8E90-E644-7451-0BFF-8ED85E8DE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DE6F3-70AE-4677-BF09-D608FC6C1D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0756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8E56DA7-4A49-4D76-6E0E-41FC8534F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6210ACB-CB76-BE8D-BCDE-B0E8A8FE3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48C19C-B619-2D8A-7ECB-3733F22D32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640A48-ED0F-4F81-A7EB-C3B971E419A0}" type="datetimeFigureOut">
              <a:rPr lang="ko-KR" altLang="en-US" smtClean="0"/>
              <a:t>2023-09-06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EA104D-31A2-270D-2331-EE20DB8A6E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6BA8CC-1A93-AA4D-5F17-0BDFF52474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CDE6F3-70AE-4677-BF09-D608FC6C1D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948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5" Type="http://schemas.openxmlformats.org/officeDocument/2006/relationships/image" Target="../media/image2.png"/><Relationship Id="rId4" Type="http://schemas.openxmlformats.org/officeDocument/2006/relationships/customXml" Target="../ink/ink2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0.png"/><Relationship Id="rId299" Type="http://schemas.openxmlformats.org/officeDocument/2006/relationships/image" Target="../media/image149.png"/><Relationship Id="rId21" Type="http://schemas.openxmlformats.org/officeDocument/2006/relationships/image" Target="../media/image12.png"/><Relationship Id="rId63" Type="http://schemas.openxmlformats.org/officeDocument/2006/relationships/image" Target="../media/image33.png"/><Relationship Id="rId159" Type="http://schemas.openxmlformats.org/officeDocument/2006/relationships/image" Target="../media/image81.png"/><Relationship Id="rId324" Type="http://schemas.openxmlformats.org/officeDocument/2006/relationships/customXml" Target="../ink/ink167.xml"/><Relationship Id="rId366" Type="http://schemas.openxmlformats.org/officeDocument/2006/relationships/image" Target="../media/image182.png"/><Relationship Id="rId170" Type="http://schemas.openxmlformats.org/officeDocument/2006/relationships/customXml" Target="../ink/ink88.xml"/><Relationship Id="rId226" Type="http://schemas.openxmlformats.org/officeDocument/2006/relationships/customXml" Target="../ink/ink116.xml"/><Relationship Id="rId433" Type="http://schemas.openxmlformats.org/officeDocument/2006/relationships/customXml" Target="../ink/ink222.xml"/><Relationship Id="rId268" Type="http://schemas.openxmlformats.org/officeDocument/2006/relationships/image" Target="../media/image135.png"/><Relationship Id="rId32" Type="http://schemas.openxmlformats.org/officeDocument/2006/relationships/customXml" Target="../ink/ink19.xml"/><Relationship Id="rId74" Type="http://schemas.openxmlformats.org/officeDocument/2006/relationships/customXml" Target="../ink/ink40.xml"/><Relationship Id="rId128" Type="http://schemas.openxmlformats.org/officeDocument/2006/relationships/customXml" Target="../ink/ink67.xml"/><Relationship Id="rId335" Type="http://schemas.openxmlformats.org/officeDocument/2006/relationships/customXml" Target="../ink/ink173.xml"/><Relationship Id="rId377" Type="http://schemas.openxmlformats.org/officeDocument/2006/relationships/customXml" Target="../ink/ink194.xml"/><Relationship Id="rId5" Type="http://schemas.openxmlformats.org/officeDocument/2006/relationships/image" Target="../media/image4.png"/><Relationship Id="rId181" Type="http://schemas.openxmlformats.org/officeDocument/2006/relationships/image" Target="../media/image92.png"/><Relationship Id="rId237" Type="http://schemas.openxmlformats.org/officeDocument/2006/relationships/image" Target="../media/image120.png"/><Relationship Id="rId402" Type="http://schemas.openxmlformats.org/officeDocument/2006/relationships/image" Target="../media/image200.png"/><Relationship Id="rId279" Type="http://schemas.openxmlformats.org/officeDocument/2006/relationships/image" Target="../media/image139.png"/><Relationship Id="rId444" Type="http://schemas.openxmlformats.org/officeDocument/2006/relationships/image" Target="../media/image221.png"/><Relationship Id="rId43" Type="http://schemas.openxmlformats.org/officeDocument/2006/relationships/image" Target="../media/image23.png"/><Relationship Id="rId139" Type="http://schemas.openxmlformats.org/officeDocument/2006/relationships/image" Target="../media/image71.png"/><Relationship Id="rId290" Type="http://schemas.openxmlformats.org/officeDocument/2006/relationships/customXml" Target="../ink/ink150.xml"/><Relationship Id="rId304" Type="http://schemas.openxmlformats.org/officeDocument/2006/relationships/customXml" Target="../ink/ink157.xml"/><Relationship Id="rId346" Type="http://schemas.openxmlformats.org/officeDocument/2006/relationships/image" Target="../media/image172.png"/><Relationship Id="rId388" Type="http://schemas.openxmlformats.org/officeDocument/2006/relationships/image" Target="../media/image193.png"/><Relationship Id="rId85" Type="http://schemas.openxmlformats.org/officeDocument/2006/relationships/image" Target="../media/image44.png"/><Relationship Id="rId150" Type="http://schemas.openxmlformats.org/officeDocument/2006/relationships/customXml" Target="../ink/ink78.xml"/><Relationship Id="rId192" Type="http://schemas.openxmlformats.org/officeDocument/2006/relationships/customXml" Target="../ink/ink99.xml"/><Relationship Id="rId206" Type="http://schemas.openxmlformats.org/officeDocument/2006/relationships/customXml" Target="../ink/ink106.xml"/><Relationship Id="rId413" Type="http://schemas.openxmlformats.org/officeDocument/2006/relationships/customXml" Target="../ink/ink212.xml"/><Relationship Id="rId248" Type="http://schemas.openxmlformats.org/officeDocument/2006/relationships/customXml" Target="../ink/ink127.xml"/><Relationship Id="rId455" Type="http://schemas.openxmlformats.org/officeDocument/2006/relationships/customXml" Target="../ink/ink233.xml"/><Relationship Id="rId12" Type="http://schemas.openxmlformats.org/officeDocument/2006/relationships/customXml" Target="../ink/ink9.xml"/><Relationship Id="rId108" Type="http://schemas.openxmlformats.org/officeDocument/2006/relationships/customXml" Target="../ink/ink57.xml"/><Relationship Id="rId315" Type="http://schemas.openxmlformats.org/officeDocument/2006/relationships/image" Target="../media/image157.png"/><Relationship Id="rId357" Type="http://schemas.openxmlformats.org/officeDocument/2006/relationships/customXml" Target="../ink/ink184.xml"/><Relationship Id="rId54" Type="http://schemas.openxmlformats.org/officeDocument/2006/relationships/customXml" Target="../ink/ink30.xml"/><Relationship Id="rId96" Type="http://schemas.openxmlformats.org/officeDocument/2006/relationships/customXml" Target="../ink/ink51.xml"/><Relationship Id="rId161" Type="http://schemas.openxmlformats.org/officeDocument/2006/relationships/image" Target="../media/image82.png"/><Relationship Id="rId217" Type="http://schemas.openxmlformats.org/officeDocument/2006/relationships/image" Target="../media/image110.png"/><Relationship Id="rId399" Type="http://schemas.openxmlformats.org/officeDocument/2006/relationships/customXml" Target="../ink/ink205.xml"/><Relationship Id="rId259" Type="http://schemas.openxmlformats.org/officeDocument/2006/relationships/image" Target="../media/image131.png"/><Relationship Id="rId424" Type="http://schemas.openxmlformats.org/officeDocument/2006/relationships/image" Target="../media/image211.png"/><Relationship Id="rId23" Type="http://schemas.openxmlformats.org/officeDocument/2006/relationships/image" Target="../media/image13.png"/><Relationship Id="rId119" Type="http://schemas.openxmlformats.org/officeDocument/2006/relationships/image" Target="../media/image61.png"/><Relationship Id="rId270" Type="http://schemas.openxmlformats.org/officeDocument/2006/relationships/image" Target="../media/image136.png"/><Relationship Id="rId326" Type="http://schemas.openxmlformats.org/officeDocument/2006/relationships/customXml" Target="../ink/ink168.xml"/><Relationship Id="rId65" Type="http://schemas.openxmlformats.org/officeDocument/2006/relationships/image" Target="../media/image34.png"/><Relationship Id="rId130" Type="http://schemas.openxmlformats.org/officeDocument/2006/relationships/customXml" Target="../ink/ink68.xml"/><Relationship Id="rId368" Type="http://schemas.openxmlformats.org/officeDocument/2006/relationships/image" Target="../media/image183.png"/><Relationship Id="rId172" Type="http://schemas.openxmlformats.org/officeDocument/2006/relationships/customXml" Target="../ink/ink89.xml"/><Relationship Id="rId228" Type="http://schemas.openxmlformats.org/officeDocument/2006/relationships/customXml" Target="../ink/ink117.xml"/><Relationship Id="rId435" Type="http://schemas.openxmlformats.org/officeDocument/2006/relationships/customXml" Target="../ink/ink223.xml"/><Relationship Id="rId281" Type="http://schemas.openxmlformats.org/officeDocument/2006/relationships/image" Target="../media/image140.png"/><Relationship Id="rId337" Type="http://schemas.openxmlformats.org/officeDocument/2006/relationships/customXml" Target="../ink/ink174.xml"/><Relationship Id="rId34" Type="http://schemas.openxmlformats.org/officeDocument/2006/relationships/customXml" Target="../ink/ink20.xml"/><Relationship Id="rId76" Type="http://schemas.openxmlformats.org/officeDocument/2006/relationships/customXml" Target="../ink/ink41.xml"/><Relationship Id="rId141" Type="http://schemas.openxmlformats.org/officeDocument/2006/relationships/image" Target="../media/image72.png"/><Relationship Id="rId379" Type="http://schemas.openxmlformats.org/officeDocument/2006/relationships/customXml" Target="../ink/ink195.xml"/><Relationship Id="rId7" Type="http://schemas.openxmlformats.org/officeDocument/2006/relationships/image" Target="../media/image5.png"/><Relationship Id="rId183" Type="http://schemas.openxmlformats.org/officeDocument/2006/relationships/image" Target="../media/image93.png"/><Relationship Id="rId239" Type="http://schemas.openxmlformats.org/officeDocument/2006/relationships/image" Target="../media/image121.png"/><Relationship Id="rId390" Type="http://schemas.openxmlformats.org/officeDocument/2006/relationships/image" Target="../media/image194.png"/><Relationship Id="rId404" Type="http://schemas.openxmlformats.org/officeDocument/2006/relationships/image" Target="../media/image201.png"/><Relationship Id="rId446" Type="http://schemas.openxmlformats.org/officeDocument/2006/relationships/image" Target="../media/image222.png"/><Relationship Id="rId250" Type="http://schemas.openxmlformats.org/officeDocument/2006/relationships/customXml" Target="../ink/ink128.xml"/><Relationship Id="rId292" Type="http://schemas.openxmlformats.org/officeDocument/2006/relationships/customXml" Target="../ink/ink151.xml"/><Relationship Id="rId306" Type="http://schemas.openxmlformats.org/officeDocument/2006/relationships/customXml" Target="../ink/ink158.xml"/><Relationship Id="rId45" Type="http://schemas.openxmlformats.org/officeDocument/2006/relationships/image" Target="../media/image24.png"/><Relationship Id="rId87" Type="http://schemas.openxmlformats.org/officeDocument/2006/relationships/image" Target="../media/image45.png"/><Relationship Id="rId110" Type="http://schemas.openxmlformats.org/officeDocument/2006/relationships/customXml" Target="../ink/ink58.xml"/><Relationship Id="rId348" Type="http://schemas.openxmlformats.org/officeDocument/2006/relationships/image" Target="../media/image173.png"/><Relationship Id="rId152" Type="http://schemas.openxmlformats.org/officeDocument/2006/relationships/customXml" Target="../ink/ink79.xml"/><Relationship Id="rId194" Type="http://schemas.openxmlformats.org/officeDocument/2006/relationships/customXml" Target="../ink/ink100.xml"/><Relationship Id="rId208" Type="http://schemas.openxmlformats.org/officeDocument/2006/relationships/customXml" Target="../ink/ink107.xml"/><Relationship Id="rId415" Type="http://schemas.openxmlformats.org/officeDocument/2006/relationships/customXml" Target="../ink/ink213.xml"/><Relationship Id="rId261" Type="http://schemas.openxmlformats.org/officeDocument/2006/relationships/customXml" Target="../ink/ink134.xml"/><Relationship Id="rId14" Type="http://schemas.openxmlformats.org/officeDocument/2006/relationships/customXml" Target="../ink/ink10.xml"/><Relationship Id="rId56" Type="http://schemas.openxmlformats.org/officeDocument/2006/relationships/customXml" Target="../ink/ink31.xml"/><Relationship Id="rId317" Type="http://schemas.openxmlformats.org/officeDocument/2006/relationships/image" Target="../media/image158.png"/><Relationship Id="rId359" Type="http://schemas.openxmlformats.org/officeDocument/2006/relationships/customXml" Target="../ink/ink185.xml"/><Relationship Id="rId98" Type="http://schemas.openxmlformats.org/officeDocument/2006/relationships/customXml" Target="../ink/ink52.xml"/><Relationship Id="rId121" Type="http://schemas.openxmlformats.org/officeDocument/2006/relationships/image" Target="../media/image62.png"/><Relationship Id="rId163" Type="http://schemas.openxmlformats.org/officeDocument/2006/relationships/image" Target="../media/image83.png"/><Relationship Id="rId219" Type="http://schemas.openxmlformats.org/officeDocument/2006/relationships/image" Target="../media/image111.png"/><Relationship Id="rId370" Type="http://schemas.openxmlformats.org/officeDocument/2006/relationships/image" Target="../media/image184.png"/><Relationship Id="rId426" Type="http://schemas.openxmlformats.org/officeDocument/2006/relationships/image" Target="../media/image212.png"/><Relationship Id="rId230" Type="http://schemas.openxmlformats.org/officeDocument/2006/relationships/customXml" Target="../ink/ink118.xml"/><Relationship Id="rId25" Type="http://schemas.openxmlformats.org/officeDocument/2006/relationships/image" Target="../media/image14.png"/><Relationship Id="rId67" Type="http://schemas.openxmlformats.org/officeDocument/2006/relationships/image" Target="../media/image35.png"/><Relationship Id="rId272" Type="http://schemas.openxmlformats.org/officeDocument/2006/relationships/image" Target="../media/image137.png"/><Relationship Id="rId328" Type="http://schemas.openxmlformats.org/officeDocument/2006/relationships/customXml" Target="../ink/ink169.xml"/><Relationship Id="rId132" Type="http://schemas.openxmlformats.org/officeDocument/2006/relationships/customXml" Target="../ink/ink69.xml"/><Relationship Id="rId174" Type="http://schemas.openxmlformats.org/officeDocument/2006/relationships/customXml" Target="../ink/ink90.xml"/><Relationship Id="rId381" Type="http://schemas.openxmlformats.org/officeDocument/2006/relationships/customXml" Target="../ink/ink196.xml"/><Relationship Id="rId241" Type="http://schemas.openxmlformats.org/officeDocument/2006/relationships/image" Target="../media/image122.png"/><Relationship Id="rId437" Type="http://schemas.openxmlformats.org/officeDocument/2006/relationships/customXml" Target="../ink/ink224.xml"/><Relationship Id="rId36" Type="http://schemas.openxmlformats.org/officeDocument/2006/relationships/customXml" Target="../ink/ink21.xml"/><Relationship Id="rId283" Type="http://schemas.openxmlformats.org/officeDocument/2006/relationships/image" Target="../media/image141.png"/><Relationship Id="rId339" Type="http://schemas.openxmlformats.org/officeDocument/2006/relationships/customXml" Target="../ink/ink175.xml"/><Relationship Id="rId78" Type="http://schemas.openxmlformats.org/officeDocument/2006/relationships/customXml" Target="../ink/ink42.xml"/><Relationship Id="rId101" Type="http://schemas.openxmlformats.org/officeDocument/2006/relationships/image" Target="../media/image52.png"/><Relationship Id="rId143" Type="http://schemas.openxmlformats.org/officeDocument/2006/relationships/image" Target="../media/image73.png"/><Relationship Id="rId185" Type="http://schemas.openxmlformats.org/officeDocument/2006/relationships/image" Target="../media/image94.png"/><Relationship Id="rId350" Type="http://schemas.openxmlformats.org/officeDocument/2006/relationships/image" Target="../media/image174.png"/><Relationship Id="rId406" Type="http://schemas.openxmlformats.org/officeDocument/2006/relationships/image" Target="../media/image202.png"/><Relationship Id="rId9" Type="http://schemas.openxmlformats.org/officeDocument/2006/relationships/image" Target="../media/image6.png"/><Relationship Id="rId210" Type="http://schemas.openxmlformats.org/officeDocument/2006/relationships/customXml" Target="../ink/ink108.xml"/><Relationship Id="rId392" Type="http://schemas.openxmlformats.org/officeDocument/2006/relationships/image" Target="../media/image195.png"/><Relationship Id="rId448" Type="http://schemas.openxmlformats.org/officeDocument/2006/relationships/image" Target="../media/image223.png"/><Relationship Id="rId252" Type="http://schemas.openxmlformats.org/officeDocument/2006/relationships/customXml" Target="../ink/ink129.xml"/><Relationship Id="rId294" Type="http://schemas.openxmlformats.org/officeDocument/2006/relationships/customXml" Target="../ink/ink152.xml"/><Relationship Id="rId308" Type="http://schemas.openxmlformats.org/officeDocument/2006/relationships/customXml" Target="../ink/ink159.xml"/><Relationship Id="rId47" Type="http://schemas.openxmlformats.org/officeDocument/2006/relationships/image" Target="../media/image25.png"/><Relationship Id="rId89" Type="http://schemas.openxmlformats.org/officeDocument/2006/relationships/image" Target="../media/image46.png"/><Relationship Id="rId112" Type="http://schemas.openxmlformats.org/officeDocument/2006/relationships/customXml" Target="../ink/ink59.xml"/><Relationship Id="rId154" Type="http://schemas.openxmlformats.org/officeDocument/2006/relationships/customXml" Target="../ink/ink80.xml"/><Relationship Id="rId361" Type="http://schemas.openxmlformats.org/officeDocument/2006/relationships/customXml" Target="../ink/ink186.xml"/><Relationship Id="rId196" Type="http://schemas.openxmlformats.org/officeDocument/2006/relationships/customXml" Target="../ink/ink101.xml"/><Relationship Id="rId417" Type="http://schemas.openxmlformats.org/officeDocument/2006/relationships/customXml" Target="../ink/ink214.xml"/><Relationship Id="rId16" Type="http://schemas.openxmlformats.org/officeDocument/2006/relationships/customXml" Target="../ink/ink11.xml"/><Relationship Id="rId221" Type="http://schemas.openxmlformats.org/officeDocument/2006/relationships/image" Target="../media/image112.png"/><Relationship Id="rId263" Type="http://schemas.openxmlformats.org/officeDocument/2006/relationships/customXml" Target="../ink/ink135.xml"/><Relationship Id="rId319" Type="http://schemas.openxmlformats.org/officeDocument/2006/relationships/image" Target="../media/image159.png"/><Relationship Id="rId58" Type="http://schemas.openxmlformats.org/officeDocument/2006/relationships/customXml" Target="../ink/ink32.xml"/><Relationship Id="rId123" Type="http://schemas.openxmlformats.org/officeDocument/2006/relationships/image" Target="../media/image63.png"/><Relationship Id="rId330" Type="http://schemas.openxmlformats.org/officeDocument/2006/relationships/customXml" Target="../ink/ink170.xml"/><Relationship Id="rId165" Type="http://schemas.openxmlformats.org/officeDocument/2006/relationships/image" Target="../media/image84.png"/><Relationship Id="rId372" Type="http://schemas.openxmlformats.org/officeDocument/2006/relationships/image" Target="../media/image185.png"/><Relationship Id="rId428" Type="http://schemas.openxmlformats.org/officeDocument/2006/relationships/image" Target="../media/image213.png"/><Relationship Id="rId232" Type="http://schemas.openxmlformats.org/officeDocument/2006/relationships/customXml" Target="../ink/ink119.xml"/><Relationship Id="rId274" Type="http://schemas.openxmlformats.org/officeDocument/2006/relationships/image" Target="../media/image138.png"/><Relationship Id="rId27" Type="http://schemas.openxmlformats.org/officeDocument/2006/relationships/image" Target="../media/image15.png"/><Relationship Id="rId69" Type="http://schemas.openxmlformats.org/officeDocument/2006/relationships/image" Target="../media/image36.png"/><Relationship Id="rId134" Type="http://schemas.openxmlformats.org/officeDocument/2006/relationships/customXml" Target="../ink/ink70.xml"/><Relationship Id="rId80" Type="http://schemas.openxmlformats.org/officeDocument/2006/relationships/customXml" Target="../ink/ink43.xml"/><Relationship Id="rId176" Type="http://schemas.openxmlformats.org/officeDocument/2006/relationships/customXml" Target="../ink/ink91.xml"/><Relationship Id="rId341" Type="http://schemas.openxmlformats.org/officeDocument/2006/relationships/customXml" Target="../ink/ink176.xml"/><Relationship Id="rId383" Type="http://schemas.openxmlformats.org/officeDocument/2006/relationships/customXml" Target="../ink/ink197.xml"/><Relationship Id="rId439" Type="http://schemas.openxmlformats.org/officeDocument/2006/relationships/customXml" Target="../ink/ink225.xml"/><Relationship Id="rId201" Type="http://schemas.openxmlformats.org/officeDocument/2006/relationships/image" Target="../media/image102.png"/><Relationship Id="rId243" Type="http://schemas.openxmlformats.org/officeDocument/2006/relationships/image" Target="../media/image123.png"/><Relationship Id="rId285" Type="http://schemas.openxmlformats.org/officeDocument/2006/relationships/image" Target="../media/image142.png"/><Relationship Id="rId450" Type="http://schemas.openxmlformats.org/officeDocument/2006/relationships/image" Target="../media/image224.png"/><Relationship Id="rId38" Type="http://schemas.openxmlformats.org/officeDocument/2006/relationships/customXml" Target="../ink/ink22.xml"/><Relationship Id="rId103" Type="http://schemas.openxmlformats.org/officeDocument/2006/relationships/image" Target="../media/image53.png"/><Relationship Id="rId310" Type="http://schemas.openxmlformats.org/officeDocument/2006/relationships/customXml" Target="../ink/ink160.xml"/><Relationship Id="rId91" Type="http://schemas.openxmlformats.org/officeDocument/2006/relationships/image" Target="../media/image47.png"/><Relationship Id="rId145" Type="http://schemas.openxmlformats.org/officeDocument/2006/relationships/image" Target="../media/image74.png"/><Relationship Id="rId187" Type="http://schemas.openxmlformats.org/officeDocument/2006/relationships/image" Target="../media/image95.png"/><Relationship Id="rId352" Type="http://schemas.openxmlformats.org/officeDocument/2006/relationships/image" Target="../media/image175.png"/><Relationship Id="rId394" Type="http://schemas.openxmlformats.org/officeDocument/2006/relationships/image" Target="../media/image196.png"/><Relationship Id="rId408" Type="http://schemas.openxmlformats.org/officeDocument/2006/relationships/image" Target="../media/image203.png"/><Relationship Id="rId212" Type="http://schemas.openxmlformats.org/officeDocument/2006/relationships/customXml" Target="../ink/ink109.xml"/><Relationship Id="rId254" Type="http://schemas.openxmlformats.org/officeDocument/2006/relationships/customXml" Target="../ink/ink130.xml"/><Relationship Id="rId49" Type="http://schemas.openxmlformats.org/officeDocument/2006/relationships/image" Target="../media/image26.png"/><Relationship Id="rId114" Type="http://schemas.openxmlformats.org/officeDocument/2006/relationships/customXml" Target="../ink/ink60.xml"/><Relationship Id="rId296" Type="http://schemas.openxmlformats.org/officeDocument/2006/relationships/customXml" Target="../ink/ink153.xml"/><Relationship Id="rId60" Type="http://schemas.openxmlformats.org/officeDocument/2006/relationships/customXml" Target="../ink/ink33.xml"/><Relationship Id="rId156" Type="http://schemas.openxmlformats.org/officeDocument/2006/relationships/customXml" Target="../ink/ink81.xml"/><Relationship Id="rId198" Type="http://schemas.openxmlformats.org/officeDocument/2006/relationships/customXml" Target="../ink/ink102.xml"/><Relationship Id="rId321" Type="http://schemas.openxmlformats.org/officeDocument/2006/relationships/image" Target="../media/image160.png"/><Relationship Id="rId363" Type="http://schemas.openxmlformats.org/officeDocument/2006/relationships/customXml" Target="../ink/ink187.xml"/><Relationship Id="rId419" Type="http://schemas.openxmlformats.org/officeDocument/2006/relationships/customXml" Target="../ink/ink215.xml"/><Relationship Id="rId223" Type="http://schemas.openxmlformats.org/officeDocument/2006/relationships/image" Target="../media/image113.png"/><Relationship Id="rId430" Type="http://schemas.openxmlformats.org/officeDocument/2006/relationships/image" Target="../media/image214.png"/><Relationship Id="rId18" Type="http://schemas.openxmlformats.org/officeDocument/2006/relationships/customXml" Target="../ink/ink12.xml"/><Relationship Id="rId265" Type="http://schemas.openxmlformats.org/officeDocument/2006/relationships/customXml" Target="../ink/ink136.xml"/><Relationship Id="rId125" Type="http://schemas.openxmlformats.org/officeDocument/2006/relationships/image" Target="../media/image64.png"/><Relationship Id="rId167" Type="http://schemas.openxmlformats.org/officeDocument/2006/relationships/image" Target="../media/image85.png"/><Relationship Id="rId332" Type="http://schemas.openxmlformats.org/officeDocument/2006/relationships/customXml" Target="../ink/ink171.xml"/><Relationship Id="rId374" Type="http://schemas.openxmlformats.org/officeDocument/2006/relationships/image" Target="../media/image186.png"/><Relationship Id="rId71" Type="http://schemas.openxmlformats.org/officeDocument/2006/relationships/image" Target="../media/image37.png"/><Relationship Id="rId92" Type="http://schemas.openxmlformats.org/officeDocument/2006/relationships/customXml" Target="../ink/ink49.xml"/><Relationship Id="rId213" Type="http://schemas.openxmlformats.org/officeDocument/2006/relationships/image" Target="../media/image108.png"/><Relationship Id="rId234" Type="http://schemas.openxmlformats.org/officeDocument/2006/relationships/customXml" Target="../ink/ink120.xml"/><Relationship Id="rId420" Type="http://schemas.openxmlformats.org/officeDocument/2006/relationships/image" Target="../media/image209.png"/><Relationship Id="rId2" Type="http://schemas.openxmlformats.org/officeDocument/2006/relationships/customXml" Target="../ink/ink4.xml"/><Relationship Id="rId29" Type="http://schemas.openxmlformats.org/officeDocument/2006/relationships/image" Target="../media/image16.png"/><Relationship Id="rId255" Type="http://schemas.openxmlformats.org/officeDocument/2006/relationships/image" Target="../media/image129.png"/><Relationship Id="rId276" Type="http://schemas.openxmlformats.org/officeDocument/2006/relationships/customXml" Target="../ink/ink142.xml"/><Relationship Id="rId297" Type="http://schemas.openxmlformats.org/officeDocument/2006/relationships/image" Target="../media/image148.png"/><Relationship Id="rId441" Type="http://schemas.openxmlformats.org/officeDocument/2006/relationships/customXml" Target="../ink/ink226.xml"/><Relationship Id="rId40" Type="http://schemas.openxmlformats.org/officeDocument/2006/relationships/customXml" Target="../ink/ink23.xml"/><Relationship Id="rId115" Type="http://schemas.openxmlformats.org/officeDocument/2006/relationships/image" Target="../media/image59.png"/><Relationship Id="rId136" Type="http://schemas.openxmlformats.org/officeDocument/2006/relationships/customXml" Target="../ink/ink71.xml"/><Relationship Id="rId157" Type="http://schemas.openxmlformats.org/officeDocument/2006/relationships/image" Target="../media/image80.png"/><Relationship Id="rId178" Type="http://schemas.openxmlformats.org/officeDocument/2006/relationships/customXml" Target="../ink/ink92.xml"/><Relationship Id="rId301" Type="http://schemas.openxmlformats.org/officeDocument/2006/relationships/image" Target="../media/image150.png"/><Relationship Id="rId322" Type="http://schemas.openxmlformats.org/officeDocument/2006/relationships/customXml" Target="../ink/ink166.xml"/><Relationship Id="rId343" Type="http://schemas.openxmlformats.org/officeDocument/2006/relationships/customXml" Target="../ink/ink177.xml"/><Relationship Id="rId364" Type="http://schemas.openxmlformats.org/officeDocument/2006/relationships/image" Target="../media/image181.png"/><Relationship Id="rId61" Type="http://schemas.openxmlformats.org/officeDocument/2006/relationships/image" Target="../media/image32.png"/><Relationship Id="rId82" Type="http://schemas.openxmlformats.org/officeDocument/2006/relationships/customXml" Target="../ink/ink44.xml"/><Relationship Id="rId199" Type="http://schemas.openxmlformats.org/officeDocument/2006/relationships/image" Target="../media/image101.png"/><Relationship Id="rId203" Type="http://schemas.openxmlformats.org/officeDocument/2006/relationships/image" Target="../media/image103.png"/><Relationship Id="rId385" Type="http://schemas.openxmlformats.org/officeDocument/2006/relationships/customXml" Target="../ink/ink198.xml"/><Relationship Id="rId19" Type="http://schemas.openxmlformats.org/officeDocument/2006/relationships/image" Target="../media/image11.png"/><Relationship Id="rId224" Type="http://schemas.openxmlformats.org/officeDocument/2006/relationships/customXml" Target="../ink/ink115.xml"/><Relationship Id="rId245" Type="http://schemas.openxmlformats.org/officeDocument/2006/relationships/image" Target="../media/image124.png"/><Relationship Id="rId266" Type="http://schemas.openxmlformats.org/officeDocument/2006/relationships/image" Target="../media/image134.png"/><Relationship Id="rId287" Type="http://schemas.openxmlformats.org/officeDocument/2006/relationships/image" Target="../media/image143.png"/><Relationship Id="rId410" Type="http://schemas.openxmlformats.org/officeDocument/2006/relationships/image" Target="../media/image204.png"/><Relationship Id="rId431" Type="http://schemas.openxmlformats.org/officeDocument/2006/relationships/customXml" Target="../ink/ink221.xml"/><Relationship Id="rId452" Type="http://schemas.openxmlformats.org/officeDocument/2006/relationships/image" Target="../media/image225.png"/><Relationship Id="rId30" Type="http://schemas.openxmlformats.org/officeDocument/2006/relationships/customXml" Target="../ink/ink18.xml"/><Relationship Id="rId105" Type="http://schemas.openxmlformats.org/officeDocument/2006/relationships/image" Target="../media/image54.png"/><Relationship Id="rId126" Type="http://schemas.openxmlformats.org/officeDocument/2006/relationships/customXml" Target="../ink/ink66.xml"/><Relationship Id="rId147" Type="http://schemas.openxmlformats.org/officeDocument/2006/relationships/image" Target="../media/image75.png"/><Relationship Id="rId168" Type="http://schemas.openxmlformats.org/officeDocument/2006/relationships/customXml" Target="../ink/ink87.xml"/><Relationship Id="rId312" Type="http://schemas.openxmlformats.org/officeDocument/2006/relationships/customXml" Target="../ink/ink161.xml"/><Relationship Id="rId333" Type="http://schemas.openxmlformats.org/officeDocument/2006/relationships/image" Target="../media/image166.png"/><Relationship Id="rId354" Type="http://schemas.openxmlformats.org/officeDocument/2006/relationships/image" Target="../media/image176.png"/><Relationship Id="rId51" Type="http://schemas.openxmlformats.org/officeDocument/2006/relationships/image" Target="../media/image27.png"/><Relationship Id="rId72" Type="http://schemas.openxmlformats.org/officeDocument/2006/relationships/customXml" Target="../ink/ink39.xml"/><Relationship Id="rId93" Type="http://schemas.openxmlformats.org/officeDocument/2006/relationships/image" Target="../media/image48.png"/><Relationship Id="rId189" Type="http://schemas.openxmlformats.org/officeDocument/2006/relationships/image" Target="../media/image96.png"/><Relationship Id="rId375" Type="http://schemas.openxmlformats.org/officeDocument/2006/relationships/customXml" Target="../ink/ink193.xml"/><Relationship Id="rId396" Type="http://schemas.openxmlformats.org/officeDocument/2006/relationships/image" Target="../media/image197.png"/><Relationship Id="rId3" Type="http://schemas.openxmlformats.org/officeDocument/2006/relationships/image" Target="../media/image336.png"/><Relationship Id="rId214" Type="http://schemas.openxmlformats.org/officeDocument/2006/relationships/customXml" Target="../ink/ink110.xml"/><Relationship Id="rId235" Type="http://schemas.openxmlformats.org/officeDocument/2006/relationships/image" Target="../media/image119.png"/><Relationship Id="rId256" Type="http://schemas.openxmlformats.org/officeDocument/2006/relationships/customXml" Target="../ink/ink131.xml"/><Relationship Id="rId277" Type="http://schemas.openxmlformats.org/officeDocument/2006/relationships/customXml" Target="../ink/ink143.xml"/><Relationship Id="rId298" Type="http://schemas.openxmlformats.org/officeDocument/2006/relationships/customXml" Target="../ink/ink154.xml"/><Relationship Id="rId400" Type="http://schemas.openxmlformats.org/officeDocument/2006/relationships/image" Target="../media/image199.png"/><Relationship Id="rId421" Type="http://schemas.openxmlformats.org/officeDocument/2006/relationships/customXml" Target="../ink/ink216.xml"/><Relationship Id="rId442" Type="http://schemas.openxmlformats.org/officeDocument/2006/relationships/image" Target="../media/image220.png"/><Relationship Id="rId116" Type="http://schemas.openxmlformats.org/officeDocument/2006/relationships/customXml" Target="../ink/ink61.xml"/><Relationship Id="rId137" Type="http://schemas.openxmlformats.org/officeDocument/2006/relationships/image" Target="../media/image70.png"/><Relationship Id="rId158" Type="http://schemas.openxmlformats.org/officeDocument/2006/relationships/customXml" Target="../ink/ink82.xml"/><Relationship Id="rId302" Type="http://schemas.openxmlformats.org/officeDocument/2006/relationships/customXml" Target="../ink/ink156.xml"/><Relationship Id="rId323" Type="http://schemas.openxmlformats.org/officeDocument/2006/relationships/image" Target="../media/image161.png"/><Relationship Id="rId344" Type="http://schemas.openxmlformats.org/officeDocument/2006/relationships/image" Target="../media/image171.png"/><Relationship Id="rId20" Type="http://schemas.openxmlformats.org/officeDocument/2006/relationships/customXml" Target="../ink/ink13.xml"/><Relationship Id="rId41" Type="http://schemas.openxmlformats.org/officeDocument/2006/relationships/image" Target="../media/image22.png"/><Relationship Id="rId62" Type="http://schemas.openxmlformats.org/officeDocument/2006/relationships/customXml" Target="../ink/ink34.xml"/><Relationship Id="rId83" Type="http://schemas.openxmlformats.org/officeDocument/2006/relationships/image" Target="../media/image43.png"/><Relationship Id="rId179" Type="http://schemas.openxmlformats.org/officeDocument/2006/relationships/image" Target="../media/image91.png"/><Relationship Id="rId365" Type="http://schemas.openxmlformats.org/officeDocument/2006/relationships/customXml" Target="../ink/ink188.xml"/><Relationship Id="rId386" Type="http://schemas.openxmlformats.org/officeDocument/2006/relationships/image" Target="../media/image192.png"/><Relationship Id="rId190" Type="http://schemas.openxmlformats.org/officeDocument/2006/relationships/customXml" Target="../ink/ink98.xml"/><Relationship Id="rId204" Type="http://schemas.openxmlformats.org/officeDocument/2006/relationships/customXml" Target="../ink/ink105.xml"/><Relationship Id="rId225" Type="http://schemas.openxmlformats.org/officeDocument/2006/relationships/image" Target="../media/image114.png"/><Relationship Id="rId246" Type="http://schemas.openxmlformats.org/officeDocument/2006/relationships/customXml" Target="../ink/ink126.xml"/><Relationship Id="rId267" Type="http://schemas.openxmlformats.org/officeDocument/2006/relationships/customXml" Target="../ink/ink137.xml"/><Relationship Id="rId288" Type="http://schemas.openxmlformats.org/officeDocument/2006/relationships/customXml" Target="../ink/ink149.xml"/><Relationship Id="rId411" Type="http://schemas.openxmlformats.org/officeDocument/2006/relationships/customXml" Target="../ink/ink211.xml"/><Relationship Id="rId432" Type="http://schemas.openxmlformats.org/officeDocument/2006/relationships/image" Target="../media/image215.png"/><Relationship Id="rId453" Type="http://schemas.openxmlformats.org/officeDocument/2006/relationships/customXml" Target="../ink/ink232.xml"/><Relationship Id="rId106" Type="http://schemas.openxmlformats.org/officeDocument/2006/relationships/customXml" Target="../ink/ink56.xml"/><Relationship Id="rId127" Type="http://schemas.openxmlformats.org/officeDocument/2006/relationships/image" Target="../media/image65.png"/><Relationship Id="rId313" Type="http://schemas.openxmlformats.org/officeDocument/2006/relationships/image" Target="../media/image156.png"/><Relationship Id="rId10" Type="http://schemas.openxmlformats.org/officeDocument/2006/relationships/customXml" Target="../ink/ink8.xml"/><Relationship Id="rId31" Type="http://schemas.openxmlformats.org/officeDocument/2006/relationships/image" Target="../media/image17.png"/><Relationship Id="rId52" Type="http://schemas.openxmlformats.org/officeDocument/2006/relationships/customXml" Target="../ink/ink29.xml"/><Relationship Id="rId73" Type="http://schemas.openxmlformats.org/officeDocument/2006/relationships/image" Target="../media/image38.png"/><Relationship Id="rId94" Type="http://schemas.openxmlformats.org/officeDocument/2006/relationships/customXml" Target="../ink/ink50.xml"/><Relationship Id="rId148" Type="http://schemas.openxmlformats.org/officeDocument/2006/relationships/customXml" Target="../ink/ink77.xml"/><Relationship Id="rId169" Type="http://schemas.openxmlformats.org/officeDocument/2006/relationships/image" Target="../media/image86.png"/><Relationship Id="rId334" Type="http://schemas.openxmlformats.org/officeDocument/2006/relationships/customXml" Target="../ink/ink172.xml"/><Relationship Id="rId355" Type="http://schemas.openxmlformats.org/officeDocument/2006/relationships/customXml" Target="../ink/ink183.xml"/><Relationship Id="rId376" Type="http://schemas.openxmlformats.org/officeDocument/2006/relationships/image" Target="../media/image187.png"/><Relationship Id="rId397" Type="http://schemas.openxmlformats.org/officeDocument/2006/relationships/customXml" Target="../ink/ink204.xml"/><Relationship Id="rId4" Type="http://schemas.openxmlformats.org/officeDocument/2006/relationships/customXml" Target="../ink/ink5.xml"/><Relationship Id="rId180" Type="http://schemas.openxmlformats.org/officeDocument/2006/relationships/customXml" Target="../ink/ink93.xml"/><Relationship Id="rId215" Type="http://schemas.openxmlformats.org/officeDocument/2006/relationships/image" Target="../media/image109.png"/><Relationship Id="rId236" Type="http://schemas.openxmlformats.org/officeDocument/2006/relationships/customXml" Target="../ink/ink121.xml"/><Relationship Id="rId257" Type="http://schemas.openxmlformats.org/officeDocument/2006/relationships/image" Target="../media/image130.png"/><Relationship Id="rId278" Type="http://schemas.openxmlformats.org/officeDocument/2006/relationships/customXml" Target="../ink/ink144.xml"/><Relationship Id="rId401" Type="http://schemas.openxmlformats.org/officeDocument/2006/relationships/customXml" Target="../ink/ink206.xml"/><Relationship Id="rId422" Type="http://schemas.openxmlformats.org/officeDocument/2006/relationships/image" Target="../media/image210.png"/><Relationship Id="rId443" Type="http://schemas.openxmlformats.org/officeDocument/2006/relationships/customXml" Target="../ink/ink227.xml"/><Relationship Id="rId303" Type="http://schemas.openxmlformats.org/officeDocument/2006/relationships/image" Target="../media/image151.png"/><Relationship Id="rId42" Type="http://schemas.openxmlformats.org/officeDocument/2006/relationships/customXml" Target="../ink/ink24.xml"/><Relationship Id="rId84" Type="http://schemas.openxmlformats.org/officeDocument/2006/relationships/customXml" Target="../ink/ink45.xml"/><Relationship Id="rId138" Type="http://schemas.openxmlformats.org/officeDocument/2006/relationships/customXml" Target="../ink/ink72.xml"/><Relationship Id="rId345" Type="http://schemas.openxmlformats.org/officeDocument/2006/relationships/customXml" Target="../ink/ink178.xml"/><Relationship Id="rId387" Type="http://schemas.openxmlformats.org/officeDocument/2006/relationships/customXml" Target="../ink/ink199.xml"/><Relationship Id="rId191" Type="http://schemas.openxmlformats.org/officeDocument/2006/relationships/image" Target="../media/image97.png"/><Relationship Id="rId205" Type="http://schemas.openxmlformats.org/officeDocument/2006/relationships/image" Target="../media/image104.png"/><Relationship Id="rId247" Type="http://schemas.openxmlformats.org/officeDocument/2006/relationships/image" Target="../media/image125.png"/><Relationship Id="rId412" Type="http://schemas.openxmlformats.org/officeDocument/2006/relationships/image" Target="../media/image205.png"/><Relationship Id="rId107" Type="http://schemas.openxmlformats.org/officeDocument/2006/relationships/image" Target="../media/image55.png"/><Relationship Id="rId289" Type="http://schemas.openxmlformats.org/officeDocument/2006/relationships/image" Target="../media/image144.png"/><Relationship Id="rId454" Type="http://schemas.openxmlformats.org/officeDocument/2006/relationships/image" Target="../media/image226.png"/><Relationship Id="rId11" Type="http://schemas.openxmlformats.org/officeDocument/2006/relationships/image" Target="../media/image7.png"/><Relationship Id="rId53" Type="http://schemas.openxmlformats.org/officeDocument/2006/relationships/image" Target="../media/image28.png"/><Relationship Id="rId149" Type="http://schemas.openxmlformats.org/officeDocument/2006/relationships/image" Target="../media/image76.png"/><Relationship Id="rId314" Type="http://schemas.openxmlformats.org/officeDocument/2006/relationships/customXml" Target="../ink/ink162.xml"/><Relationship Id="rId356" Type="http://schemas.openxmlformats.org/officeDocument/2006/relationships/image" Target="../media/image177.png"/><Relationship Id="rId398" Type="http://schemas.openxmlformats.org/officeDocument/2006/relationships/image" Target="../media/image198.png"/><Relationship Id="rId95" Type="http://schemas.openxmlformats.org/officeDocument/2006/relationships/image" Target="../media/image49.png"/><Relationship Id="rId160" Type="http://schemas.openxmlformats.org/officeDocument/2006/relationships/customXml" Target="../ink/ink83.xml"/><Relationship Id="rId216" Type="http://schemas.openxmlformats.org/officeDocument/2006/relationships/customXml" Target="../ink/ink111.xml"/><Relationship Id="rId423" Type="http://schemas.openxmlformats.org/officeDocument/2006/relationships/customXml" Target="../ink/ink217.xml"/><Relationship Id="rId258" Type="http://schemas.openxmlformats.org/officeDocument/2006/relationships/customXml" Target="../ink/ink132.xml"/><Relationship Id="rId22" Type="http://schemas.openxmlformats.org/officeDocument/2006/relationships/customXml" Target="../ink/ink14.xml"/><Relationship Id="rId64" Type="http://schemas.openxmlformats.org/officeDocument/2006/relationships/customXml" Target="../ink/ink35.xml"/><Relationship Id="rId118" Type="http://schemas.openxmlformats.org/officeDocument/2006/relationships/customXml" Target="../ink/ink62.xml"/><Relationship Id="rId325" Type="http://schemas.openxmlformats.org/officeDocument/2006/relationships/image" Target="../media/image162.png"/><Relationship Id="rId367" Type="http://schemas.openxmlformats.org/officeDocument/2006/relationships/customXml" Target="../ink/ink189.xml"/><Relationship Id="rId171" Type="http://schemas.openxmlformats.org/officeDocument/2006/relationships/image" Target="../media/image87.png"/><Relationship Id="rId227" Type="http://schemas.openxmlformats.org/officeDocument/2006/relationships/image" Target="../media/image115.png"/><Relationship Id="rId269" Type="http://schemas.openxmlformats.org/officeDocument/2006/relationships/customXml" Target="../ink/ink138.xml"/><Relationship Id="rId434" Type="http://schemas.openxmlformats.org/officeDocument/2006/relationships/image" Target="../media/image216.png"/><Relationship Id="rId33" Type="http://schemas.openxmlformats.org/officeDocument/2006/relationships/image" Target="../media/image18.png"/><Relationship Id="rId129" Type="http://schemas.openxmlformats.org/officeDocument/2006/relationships/image" Target="../media/image66.png"/><Relationship Id="rId280" Type="http://schemas.openxmlformats.org/officeDocument/2006/relationships/customXml" Target="../ink/ink145.xml"/><Relationship Id="rId336" Type="http://schemas.openxmlformats.org/officeDocument/2006/relationships/image" Target="../media/image167.png"/><Relationship Id="rId75" Type="http://schemas.openxmlformats.org/officeDocument/2006/relationships/image" Target="../media/image39.png"/><Relationship Id="rId140" Type="http://schemas.openxmlformats.org/officeDocument/2006/relationships/customXml" Target="../ink/ink73.xml"/><Relationship Id="rId182" Type="http://schemas.openxmlformats.org/officeDocument/2006/relationships/customXml" Target="../ink/ink94.xml"/><Relationship Id="rId378" Type="http://schemas.openxmlformats.org/officeDocument/2006/relationships/image" Target="../media/image188.png"/><Relationship Id="rId403" Type="http://schemas.openxmlformats.org/officeDocument/2006/relationships/customXml" Target="../ink/ink207.xml"/><Relationship Id="rId6" Type="http://schemas.openxmlformats.org/officeDocument/2006/relationships/customXml" Target="../ink/ink6.xml"/><Relationship Id="rId238" Type="http://schemas.openxmlformats.org/officeDocument/2006/relationships/customXml" Target="../ink/ink122.xml"/><Relationship Id="rId445" Type="http://schemas.openxmlformats.org/officeDocument/2006/relationships/customXml" Target="../ink/ink228.xml"/><Relationship Id="rId291" Type="http://schemas.openxmlformats.org/officeDocument/2006/relationships/image" Target="../media/image145.png"/><Relationship Id="rId305" Type="http://schemas.openxmlformats.org/officeDocument/2006/relationships/image" Target="../media/image152.png"/><Relationship Id="rId347" Type="http://schemas.openxmlformats.org/officeDocument/2006/relationships/customXml" Target="../ink/ink179.xml"/><Relationship Id="rId44" Type="http://schemas.openxmlformats.org/officeDocument/2006/relationships/customXml" Target="../ink/ink25.xml"/><Relationship Id="rId86" Type="http://schemas.openxmlformats.org/officeDocument/2006/relationships/customXml" Target="../ink/ink46.xml"/><Relationship Id="rId151" Type="http://schemas.openxmlformats.org/officeDocument/2006/relationships/image" Target="../media/image77.png"/><Relationship Id="rId389" Type="http://schemas.openxmlformats.org/officeDocument/2006/relationships/customXml" Target="../ink/ink200.xml"/><Relationship Id="rId193" Type="http://schemas.openxmlformats.org/officeDocument/2006/relationships/image" Target="../media/image98.png"/><Relationship Id="rId207" Type="http://schemas.openxmlformats.org/officeDocument/2006/relationships/image" Target="../media/image105.png"/><Relationship Id="rId249" Type="http://schemas.openxmlformats.org/officeDocument/2006/relationships/image" Target="../media/image126.png"/><Relationship Id="rId414" Type="http://schemas.openxmlformats.org/officeDocument/2006/relationships/image" Target="../media/image206.png"/><Relationship Id="rId456" Type="http://schemas.openxmlformats.org/officeDocument/2006/relationships/image" Target="../media/image227.png"/><Relationship Id="rId13" Type="http://schemas.openxmlformats.org/officeDocument/2006/relationships/image" Target="../media/image8.png"/><Relationship Id="rId109" Type="http://schemas.openxmlformats.org/officeDocument/2006/relationships/image" Target="../media/image56.png"/><Relationship Id="rId260" Type="http://schemas.openxmlformats.org/officeDocument/2006/relationships/customXml" Target="../ink/ink133.xml"/><Relationship Id="rId316" Type="http://schemas.openxmlformats.org/officeDocument/2006/relationships/customXml" Target="../ink/ink163.xml"/><Relationship Id="rId55" Type="http://schemas.openxmlformats.org/officeDocument/2006/relationships/image" Target="../media/image29.png"/><Relationship Id="rId97" Type="http://schemas.openxmlformats.org/officeDocument/2006/relationships/image" Target="../media/image50.png"/><Relationship Id="rId120" Type="http://schemas.openxmlformats.org/officeDocument/2006/relationships/customXml" Target="../ink/ink63.xml"/><Relationship Id="rId358" Type="http://schemas.openxmlformats.org/officeDocument/2006/relationships/image" Target="../media/image178.png"/><Relationship Id="rId162" Type="http://schemas.openxmlformats.org/officeDocument/2006/relationships/customXml" Target="../ink/ink84.xml"/><Relationship Id="rId218" Type="http://schemas.openxmlformats.org/officeDocument/2006/relationships/customXml" Target="../ink/ink112.xml"/><Relationship Id="rId425" Type="http://schemas.openxmlformats.org/officeDocument/2006/relationships/customXml" Target="../ink/ink218.xml"/><Relationship Id="rId271" Type="http://schemas.openxmlformats.org/officeDocument/2006/relationships/customXml" Target="../ink/ink139.xml"/><Relationship Id="rId24" Type="http://schemas.openxmlformats.org/officeDocument/2006/relationships/customXml" Target="../ink/ink15.xml"/><Relationship Id="rId66" Type="http://schemas.openxmlformats.org/officeDocument/2006/relationships/customXml" Target="../ink/ink36.xml"/><Relationship Id="rId131" Type="http://schemas.openxmlformats.org/officeDocument/2006/relationships/image" Target="../media/image67.png"/><Relationship Id="rId327" Type="http://schemas.openxmlformats.org/officeDocument/2006/relationships/image" Target="../media/image163.png"/><Relationship Id="rId369" Type="http://schemas.openxmlformats.org/officeDocument/2006/relationships/customXml" Target="../ink/ink190.xml"/><Relationship Id="rId173" Type="http://schemas.openxmlformats.org/officeDocument/2006/relationships/image" Target="../media/image88.png"/><Relationship Id="rId229" Type="http://schemas.openxmlformats.org/officeDocument/2006/relationships/image" Target="../media/image116.png"/><Relationship Id="rId380" Type="http://schemas.openxmlformats.org/officeDocument/2006/relationships/image" Target="../media/image189.png"/><Relationship Id="rId436" Type="http://schemas.openxmlformats.org/officeDocument/2006/relationships/image" Target="../media/image217.png"/><Relationship Id="rId240" Type="http://schemas.openxmlformats.org/officeDocument/2006/relationships/customXml" Target="../ink/ink123.xml"/><Relationship Id="rId35" Type="http://schemas.openxmlformats.org/officeDocument/2006/relationships/image" Target="../media/image19.png"/><Relationship Id="rId77" Type="http://schemas.openxmlformats.org/officeDocument/2006/relationships/image" Target="../media/image40.png"/><Relationship Id="rId100" Type="http://schemas.openxmlformats.org/officeDocument/2006/relationships/customXml" Target="../ink/ink53.xml"/><Relationship Id="rId282" Type="http://schemas.openxmlformats.org/officeDocument/2006/relationships/customXml" Target="../ink/ink146.xml"/><Relationship Id="rId338" Type="http://schemas.openxmlformats.org/officeDocument/2006/relationships/image" Target="../media/image168.png"/><Relationship Id="rId8" Type="http://schemas.openxmlformats.org/officeDocument/2006/relationships/customXml" Target="../ink/ink7.xml"/><Relationship Id="rId142" Type="http://schemas.openxmlformats.org/officeDocument/2006/relationships/customXml" Target="../ink/ink74.xml"/><Relationship Id="rId184" Type="http://schemas.openxmlformats.org/officeDocument/2006/relationships/customXml" Target="../ink/ink95.xml"/><Relationship Id="rId391" Type="http://schemas.openxmlformats.org/officeDocument/2006/relationships/customXml" Target="../ink/ink201.xml"/><Relationship Id="rId405" Type="http://schemas.openxmlformats.org/officeDocument/2006/relationships/customXml" Target="../ink/ink208.xml"/><Relationship Id="rId447" Type="http://schemas.openxmlformats.org/officeDocument/2006/relationships/customXml" Target="../ink/ink229.xml"/><Relationship Id="rId251" Type="http://schemas.openxmlformats.org/officeDocument/2006/relationships/image" Target="../media/image127.png"/><Relationship Id="rId46" Type="http://schemas.openxmlformats.org/officeDocument/2006/relationships/customXml" Target="../ink/ink26.xml"/><Relationship Id="rId293" Type="http://schemas.openxmlformats.org/officeDocument/2006/relationships/image" Target="../media/image146.png"/><Relationship Id="rId307" Type="http://schemas.openxmlformats.org/officeDocument/2006/relationships/image" Target="../media/image153.png"/><Relationship Id="rId349" Type="http://schemas.openxmlformats.org/officeDocument/2006/relationships/customXml" Target="../ink/ink180.xml"/><Relationship Id="rId88" Type="http://schemas.openxmlformats.org/officeDocument/2006/relationships/customXml" Target="../ink/ink47.xml"/><Relationship Id="rId111" Type="http://schemas.openxmlformats.org/officeDocument/2006/relationships/image" Target="../media/image57.png"/><Relationship Id="rId153" Type="http://schemas.openxmlformats.org/officeDocument/2006/relationships/image" Target="../media/image78.png"/><Relationship Id="rId195" Type="http://schemas.openxmlformats.org/officeDocument/2006/relationships/image" Target="../media/image99.png"/><Relationship Id="rId209" Type="http://schemas.openxmlformats.org/officeDocument/2006/relationships/image" Target="../media/image106.png"/><Relationship Id="rId360" Type="http://schemas.openxmlformats.org/officeDocument/2006/relationships/image" Target="../media/image179.png"/><Relationship Id="rId416" Type="http://schemas.openxmlformats.org/officeDocument/2006/relationships/image" Target="../media/image207.png"/><Relationship Id="rId220" Type="http://schemas.openxmlformats.org/officeDocument/2006/relationships/customXml" Target="../ink/ink113.xml"/><Relationship Id="rId15" Type="http://schemas.openxmlformats.org/officeDocument/2006/relationships/image" Target="../media/image9.png"/><Relationship Id="rId57" Type="http://schemas.openxmlformats.org/officeDocument/2006/relationships/image" Target="../media/image30.png"/><Relationship Id="rId262" Type="http://schemas.openxmlformats.org/officeDocument/2006/relationships/image" Target="../media/image132.png"/><Relationship Id="rId318" Type="http://schemas.openxmlformats.org/officeDocument/2006/relationships/customXml" Target="../ink/ink164.xml"/><Relationship Id="rId99" Type="http://schemas.openxmlformats.org/officeDocument/2006/relationships/image" Target="../media/image51.png"/><Relationship Id="rId122" Type="http://schemas.openxmlformats.org/officeDocument/2006/relationships/customXml" Target="../ink/ink64.xml"/><Relationship Id="rId164" Type="http://schemas.openxmlformats.org/officeDocument/2006/relationships/customXml" Target="../ink/ink85.xml"/><Relationship Id="rId371" Type="http://schemas.openxmlformats.org/officeDocument/2006/relationships/customXml" Target="../ink/ink191.xml"/><Relationship Id="rId427" Type="http://schemas.openxmlformats.org/officeDocument/2006/relationships/customXml" Target="../ink/ink219.xml"/><Relationship Id="rId26" Type="http://schemas.openxmlformats.org/officeDocument/2006/relationships/customXml" Target="../ink/ink16.xml"/><Relationship Id="rId231" Type="http://schemas.openxmlformats.org/officeDocument/2006/relationships/image" Target="../media/image117.png"/><Relationship Id="rId273" Type="http://schemas.openxmlformats.org/officeDocument/2006/relationships/customXml" Target="../ink/ink140.xml"/><Relationship Id="rId329" Type="http://schemas.openxmlformats.org/officeDocument/2006/relationships/image" Target="../media/image164.png"/><Relationship Id="rId68" Type="http://schemas.openxmlformats.org/officeDocument/2006/relationships/customXml" Target="../ink/ink37.xml"/><Relationship Id="rId133" Type="http://schemas.openxmlformats.org/officeDocument/2006/relationships/image" Target="../media/image68.png"/><Relationship Id="rId175" Type="http://schemas.openxmlformats.org/officeDocument/2006/relationships/image" Target="../media/image89.png"/><Relationship Id="rId340" Type="http://schemas.openxmlformats.org/officeDocument/2006/relationships/image" Target="../media/image169.png"/><Relationship Id="rId200" Type="http://schemas.openxmlformats.org/officeDocument/2006/relationships/customXml" Target="../ink/ink103.xml"/><Relationship Id="rId382" Type="http://schemas.openxmlformats.org/officeDocument/2006/relationships/image" Target="../media/image190.png"/><Relationship Id="rId438" Type="http://schemas.openxmlformats.org/officeDocument/2006/relationships/image" Target="../media/image218.png"/><Relationship Id="rId242" Type="http://schemas.openxmlformats.org/officeDocument/2006/relationships/customXml" Target="../ink/ink124.xml"/><Relationship Id="rId284" Type="http://schemas.openxmlformats.org/officeDocument/2006/relationships/customXml" Target="../ink/ink147.xml"/><Relationship Id="rId37" Type="http://schemas.openxmlformats.org/officeDocument/2006/relationships/image" Target="../media/image20.png"/><Relationship Id="rId79" Type="http://schemas.openxmlformats.org/officeDocument/2006/relationships/image" Target="../media/image41.png"/><Relationship Id="rId102" Type="http://schemas.openxmlformats.org/officeDocument/2006/relationships/customXml" Target="../ink/ink54.xml"/><Relationship Id="rId144" Type="http://schemas.openxmlformats.org/officeDocument/2006/relationships/customXml" Target="../ink/ink75.xml"/><Relationship Id="rId90" Type="http://schemas.openxmlformats.org/officeDocument/2006/relationships/customXml" Target="../ink/ink48.xml"/><Relationship Id="rId186" Type="http://schemas.openxmlformats.org/officeDocument/2006/relationships/customXml" Target="../ink/ink96.xml"/><Relationship Id="rId351" Type="http://schemas.openxmlformats.org/officeDocument/2006/relationships/customXml" Target="../ink/ink181.xml"/><Relationship Id="rId393" Type="http://schemas.openxmlformats.org/officeDocument/2006/relationships/customXml" Target="../ink/ink202.xml"/><Relationship Id="rId407" Type="http://schemas.openxmlformats.org/officeDocument/2006/relationships/customXml" Target="../ink/ink209.xml"/><Relationship Id="rId449" Type="http://schemas.openxmlformats.org/officeDocument/2006/relationships/customXml" Target="../ink/ink230.xml"/><Relationship Id="rId211" Type="http://schemas.openxmlformats.org/officeDocument/2006/relationships/image" Target="../media/image107.png"/><Relationship Id="rId253" Type="http://schemas.openxmlformats.org/officeDocument/2006/relationships/image" Target="../media/image128.png"/><Relationship Id="rId295" Type="http://schemas.openxmlformats.org/officeDocument/2006/relationships/image" Target="../media/image147.png"/><Relationship Id="rId309" Type="http://schemas.openxmlformats.org/officeDocument/2006/relationships/image" Target="../media/image154.png"/><Relationship Id="rId48" Type="http://schemas.openxmlformats.org/officeDocument/2006/relationships/customXml" Target="../ink/ink27.xml"/><Relationship Id="rId113" Type="http://schemas.openxmlformats.org/officeDocument/2006/relationships/image" Target="../media/image58.png"/><Relationship Id="rId320" Type="http://schemas.openxmlformats.org/officeDocument/2006/relationships/customXml" Target="../ink/ink165.xml"/><Relationship Id="rId155" Type="http://schemas.openxmlformats.org/officeDocument/2006/relationships/image" Target="../media/image79.png"/><Relationship Id="rId197" Type="http://schemas.openxmlformats.org/officeDocument/2006/relationships/image" Target="../media/image100.png"/><Relationship Id="rId362" Type="http://schemas.openxmlformats.org/officeDocument/2006/relationships/image" Target="../media/image180.png"/><Relationship Id="rId418" Type="http://schemas.openxmlformats.org/officeDocument/2006/relationships/image" Target="../media/image208.png"/><Relationship Id="rId222" Type="http://schemas.openxmlformats.org/officeDocument/2006/relationships/customXml" Target="../ink/ink114.xml"/><Relationship Id="rId264" Type="http://schemas.openxmlformats.org/officeDocument/2006/relationships/image" Target="../media/image133.png"/><Relationship Id="rId17" Type="http://schemas.openxmlformats.org/officeDocument/2006/relationships/image" Target="../media/image10.png"/><Relationship Id="rId59" Type="http://schemas.openxmlformats.org/officeDocument/2006/relationships/image" Target="../media/image31.png"/><Relationship Id="rId124" Type="http://schemas.openxmlformats.org/officeDocument/2006/relationships/customXml" Target="../ink/ink65.xml"/><Relationship Id="rId70" Type="http://schemas.openxmlformats.org/officeDocument/2006/relationships/customXml" Target="../ink/ink38.xml"/><Relationship Id="rId166" Type="http://schemas.openxmlformats.org/officeDocument/2006/relationships/customXml" Target="../ink/ink86.xml"/><Relationship Id="rId331" Type="http://schemas.openxmlformats.org/officeDocument/2006/relationships/image" Target="../media/image165.png"/><Relationship Id="rId373" Type="http://schemas.openxmlformats.org/officeDocument/2006/relationships/customXml" Target="../ink/ink192.xml"/><Relationship Id="rId429" Type="http://schemas.openxmlformats.org/officeDocument/2006/relationships/customXml" Target="../ink/ink220.xml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118.png"/><Relationship Id="rId440" Type="http://schemas.openxmlformats.org/officeDocument/2006/relationships/image" Target="../media/image219.png"/><Relationship Id="rId28" Type="http://schemas.openxmlformats.org/officeDocument/2006/relationships/customXml" Target="../ink/ink17.xml"/><Relationship Id="rId275" Type="http://schemas.openxmlformats.org/officeDocument/2006/relationships/customXml" Target="../ink/ink141.xml"/><Relationship Id="rId300" Type="http://schemas.openxmlformats.org/officeDocument/2006/relationships/customXml" Target="../ink/ink155.xml"/><Relationship Id="rId81" Type="http://schemas.openxmlformats.org/officeDocument/2006/relationships/image" Target="../media/image42.png"/><Relationship Id="rId135" Type="http://schemas.openxmlformats.org/officeDocument/2006/relationships/image" Target="../media/image69.png"/><Relationship Id="rId177" Type="http://schemas.openxmlformats.org/officeDocument/2006/relationships/image" Target="../media/image90.png"/><Relationship Id="rId342" Type="http://schemas.openxmlformats.org/officeDocument/2006/relationships/image" Target="../media/image170.png"/><Relationship Id="rId384" Type="http://schemas.openxmlformats.org/officeDocument/2006/relationships/image" Target="../media/image191.png"/><Relationship Id="rId202" Type="http://schemas.openxmlformats.org/officeDocument/2006/relationships/customXml" Target="../ink/ink104.xml"/><Relationship Id="rId244" Type="http://schemas.openxmlformats.org/officeDocument/2006/relationships/customXml" Target="../ink/ink125.xml"/><Relationship Id="rId39" Type="http://schemas.openxmlformats.org/officeDocument/2006/relationships/image" Target="../media/image21.png"/><Relationship Id="rId286" Type="http://schemas.openxmlformats.org/officeDocument/2006/relationships/customXml" Target="../ink/ink148.xml"/><Relationship Id="rId451" Type="http://schemas.openxmlformats.org/officeDocument/2006/relationships/customXml" Target="../ink/ink231.xml"/><Relationship Id="rId50" Type="http://schemas.openxmlformats.org/officeDocument/2006/relationships/customXml" Target="../ink/ink28.xml"/><Relationship Id="rId104" Type="http://schemas.openxmlformats.org/officeDocument/2006/relationships/customXml" Target="../ink/ink55.xml"/><Relationship Id="rId146" Type="http://schemas.openxmlformats.org/officeDocument/2006/relationships/customXml" Target="../ink/ink76.xml"/><Relationship Id="rId188" Type="http://schemas.openxmlformats.org/officeDocument/2006/relationships/customXml" Target="../ink/ink97.xml"/><Relationship Id="rId311" Type="http://schemas.openxmlformats.org/officeDocument/2006/relationships/image" Target="../media/image155.png"/><Relationship Id="rId353" Type="http://schemas.openxmlformats.org/officeDocument/2006/relationships/customXml" Target="../ink/ink182.xml"/><Relationship Id="rId395" Type="http://schemas.openxmlformats.org/officeDocument/2006/relationships/customXml" Target="../ink/ink203.xml"/><Relationship Id="rId409" Type="http://schemas.openxmlformats.org/officeDocument/2006/relationships/customXml" Target="../ink/ink210.xml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46.xml"/><Relationship Id="rId21" Type="http://schemas.openxmlformats.org/officeDocument/2006/relationships/image" Target="../media/image237.png"/><Relationship Id="rId42" Type="http://schemas.openxmlformats.org/officeDocument/2006/relationships/customXml" Target="../ink/ink254.xml"/><Relationship Id="rId47" Type="http://schemas.openxmlformats.org/officeDocument/2006/relationships/image" Target="../media/image250.png"/><Relationship Id="rId63" Type="http://schemas.openxmlformats.org/officeDocument/2006/relationships/image" Target="../media/image258.png"/><Relationship Id="rId68" Type="http://schemas.openxmlformats.org/officeDocument/2006/relationships/customXml" Target="../ink/ink267.xml"/><Relationship Id="rId84" Type="http://schemas.openxmlformats.org/officeDocument/2006/relationships/customXml" Target="../ink/ink275.xml"/><Relationship Id="rId89" Type="http://schemas.openxmlformats.org/officeDocument/2006/relationships/image" Target="../media/image271.png"/><Relationship Id="rId112" Type="http://schemas.openxmlformats.org/officeDocument/2006/relationships/customXml" Target="../ink/ink289.xml"/><Relationship Id="rId16" Type="http://schemas.openxmlformats.org/officeDocument/2006/relationships/customXml" Target="../ink/ink241.xml"/><Relationship Id="rId107" Type="http://schemas.openxmlformats.org/officeDocument/2006/relationships/image" Target="../media/image280.png"/><Relationship Id="rId11" Type="http://schemas.openxmlformats.org/officeDocument/2006/relationships/image" Target="../media/image232.png"/><Relationship Id="rId32" Type="http://schemas.openxmlformats.org/officeDocument/2006/relationships/customXml" Target="../ink/ink249.xml"/><Relationship Id="rId37" Type="http://schemas.openxmlformats.org/officeDocument/2006/relationships/image" Target="../media/image245.png"/><Relationship Id="rId53" Type="http://schemas.openxmlformats.org/officeDocument/2006/relationships/image" Target="../media/image253.png"/><Relationship Id="rId58" Type="http://schemas.openxmlformats.org/officeDocument/2006/relationships/customXml" Target="../ink/ink262.xml"/><Relationship Id="rId74" Type="http://schemas.openxmlformats.org/officeDocument/2006/relationships/customXml" Target="../ink/ink270.xml"/><Relationship Id="rId79" Type="http://schemas.openxmlformats.org/officeDocument/2006/relationships/image" Target="../media/image266.png"/><Relationship Id="rId102" Type="http://schemas.openxmlformats.org/officeDocument/2006/relationships/customXml" Target="../ink/ink284.xml"/><Relationship Id="rId5" Type="http://schemas.openxmlformats.org/officeDocument/2006/relationships/image" Target="../media/image229.png"/><Relationship Id="rId90" Type="http://schemas.openxmlformats.org/officeDocument/2006/relationships/customXml" Target="../ink/ink278.xml"/><Relationship Id="rId95" Type="http://schemas.openxmlformats.org/officeDocument/2006/relationships/image" Target="../media/image274.png"/><Relationship Id="rId22" Type="http://schemas.openxmlformats.org/officeDocument/2006/relationships/customXml" Target="../ink/ink244.xml"/><Relationship Id="rId27" Type="http://schemas.openxmlformats.org/officeDocument/2006/relationships/image" Target="../media/image240.png"/><Relationship Id="rId43" Type="http://schemas.openxmlformats.org/officeDocument/2006/relationships/image" Target="../media/image248.png"/><Relationship Id="rId48" Type="http://schemas.openxmlformats.org/officeDocument/2006/relationships/customXml" Target="../ink/ink257.xml"/><Relationship Id="rId64" Type="http://schemas.openxmlformats.org/officeDocument/2006/relationships/customXml" Target="../ink/ink265.xml"/><Relationship Id="rId69" Type="http://schemas.openxmlformats.org/officeDocument/2006/relationships/image" Target="../media/image261.png"/><Relationship Id="rId113" Type="http://schemas.openxmlformats.org/officeDocument/2006/relationships/image" Target="../media/image283.png"/><Relationship Id="rId80" Type="http://schemas.openxmlformats.org/officeDocument/2006/relationships/customXml" Target="../ink/ink273.xml"/><Relationship Id="rId85" Type="http://schemas.openxmlformats.org/officeDocument/2006/relationships/image" Target="../media/image269.png"/><Relationship Id="rId12" Type="http://schemas.openxmlformats.org/officeDocument/2006/relationships/customXml" Target="../ink/ink239.xml"/><Relationship Id="rId17" Type="http://schemas.openxmlformats.org/officeDocument/2006/relationships/image" Target="../media/image235.png"/><Relationship Id="rId33" Type="http://schemas.openxmlformats.org/officeDocument/2006/relationships/image" Target="../media/image243.png"/><Relationship Id="rId38" Type="http://schemas.openxmlformats.org/officeDocument/2006/relationships/customXml" Target="../ink/ink252.xml"/><Relationship Id="rId59" Type="http://schemas.openxmlformats.org/officeDocument/2006/relationships/image" Target="../media/image256.png"/><Relationship Id="rId103" Type="http://schemas.openxmlformats.org/officeDocument/2006/relationships/image" Target="../media/image278.png"/><Relationship Id="rId108" Type="http://schemas.openxmlformats.org/officeDocument/2006/relationships/customXml" Target="../ink/ink287.xml"/><Relationship Id="rId54" Type="http://schemas.openxmlformats.org/officeDocument/2006/relationships/customXml" Target="../ink/ink260.xml"/><Relationship Id="rId70" Type="http://schemas.openxmlformats.org/officeDocument/2006/relationships/customXml" Target="../ink/ink268.xml"/><Relationship Id="rId75" Type="http://schemas.openxmlformats.org/officeDocument/2006/relationships/image" Target="../media/image264.png"/><Relationship Id="rId91" Type="http://schemas.openxmlformats.org/officeDocument/2006/relationships/image" Target="../media/image272.png"/><Relationship Id="rId96" Type="http://schemas.openxmlformats.org/officeDocument/2006/relationships/customXml" Target="../ink/ink28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36.xml"/><Relationship Id="rId15" Type="http://schemas.openxmlformats.org/officeDocument/2006/relationships/image" Target="../media/image234.png"/><Relationship Id="rId23" Type="http://schemas.openxmlformats.org/officeDocument/2006/relationships/image" Target="../media/image238.png"/><Relationship Id="rId28" Type="http://schemas.openxmlformats.org/officeDocument/2006/relationships/customXml" Target="../ink/ink247.xml"/><Relationship Id="rId36" Type="http://schemas.openxmlformats.org/officeDocument/2006/relationships/customXml" Target="../ink/ink251.xml"/><Relationship Id="rId49" Type="http://schemas.openxmlformats.org/officeDocument/2006/relationships/image" Target="../media/image251.png"/><Relationship Id="rId57" Type="http://schemas.openxmlformats.org/officeDocument/2006/relationships/image" Target="../media/image255.png"/><Relationship Id="rId106" Type="http://schemas.openxmlformats.org/officeDocument/2006/relationships/customXml" Target="../ink/ink286.xml"/><Relationship Id="rId114" Type="http://schemas.openxmlformats.org/officeDocument/2006/relationships/customXml" Target="../ink/ink290.xml"/><Relationship Id="rId10" Type="http://schemas.openxmlformats.org/officeDocument/2006/relationships/customXml" Target="../ink/ink238.xml"/><Relationship Id="rId31" Type="http://schemas.openxmlformats.org/officeDocument/2006/relationships/image" Target="../media/image242.png"/><Relationship Id="rId44" Type="http://schemas.openxmlformats.org/officeDocument/2006/relationships/customXml" Target="../ink/ink255.xml"/><Relationship Id="rId52" Type="http://schemas.openxmlformats.org/officeDocument/2006/relationships/customXml" Target="../ink/ink259.xml"/><Relationship Id="rId60" Type="http://schemas.openxmlformats.org/officeDocument/2006/relationships/customXml" Target="../ink/ink263.xml"/><Relationship Id="rId65" Type="http://schemas.openxmlformats.org/officeDocument/2006/relationships/image" Target="../media/image259.png"/><Relationship Id="rId73" Type="http://schemas.openxmlformats.org/officeDocument/2006/relationships/image" Target="../media/image263.png"/><Relationship Id="rId78" Type="http://schemas.openxmlformats.org/officeDocument/2006/relationships/customXml" Target="../ink/ink272.xml"/><Relationship Id="rId81" Type="http://schemas.openxmlformats.org/officeDocument/2006/relationships/image" Target="../media/image267.png"/><Relationship Id="rId86" Type="http://schemas.openxmlformats.org/officeDocument/2006/relationships/customXml" Target="../ink/ink276.xml"/><Relationship Id="rId94" Type="http://schemas.openxmlformats.org/officeDocument/2006/relationships/customXml" Target="../ink/ink280.xml"/><Relationship Id="rId99" Type="http://schemas.openxmlformats.org/officeDocument/2006/relationships/image" Target="../media/image276.png"/><Relationship Id="rId101" Type="http://schemas.openxmlformats.org/officeDocument/2006/relationships/image" Target="../media/image277.png"/><Relationship Id="rId4" Type="http://schemas.openxmlformats.org/officeDocument/2006/relationships/customXml" Target="../ink/ink235.xml"/><Relationship Id="rId9" Type="http://schemas.openxmlformats.org/officeDocument/2006/relationships/image" Target="../media/image231.png"/><Relationship Id="rId13" Type="http://schemas.openxmlformats.org/officeDocument/2006/relationships/image" Target="../media/image233.png"/><Relationship Id="rId18" Type="http://schemas.openxmlformats.org/officeDocument/2006/relationships/customXml" Target="../ink/ink242.xml"/><Relationship Id="rId39" Type="http://schemas.openxmlformats.org/officeDocument/2006/relationships/image" Target="../media/image246.png"/><Relationship Id="rId109" Type="http://schemas.openxmlformats.org/officeDocument/2006/relationships/image" Target="../media/image281.png"/><Relationship Id="rId34" Type="http://schemas.openxmlformats.org/officeDocument/2006/relationships/customXml" Target="../ink/ink250.xml"/><Relationship Id="rId50" Type="http://schemas.openxmlformats.org/officeDocument/2006/relationships/customXml" Target="../ink/ink258.xml"/><Relationship Id="rId55" Type="http://schemas.openxmlformats.org/officeDocument/2006/relationships/image" Target="../media/image254.png"/><Relationship Id="rId76" Type="http://schemas.openxmlformats.org/officeDocument/2006/relationships/customXml" Target="../ink/ink271.xml"/><Relationship Id="rId97" Type="http://schemas.openxmlformats.org/officeDocument/2006/relationships/image" Target="../media/image275.png"/><Relationship Id="rId104" Type="http://schemas.openxmlformats.org/officeDocument/2006/relationships/customXml" Target="../ink/ink285.xml"/><Relationship Id="rId7" Type="http://schemas.openxmlformats.org/officeDocument/2006/relationships/image" Target="../media/image230.png"/><Relationship Id="rId71" Type="http://schemas.openxmlformats.org/officeDocument/2006/relationships/image" Target="../media/image262.png"/><Relationship Id="rId92" Type="http://schemas.openxmlformats.org/officeDocument/2006/relationships/customXml" Target="../ink/ink279.xml"/><Relationship Id="rId2" Type="http://schemas.openxmlformats.org/officeDocument/2006/relationships/customXml" Target="../ink/ink234.xml"/><Relationship Id="rId29" Type="http://schemas.openxmlformats.org/officeDocument/2006/relationships/image" Target="../media/image241.png"/><Relationship Id="rId24" Type="http://schemas.openxmlformats.org/officeDocument/2006/relationships/customXml" Target="../ink/ink245.xml"/><Relationship Id="rId40" Type="http://schemas.openxmlformats.org/officeDocument/2006/relationships/customXml" Target="../ink/ink253.xml"/><Relationship Id="rId45" Type="http://schemas.openxmlformats.org/officeDocument/2006/relationships/image" Target="../media/image249.png"/><Relationship Id="rId66" Type="http://schemas.openxmlformats.org/officeDocument/2006/relationships/customXml" Target="../ink/ink266.xml"/><Relationship Id="rId87" Type="http://schemas.openxmlformats.org/officeDocument/2006/relationships/image" Target="../media/image270.png"/><Relationship Id="rId110" Type="http://schemas.openxmlformats.org/officeDocument/2006/relationships/customXml" Target="../ink/ink288.xml"/><Relationship Id="rId115" Type="http://schemas.openxmlformats.org/officeDocument/2006/relationships/image" Target="../media/image284.png"/><Relationship Id="rId61" Type="http://schemas.openxmlformats.org/officeDocument/2006/relationships/image" Target="../media/image257.png"/><Relationship Id="rId82" Type="http://schemas.openxmlformats.org/officeDocument/2006/relationships/customXml" Target="../ink/ink274.xml"/><Relationship Id="rId19" Type="http://schemas.openxmlformats.org/officeDocument/2006/relationships/image" Target="../media/image236.png"/><Relationship Id="rId14" Type="http://schemas.openxmlformats.org/officeDocument/2006/relationships/customXml" Target="../ink/ink240.xml"/><Relationship Id="rId30" Type="http://schemas.openxmlformats.org/officeDocument/2006/relationships/customXml" Target="../ink/ink248.xml"/><Relationship Id="rId35" Type="http://schemas.openxmlformats.org/officeDocument/2006/relationships/image" Target="../media/image244.png"/><Relationship Id="rId56" Type="http://schemas.openxmlformats.org/officeDocument/2006/relationships/customXml" Target="../ink/ink261.xml"/><Relationship Id="rId77" Type="http://schemas.openxmlformats.org/officeDocument/2006/relationships/image" Target="../media/image265.png"/><Relationship Id="rId100" Type="http://schemas.openxmlformats.org/officeDocument/2006/relationships/customXml" Target="../ink/ink283.xml"/><Relationship Id="rId105" Type="http://schemas.openxmlformats.org/officeDocument/2006/relationships/image" Target="../media/image279.png"/><Relationship Id="rId8" Type="http://schemas.openxmlformats.org/officeDocument/2006/relationships/customXml" Target="../ink/ink237.xml"/><Relationship Id="rId51" Type="http://schemas.openxmlformats.org/officeDocument/2006/relationships/image" Target="../media/image252.png"/><Relationship Id="rId72" Type="http://schemas.openxmlformats.org/officeDocument/2006/relationships/customXml" Target="../ink/ink269.xml"/><Relationship Id="rId93" Type="http://schemas.openxmlformats.org/officeDocument/2006/relationships/image" Target="../media/image273.png"/><Relationship Id="rId98" Type="http://schemas.openxmlformats.org/officeDocument/2006/relationships/customXml" Target="../ink/ink282.xml"/><Relationship Id="rId3" Type="http://schemas.openxmlformats.org/officeDocument/2006/relationships/image" Target="../media/image228.png"/><Relationship Id="rId25" Type="http://schemas.openxmlformats.org/officeDocument/2006/relationships/image" Target="../media/image239.png"/><Relationship Id="rId46" Type="http://schemas.openxmlformats.org/officeDocument/2006/relationships/customXml" Target="../ink/ink256.xml"/><Relationship Id="rId67" Type="http://schemas.openxmlformats.org/officeDocument/2006/relationships/image" Target="../media/image260.png"/><Relationship Id="rId20" Type="http://schemas.openxmlformats.org/officeDocument/2006/relationships/customXml" Target="../ink/ink243.xml"/><Relationship Id="rId41" Type="http://schemas.openxmlformats.org/officeDocument/2006/relationships/image" Target="../media/image247.png"/><Relationship Id="rId62" Type="http://schemas.openxmlformats.org/officeDocument/2006/relationships/customXml" Target="../ink/ink264.xml"/><Relationship Id="rId83" Type="http://schemas.openxmlformats.org/officeDocument/2006/relationships/image" Target="../media/image268.png"/><Relationship Id="rId88" Type="http://schemas.openxmlformats.org/officeDocument/2006/relationships/customXml" Target="../ink/ink277.xml"/><Relationship Id="rId111" Type="http://schemas.openxmlformats.org/officeDocument/2006/relationships/image" Target="../media/image282.png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350.xml"/><Relationship Id="rId21" Type="http://schemas.openxmlformats.org/officeDocument/2006/relationships/image" Target="../media/image294.png"/><Relationship Id="rId63" Type="http://schemas.openxmlformats.org/officeDocument/2006/relationships/image" Target="../media/image315.png"/><Relationship Id="rId159" Type="http://schemas.openxmlformats.org/officeDocument/2006/relationships/customXml" Target="../ink/ink371.xml"/><Relationship Id="rId170" Type="http://schemas.openxmlformats.org/officeDocument/2006/relationships/image" Target="../media/image368.png"/><Relationship Id="rId226" Type="http://schemas.openxmlformats.org/officeDocument/2006/relationships/customXml" Target="../ink/ink405.xml"/><Relationship Id="rId107" Type="http://schemas.openxmlformats.org/officeDocument/2006/relationships/image" Target="../media/image337.png"/><Relationship Id="rId11" Type="http://schemas.openxmlformats.org/officeDocument/2006/relationships/image" Target="../media/image289.png"/><Relationship Id="rId32" Type="http://schemas.openxmlformats.org/officeDocument/2006/relationships/customXml" Target="../ink/ink306.xml"/><Relationship Id="rId53" Type="http://schemas.openxmlformats.org/officeDocument/2006/relationships/image" Target="../media/image310.png"/><Relationship Id="rId74" Type="http://schemas.openxmlformats.org/officeDocument/2006/relationships/image" Target="../media/image320.png"/><Relationship Id="rId128" Type="http://schemas.openxmlformats.org/officeDocument/2006/relationships/image" Target="../media/image347.png"/><Relationship Id="rId149" Type="http://schemas.openxmlformats.org/officeDocument/2006/relationships/customXml" Target="../ink/ink366.xml"/><Relationship Id="rId5" Type="http://schemas.openxmlformats.org/officeDocument/2006/relationships/image" Target="../media/image286.png"/><Relationship Id="rId95" Type="http://schemas.openxmlformats.org/officeDocument/2006/relationships/image" Target="../media/image330.png"/><Relationship Id="rId160" Type="http://schemas.openxmlformats.org/officeDocument/2006/relationships/image" Target="../media/image363.png"/><Relationship Id="rId181" Type="http://schemas.openxmlformats.org/officeDocument/2006/relationships/customXml" Target="../ink/ink382.xml"/><Relationship Id="rId216" Type="http://schemas.openxmlformats.org/officeDocument/2006/relationships/customXml" Target="../ink/ink400.xml"/><Relationship Id="rId237" Type="http://schemas.openxmlformats.org/officeDocument/2006/relationships/image" Target="../media/image400.png"/><Relationship Id="rId258" Type="http://schemas.openxmlformats.org/officeDocument/2006/relationships/customXml" Target="../ink/ink422.xml"/><Relationship Id="rId22" Type="http://schemas.openxmlformats.org/officeDocument/2006/relationships/customXml" Target="../ink/ink301.xml"/><Relationship Id="rId43" Type="http://schemas.openxmlformats.org/officeDocument/2006/relationships/image" Target="../media/image305.png"/><Relationship Id="rId64" Type="http://schemas.openxmlformats.org/officeDocument/2006/relationships/customXml" Target="../ink/ink322.xml"/><Relationship Id="rId118" Type="http://schemas.openxmlformats.org/officeDocument/2006/relationships/image" Target="../media/image342.png"/><Relationship Id="rId139" Type="http://schemas.openxmlformats.org/officeDocument/2006/relationships/customXml" Target="../ink/ink361.xml"/><Relationship Id="rId85" Type="http://schemas.openxmlformats.org/officeDocument/2006/relationships/image" Target="../media/image325.png"/><Relationship Id="rId150" Type="http://schemas.openxmlformats.org/officeDocument/2006/relationships/image" Target="../media/image358.png"/><Relationship Id="rId171" Type="http://schemas.openxmlformats.org/officeDocument/2006/relationships/customXml" Target="../ink/ink377.xml"/><Relationship Id="rId192" Type="http://schemas.openxmlformats.org/officeDocument/2006/relationships/image" Target="../media/image379.png"/><Relationship Id="rId206" Type="http://schemas.openxmlformats.org/officeDocument/2006/relationships/customXml" Target="../ink/ink395.xml"/><Relationship Id="rId227" Type="http://schemas.openxmlformats.org/officeDocument/2006/relationships/image" Target="../media/image396.png"/><Relationship Id="rId248" Type="http://schemas.openxmlformats.org/officeDocument/2006/relationships/customXml" Target="../ink/ink417.xml"/><Relationship Id="rId12" Type="http://schemas.openxmlformats.org/officeDocument/2006/relationships/customXml" Target="../ink/ink296.xml"/><Relationship Id="rId33" Type="http://schemas.openxmlformats.org/officeDocument/2006/relationships/image" Target="../media/image300.png"/><Relationship Id="rId108" Type="http://schemas.openxmlformats.org/officeDocument/2006/relationships/customXml" Target="../ink/ink345.xml"/><Relationship Id="rId129" Type="http://schemas.openxmlformats.org/officeDocument/2006/relationships/customXml" Target="../ink/ink356.xml"/><Relationship Id="rId54" Type="http://schemas.openxmlformats.org/officeDocument/2006/relationships/customXml" Target="../ink/ink317.xml"/><Relationship Id="rId75" Type="http://schemas.openxmlformats.org/officeDocument/2006/relationships/customXml" Target="../ink/ink328.xml"/><Relationship Id="rId96" Type="http://schemas.openxmlformats.org/officeDocument/2006/relationships/customXml" Target="../ink/ink339.xml"/><Relationship Id="rId140" Type="http://schemas.openxmlformats.org/officeDocument/2006/relationships/image" Target="../media/image353.png"/><Relationship Id="rId161" Type="http://schemas.openxmlformats.org/officeDocument/2006/relationships/customXml" Target="../ink/ink372.xml"/><Relationship Id="rId182" Type="http://schemas.openxmlformats.org/officeDocument/2006/relationships/image" Target="../media/image374.png"/><Relationship Id="rId217" Type="http://schemas.openxmlformats.org/officeDocument/2006/relationships/image" Target="../media/image391.png"/><Relationship Id="rId6" Type="http://schemas.openxmlformats.org/officeDocument/2006/relationships/customXml" Target="../ink/ink293.xml"/><Relationship Id="rId238" Type="http://schemas.openxmlformats.org/officeDocument/2006/relationships/customXml" Target="../ink/ink412.xml"/><Relationship Id="rId259" Type="http://schemas.openxmlformats.org/officeDocument/2006/relationships/image" Target="../media/image411.png"/><Relationship Id="rId23" Type="http://schemas.openxmlformats.org/officeDocument/2006/relationships/image" Target="../media/image295.png"/><Relationship Id="rId119" Type="http://schemas.openxmlformats.org/officeDocument/2006/relationships/customXml" Target="../ink/ink351.xml"/><Relationship Id="rId44" Type="http://schemas.openxmlformats.org/officeDocument/2006/relationships/customXml" Target="../ink/ink312.xml"/><Relationship Id="rId65" Type="http://schemas.openxmlformats.org/officeDocument/2006/relationships/image" Target="../media/image316.png"/><Relationship Id="rId86" Type="http://schemas.openxmlformats.org/officeDocument/2006/relationships/customXml" Target="../ink/ink334.xml"/><Relationship Id="rId130" Type="http://schemas.openxmlformats.org/officeDocument/2006/relationships/image" Target="../media/image348.png"/><Relationship Id="rId151" Type="http://schemas.openxmlformats.org/officeDocument/2006/relationships/customXml" Target="../ink/ink367.xml"/><Relationship Id="rId172" Type="http://schemas.openxmlformats.org/officeDocument/2006/relationships/image" Target="../media/image369.png"/><Relationship Id="rId193" Type="http://schemas.openxmlformats.org/officeDocument/2006/relationships/customXml" Target="../ink/ink388.xml"/><Relationship Id="rId207" Type="http://schemas.openxmlformats.org/officeDocument/2006/relationships/image" Target="../media/image386.png"/><Relationship Id="rId228" Type="http://schemas.openxmlformats.org/officeDocument/2006/relationships/customXml" Target="../ink/ink406.xml"/><Relationship Id="rId249" Type="http://schemas.openxmlformats.org/officeDocument/2006/relationships/image" Target="../media/image406.png"/><Relationship Id="rId13" Type="http://schemas.openxmlformats.org/officeDocument/2006/relationships/image" Target="../media/image290.png"/><Relationship Id="rId109" Type="http://schemas.openxmlformats.org/officeDocument/2006/relationships/customXml" Target="../ink/ink346.xml"/><Relationship Id="rId260" Type="http://schemas.openxmlformats.org/officeDocument/2006/relationships/customXml" Target="../ink/ink423.xml"/><Relationship Id="rId34" Type="http://schemas.openxmlformats.org/officeDocument/2006/relationships/customXml" Target="../ink/ink307.xml"/><Relationship Id="rId55" Type="http://schemas.openxmlformats.org/officeDocument/2006/relationships/image" Target="../media/image311.png"/><Relationship Id="rId76" Type="http://schemas.openxmlformats.org/officeDocument/2006/relationships/image" Target="../media/image321.png"/><Relationship Id="rId97" Type="http://schemas.openxmlformats.org/officeDocument/2006/relationships/image" Target="../media/image331.png"/><Relationship Id="rId120" Type="http://schemas.openxmlformats.org/officeDocument/2006/relationships/image" Target="../media/image343.png"/><Relationship Id="rId141" Type="http://schemas.openxmlformats.org/officeDocument/2006/relationships/customXml" Target="../ink/ink362.xml"/><Relationship Id="rId7" Type="http://schemas.openxmlformats.org/officeDocument/2006/relationships/image" Target="../media/image287.png"/><Relationship Id="rId162" Type="http://schemas.openxmlformats.org/officeDocument/2006/relationships/image" Target="../media/image364.png"/><Relationship Id="rId183" Type="http://schemas.openxmlformats.org/officeDocument/2006/relationships/customXml" Target="../ink/ink383.xml"/><Relationship Id="rId218" Type="http://schemas.openxmlformats.org/officeDocument/2006/relationships/customXml" Target="../ink/ink401.xml"/><Relationship Id="rId239" Type="http://schemas.openxmlformats.org/officeDocument/2006/relationships/image" Target="../media/image401.png"/><Relationship Id="rId250" Type="http://schemas.openxmlformats.org/officeDocument/2006/relationships/customXml" Target="../ink/ink418.xml"/><Relationship Id="rId24" Type="http://schemas.openxmlformats.org/officeDocument/2006/relationships/customXml" Target="../ink/ink302.xml"/><Relationship Id="rId45" Type="http://schemas.openxmlformats.org/officeDocument/2006/relationships/image" Target="../media/image306.png"/><Relationship Id="rId66" Type="http://schemas.openxmlformats.org/officeDocument/2006/relationships/customXml" Target="../ink/ink323.xml"/><Relationship Id="rId87" Type="http://schemas.openxmlformats.org/officeDocument/2006/relationships/image" Target="../media/image326.png"/><Relationship Id="rId110" Type="http://schemas.openxmlformats.org/officeDocument/2006/relationships/image" Target="../media/image338.png"/><Relationship Id="rId131" Type="http://schemas.openxmlformats.org/officeDocument/2006/relationships/customXml" Target="../ink/ink357.xml"/><Relationship Id="rId152" Type="http://schemas.openxmlformats.org/officeDocument/2006/relationships/image" Target="../media/image359.png"/><Relationship Id="rId173" Type="http://schemas.openxmlformats.org/officeDocument/2006/relationships/customXml" Target="../ink/ink378.xml"/><Relationship Id="rId194" Type="http://schemas.openxmlformats.org/officeDocument/2006/relationships/image" Target="../media/image380.png"/><Relationship Id="rId208" Type="http://schemas.openxmlformats.org/officeDocument/2006/relationships/customXml" Target="../ink/ink396.xml"/><Relationship Id="rId229" Type="http://schemas.openxmlformats.org/officeDocument/2006/relationships/image" Target="../media/image397.png"/><Relationship Id="rId240" Type="http://schemas.openxmlformats.org/officeDocument/2006/relationships/customXml" Target="../ink/ink413.xml"/><Relationship Id="rId261" Type="http://schemas.openxmlformats.org/officeDocument/2006/relationships/image" Target="../media/image412.png"/><Relationship Id="rId14" Type="http://schemas.openxmlformats.org/officeDocument/2006/relationships/customXml" Target="../ink/ink297.xml"/><Relationship Id="rId35" Type="http://schemas.openxmlformats.org/officeDocument/2006/relationships/image" Target="../media/image301.png"/><Relationship Id="rId56" Type="http://schemas.openxmlformats.org/officeDocument/2006/relationships/customXml" Target="../ink/ink318.xml"/><Relationship Id="rId77" Type="http://schemas.openxmlformats.org/officeDocument/2006/relationships/customXml" Target="../ink/ink329.xml"/><Relationship Id="rId100" Type="http://schemas.openxmlformats.org/officeDocument/2006/relationships/customXml" Target="../ink/ink341.xml"/><Relationship Id="rId8" Type="http://schemas.openxmlformats.org/officeDocument/2006/relationships/customXml" Target="../ink/ink294.xml"/><Relationship Id="rId98" Type="http://schemas.openxmlformats.org/officeDocument/2006/relationships/customXml" Target="../ink/ink340.xml"/><Relationship Id="rId121" Type="http://schemas.openxmlformats.org/officeDocument/2006/relationships/customXml" Target="../ink/ink352.xml"/><Relationship Id="rId142" Type="http://schemas.openxmlformats.org/officeDocument/2006/relationships/image" Target="../media/image354.png"/><Relationship Id="rId163" Type="http://schemas.openxmlformats.org/officeDocument/2006/relationships/customXml" Target="../ink/ink373.xml"/><Relationship Id="rId184" Type="http://schemas.openxmlformats.org/officeDocument/2006/relationships/image" Target="../media/image375.png"/><Relationship Id="rId219" Type="http://schemas.openxmlformats.org/officeDocument/2006/relationships/image" Target="../media/image392.png"/><Relationship Id="rId230" Type="http://schemas.openxmlformats.org/officeDocument/2006/relationships/customXml" Target="../ink/ink407.xml"/><Relationship Id="rId251" Type="http://schemas.openxmlformats.org/officeDocument/2006/relationships/image" Target="../media/image407.png"/><Relationship Id="rId25" Type="http://schemas.openxmlformats.org/officeDocument/2006/relationships/image" Target="../media/image296.png"/><Relationship Id="rId46" Type="http://schemas.openxmlformats.org/officeDocument/2006/relationships/customXml" Target="../ink/ink313.xml"/><Relationship Id="rId67" Type="http://schemas.openxmlformats.org/officeDocument/2006/relationships/image" Target="../media/image317.png"/><Relationship Id="rId88" Type="http://schemas.openxmlformats.org/officeDocument/2006/relationships/customXml" Target="../ink/ink335.xml"/><Relationship Id="rId111" Type="http://schemas.openxmlformats.org/officeDocument/2006/relationships/customXml" Target="../ink/ink347.xml"/><Relationship Id="rId132" Type="http://schemas.openxmlformats.org/officeDocument/2006/relationships/image" Target="../media/image349.png"/><Relationship Id="rId153" Type="http://schemas.openxmlformats.org/officeDocument/2006/relationships/customXml" Target="../ink/ink368.xml"/><Relationship Id="rId174" Type="http://schemas.openxmlformats.org/officeDocument/2006/relationships/image" Target="../media/image370.png"/><Relationship Id="rId195" Type="http://schemas.openxmlformats.org/officeDocument/2006/relationships/customXml" Target="../ink/ink389.xml"/><Relationship Id="rId209" Type="http://schemas.openxmlformats.org/officeDocument/2006/relationships/image" Target="../media/image387.png"/><Relationship Id="rId220" Type="http://schemas.openxmlformats.org/officeDocument/2006/relationships/customXml" Target="../ink/ink402.xml"/><Relationship Id="rId241" Type="http://schemas.openxmlformats.org/officeDocument/2006/relationships/image" Target="../media/image402.png"/><Relationship Id="rId15" Type="http://schemas.openxmlformats.org/officeDocument/2006/relationships/image" Target="../media/image291.png"/><Relationship Id="rId36" Type="http://schemas.openxmlformats.org/officeDocument/2006/relationships/customXml" Target="../ink/ink308.xml"/><Relationship Id="rId57" Type="http://schemas.openxmlformats.org/officeDocument/2006/relationships/image" Target="../media/image312.png"/><Relationship Id="rId262" Type="http://schemas.openxmlformats.org/officeDocument/2006/relationships/customXml" Target="../ink/ink424.xml"/><Relationship Id="rId78" Type="http://schemas.openxmlformats.org/officeDocument/2006/relationships/image" Target="../media/image322.png"/><Relationship Id="rId99" Type="http://schemas.openxmlformats.org/officeDocument/2006/relationships/image" Target="../media/image332.png"/><Relationship Id="rId101" Type="http://schemas.openxmlformats.org/officeDocument/2006/relationships/image" Target="../media/image333.png"/><Relationship Id="rId122" Type="http://schemas.openxmlformats.org/officeDocument/2006/relationships/image" Target="../media/image344.png"/><Relationship Id="rId143" Type="http://schemas.openxmlformats.org/officeDocument/2006/relationships/customXml" Target="../ink/ink363.xml"/><Relationship Id="rId164" Type="http://schemas.openxmlformats.org/officeDocument/2006/relationships/image" Target="../media/image365.png"/><Relationship Id="rId185" Type="http://schemas.openxmlformats.org/officeDocument/2006/relationships/customXml" Target="../ink/ink384.xml"/><Relationship Id="rId9" Type="http://schemas.openxmlformats.org/officeDocument/2006/relationships/image" Target="../media/image288.png"/><Relationship Id="rId210" Type="http://schemas.openxmlformats.org/officeDocument/2006/relationships/customXml" Target="../ink/ink397.xml"/><Relationship Id="rId26" Type="http://schemas.openxmlformats.org/officeDocument/2006/relationships/customXml" Target="../ink/ink303.xml"/><Relationship Id="rId231" Type="http://schemas.openxmlformats.org/officeDocument/2006/relationships/customXml" Target="../ink/ink408.xml"/><Relationship Id="rId252" Type="http://schemas.openxmlformats.org/officeDocument/2006/relationships/customXml" Target="../ink/ink419.xml"/><Relationship Id="rId47" Type="http://schemas.openxmlformats.org/officeDocument/2006/relationships/image" Target="../media/image307.png"/><Relationship Id="rId68" Type="http://schemas.openxmlformats.org/officeDocument/2006/relationships/customXml" Target="../ink/ink324.xml"/><Relationship Id="rId89" Type="http://schemas.openxmlformats.org/officeDocument/2006/relationships/image" Target="../media/image327.png"/><Relationship Id="rId112" Type="http://schemas.openxmlformats.org/officeDocument/2006/relationships/image" Target="../media/image339.png"/><Relationship Id="rId133" Type="http://schemas.openxmlformats.org/officeDocument/2006/relationships/customXml" Target="../ink/ink358.xml"/><Relationship Id="rId154" Type="http://schemas.openxmlformats.org/officeDocument/2006/relationships/image" Target="../media/image360.png"/><Relationship Id="rId175" Type="http://schemas.openxmlformats.org/officeDocument/2006/relationships/customXml" Target="../ink/ink379.xml"/><Relationship Id="rId196" Type="http://schemas.openxmlformats.org/officeDocument/2006/relationships/image" Target="../media/image381.png"/><Relationship Id="rId200" Type="http://schemas.openxmlformats.org/officeDocument/2006/relationships/customXml" Target="../ink/ink392.xml"/><Relationship Id="rId16" Type="http://schemas.openxmlformats.org/officeDocument/2006/relationships/customXml" Target="../ink/ink298.xml"/><Relationship Id="rId221" Type="http://schemas.openxmlformats.org/officeDocument/2006/relationships/image" Target="../media/image393.png"/><Relationship Id="rId242" Type="http://schemas.openxmlformats.org/officeDocument/2006/relationships/customXml" Target="../ink/ink414.xml"/><Relationship Id="rId263" Type="http://schemas.openxmlformats.org/officeDocument/2006/relationships/image" Target="../media/image413.png"/><Relationship Id="rId37" Type="http://schemas.openxmlformats.org/officeDocument/2006/relationships/image" Target="../media/image302.png"/><Relationship Id="rId58" Type="http://schemas.openxmlformats.org/officeDocument/2006/relationships/customXml" Target="../ink/ink319.xml"/><Relationship Id="rId79" Type="http://schemas.openxmlformats.org/officeDocument/2006/relationships/customXml" Target="../ink/ink330.xml"/><Relationship Id="rId102" Type="http://schemas.openxmlformats.org/officeDocument/2006/relationships/customXml" Target="../ink/ink342.xml"/><Relationship Id="rId123" Type="http://schemas.openxmlformats.org/officeDocument/2006/relationships/customXml" Target="../ink/ink353.xml"/><Relationship Id="rId144" Type="http://schemas.openxmlformats.org/officeDocument/2006/relationships/image" Target="../media/image355.png"/><Relationship Id="rId90" Type="http://schemas.openxmlformats.org/officeDocument/2006/relationships/customXml" Target="../ink/ink336.xml"/><Relationship Id="rId165" Type="http://schemas.openxmlformats.org/officeDocument/2006/relationships/customXml" Target="../ink/ink374.xml"/><Relationship Id="rId186" Type="http://schemas.openxmlformats.org/officeDocument/2006/relationships/image" Target="../media/image376.png"/><Relationship Id="rId211" Type="http://schemas.openxmlformats.org/officeDocument/2006/relationships/image" Target="../media/image388.png"/><Relationship Id="rId232" Type="http://schemas.openxmlformats.org/officeDocument/2006/relationships/image" Target="../media/image398.png"/><Relationship Id="rId253" Type="http://schemas.openxmlformats.org/officeDocument/2006/relationships/image" Target="../media/image408.png"/><Relationship Id="rId27" Type="http://schemas.openxmlformats.org/officeDocument/2006/relationships/image" Target="../media/image297.png"/><Relationship Id="rId48" Type="http://schemas.openxmlformats.org/officeDocument/2006/relationships/customXml" Target="../ink/ink314.xml"/><Relationship Id="rId69" Type="http://schemas.openxmlformats.org/officeDocument/2006/relationships/image" Target="../media/image318.png"/><Relationship Id="rId113" Type="http://schemas.openxmlformats.org/officeDocument/2006/relationships/customXml" Target="../ink/ink348.xml"/><Relationship Id="rId134" Type="http://schemas.openxmlformats.org/officeDocument/2006/relationships/image" Target="../media/image350.png"/><Relationship Id="rId80" Type="http://schemas.openxmlformats.org/officeDocument/2006/relationships/image" Target="../media/image323.png"/><Relationship Id="rId155" Type="http://schemas.openxmlformats.org/officeDocument/2006/relationships/customXml" Target="../ink/ink369.xml"/><Relationship Id="rId176" Type="http://schemas.openxmlformats.org/officeDocument/2006/relationships/image" Target="../media/image371.png"/><Relationship Id="rId197" Type="http://schemas.openxmlformats.org/officeDocument/2006/relationships/customXml" Target="../ink/ink390.xml"/><Relationship Id="rId201" Type="http://schemas.openxmlformats.org/officeDocument/2006/relationships/image" Target="../media/image383.png"/><Relationship Id="rId222" Type="http://schemas.openxmlformats.org/officeDocument/2006/relationships/customXml" Target="../ink/ink403.xml"/><Relationship Id="rId243" Type="http://schemas.openxmlformats.org/officeDocument/2006/relationships/image" Target="../media/image403.png"/><Relationship Id="rId264" Type="http://schemas.openxmlformats.org/officeDocument/2006/relationships/customXml" Target="../ink/ink425.xml"/><Relationship Id="rId17" Type="http://schemas.openxmlformats.org/officeDocument/2006/relationships/image" Target="../media/image292.png"/><Relationship Id="rId38" Type="http://schemas.openxmlformats.org/officeDocument/2006/relationships/customXml" Target="../ink/ink309.xml"/><Relationship Id="rId59" Type="http://schemas.openxmlformats.org/officeDocument/2006/relationships/image" Target="../media/image313.png"/><Relationship Id="rId103" Type="http://schemas.openxmlformats.org/officeDocument/2006/relationships/image" Target="../media/image334.png"/><Relationship Id="rId124" Type="http://schemas.openxmlformats.org/officeDocument/2006/relationships/image" Target="../media/image345.png"/><Relationship Id="rId70" Type="http://schemas.openxmlformats.org/officeDocument/2006/relationships/customXml" Target="../ink/ink325.xml"/><Relationship Id="rId91" Type="http://schemas.openxmlformats.org/officeDocument/2006/relationships/image" Target="../media/image328.png"/><Relationship Id="rId145" Type="http://schemas.openxmlformats.org/officeDocument/2006/relationships/customXml" Target="../ink/ink364.xml"/><Relationship Id="rId166" Type="http://schemas.openxmlformats.org/officeDocument/2006/relationships/image" Target="../media/image366.png"/><Relationship Id="rId187" Type="http://schemas.openxmlformats.org/officeDocument/2006/relationships/customXml" Target="../ink/ink385.xml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398.xml"/><Relationship Id="rId233" Type="http://schemas.openxmlformats.org/officeDocument/2006/relationships/customXml" Target="../ink/ink409.xml"/><Relationship Id="rId254" Type="http://schemas.openxmlformats.org/officeDocument/2006/relationships/customXml" Target="../ink/ink420.xml"/><Relationship Id="rId28" Type="http://schemas.openxmlformats.org/officeDocument/2006/relationships/customXml" Target="../ink/ink304.xml"/><Relationship Id="rId49" Type="http://schemas.openxmlformats.org/officeDocument/2006/relationships/image" Target="../media/image308.png"/><Relationship Id="rId114" Type="http://schemas.openxmlformats.org/officeDocument/2006/relationships/image" Target="../media/image340.png"/><Relationship Id="rId60" Type="http://schemas.openxmlformats.org/officeDocument/2006/relationships/customXml" Target="../ink/ink320.xml"/><Relationship Id="rId81" Type="http://schemas.openxmlformats.org/officeDocument/2006/relationships/customXml" Target="../ink/ink331.xml"/><Relationship Id="rId135" Type="http://schemas.openxmlformats.org/officeDocument/2006/relationships/customXml" Target="../ink/ink359.xml"/><Relationship Id="rId156" Type="http://schemas.openxmlformats.org/officeDocument/2006/relationships/image" Target="../media/image361.png"/><Relationship Id="rId177" Type="http://schemas.openxmlformats.org/officeDocument/2006/relationships/customXml" Target="../ink/ink380.xml"/><Relationship Id="rId198" Type="http://schemas.openxmlformats.org/officeDocument/2006/relationships/customXml" Target="../ink/ink391.xml"/><Relationship Id="rId202" Type="http://schemas.openxmlformats.org/officeDocument/2006/relationships/customXml" Target="../ink/ink393.xml"/><Relationship Id="rId223" Type="http://schemas.openxmlformats.org/officeDocument/2006/relationships/image" Target="../media/image394.png"/><Relationship Id="rId244" Type="http://schemas.openxmlformats.org/officeDocument/2006/relationships/customXml" Target="../ink/ink415.xml"/><Relationship Id="rId18" Type="http://schemas.openxmlformats.org/officeDocument/2006/relationships/customXml" Target="../ink/ink299.xml"/><Relationship Id="rId39" Type="http://schemas.openxmlformats.org/officeDocument/2006/relationships/image" Target="../media/image303.png"/><Relationship Id="rId265" Type="http://schemas.openxmlformats.org/officeDocument/2006/relationships/image" Target="../media/image414.png"/><Relationship Id="rId50" Type="http://schemas.openxmlformats.org/officeDocument/2006/relationships/customXml" Target="../ink/ink315.xml"/><Relationship Id="rId104" Type="http://schemas.openxmlformats.org/officeDocument/2006/relationships/customXml" Target="../ink/ink343.xml"/><Relationship Id="rId125" Type="http://schemas.openxmlformats.org/officeDocument/2006/relationships/customXml" Target="../ink/ink354.xml"/><Relationship Id="rId146" Type="http://schemas.openxmlformats.org/officeDocument/2006/relationships/image" Target="../media/image356.png"/><Relationship Id="rId167" Type="http://schemas.openxmlformats.org/officeDocument/2006/relationships/customXml" Target="../ink/ink375.xml"/><Relationship Id="rId188" Type="http://schemas.openxmlformats.org/officeDocument/2006/relationships/image" Target="../media/image377.png"/><Relationship Id="rId71" Type="http://schemas.openxmlformats.org/officeDocument/2006/relationships/customXml" Target="../ink/ink326.xml"/><Relationship Id="rId92" Type="http://schemas.openxmlformats.org/officeDocument/2006/relationships/customXml" Target="../ink/ink337.xml"/><Relationship Id="rId213" Type="http://schemas.openxmlformats.org/officeDocument/2006/relationships/image" Target="../media/image389.png"/><Relationship Id="rId234" Type="http://schemas.openxmlformats.org/officeDocument/2006/relationships/image" Target="../media/image399.png"/><Relationship Id="rId2" Type="http://schemas.openxmlformats.org/officeDocument/2006/relationships/customXml" Target="../ink/ink291.xml"/><Relationship Id="rId29" Type="http://schemas.openxmlformats.org/officeDocument/2006/relationships/image" Target="../media/image298.png"/><Relationship Id="rId255" Type="http://schemas.openxmlformats.org/officeDocument/2006/relationships/image" Target="../media/image409.png"/><Relationship Id="rId40" Type="http://schemas.openxmlformats.org/officeDocument/2006/relationships/customXml" Target="../ink/ink310.xml"/><Relationship Id="rId115" Type="http://schemas.openxmlformats.org/officeDocument/2006/relationships/customXml" Target="../ink/ink349.xml"/><Relationship Id="rId136" Type="http://schemas.openxmlformats.org/officeDocument/2006/relationships/image" Target="../media/image351.png"/><Relationship Id="rId157" Type="http://schemas.openxmlformats.org/officeDocument/2006/relationships/customXml" Target="../ink/ink370.xml"/><Relationship Id="rId178" Type="http://schemas.openxmlformats.org/officeDocument/2006/relationships/image" Target="../media/image372.png"/><Relationship Id="rId61" Type="http://schemas.openxmlformats.org/officeDocument/2006/relationships/image" Target="../media/image314.png"/><Relationship Id="rId82" Type="http://schemas.openxmlformats.org/officeDocument/2006/relationships/customXml" Target="../ink/ink332.xml"/><Relationship Id="rId199" Type="http://schemas.openxmlformats.org/officeDocument/2006/relationships/image" Target="../media/image382.png"/><Relationship Id="rId203" Type="http://schemas.openxmlformats.org/officeDocument/2006/relationships/image" Target="../media/image384.png"/><Relationship Id="rId19" Type="http://schemas.openxmlformats.org/officeDocument/2006/relationships/image" Target="../media/image293.png"/><Relationship Id="rId224" Type="http://schemas.openxmlformats.org/officeDocument/2006/relationships/customXml" Target="../ink/ink404.xml"/><Relationship Id="rId245" Type="http://schemas.openxmlformats.org/officeDocument/2006/relationships/image" Target="../media/image404.png"/><Relationship Id="rId30" Type="http://schemas.openxmlformats.org/officeDocument/2006/relationships/customXml" Target="../ink/ink305.xml"/><Relationship Id="rId105" Type="http://schemas.openxmlformats.org/officeDocument/2006/relationships/image" Target="../media/image335.png"/><Relationship Id="rId126" Type="http://schemas.openxmlformats.org/officeDocument/2006/relationships/image" Target="../media/image346.png"/><Relationship Id="rId147" Type="http://schemas.openxmlformats.org/officeDocument/2006/relationships/customXml" Target="../ink/ink365.xml"/><Relationship Id="rId168" Type="http://schemas.openxmlformats.org/officeDocument/2006/relationships/image" Target="../media/image367.png"/><Relationship Id="rId51" Type="http://schemas.openxmlformats.org/officeDocument/2006/relationships/image" Target="../media/image309.png"/><Relationship Id="rId72" Type="http://schemas.openxmlformats.org/officeDocument/2006/relationships/image" Target="../media/image319.png"/><Relationship Id="rId93" Type="http://schemas.openxmlformats.org/officeDocument/2006/relationships/image" Target="../media/image329.png"/><Relationship Id="rId189" Type="http://schemas.openxmlformats.org/officeDocument/2006/relationships/customXml" Target="../ink/ink386.xml"/><Relationship Id="rId3" Type="http://schemas.openxmlformats.org/officeDocument/2006/relationships/image" Target="../media/image285.png"/><Relationship Id="rId214" Type="http://schemas.openxmlformats.org/officeDocument/2006/relationships/customXml" Target="../ink/ink399.xml"/><Relationship Id="rId235" Type="http://schemas.openxmlformats.org/officeDocument/2006/relationships/customXml" Target="../ink/ink410.xml"/><Relationship Id="rId256" Type="http://schemas.openxmlformats.org/officeDocument/2006/relationships/customXml" Target="../ink/ink421.xml"/><Relationship Id="rId116" Type="http://schemas.openxmlformats.org/officeDocument/2006/relationships/image" Target="../media/image341.png"/><Relationship Id="rId137" Type="http://schemas.openxmlformats.org/officeDocument/2006/relationships/customXml" Target="../ink/ink360.xml"/><Relationship Id="rId158" Type="http://schemas.openxmlformats.org/officeDocument/2006/relationships/image" Target="../media/image362.png"/><Relationship Id="rId20" Type="http://schemas.openxmlformats.org/officeDocument/2006/relationships/customXml" Target="../ink/ink300.xml"/><Relationship Id="rId41" Type="http://schemas.openxmlformats.org/officeDocument/2006/relationships/image" Target="../media/image304.png"/><Relationship Id="rId62" Type="http://schemas.openxmlformats.org/officeDocument/2006/relationships/customXml" Target="../ink/ink321.xml"/><Relationship Id="rId83" Type="http://schemas.openxmlformats.org/officeDocument/2006/relationships/image" Target="../media/image324.png"/><Relationship Id="rId179" Type="http://schemas.openxmlformats.org/officeDocument/2006/relationships/customXml" Target="../ink/ink381.xml"/><Relationship Id="rId190" Type="http://schemas.openxmlformats.org/officeDocument/2006/relationships/image" Target="../media/image378.png"/><Relationship Id="rId204" Type="http://schemas.openxmlformats.org/officeDocument/2006/relationships/customXml" Target="../ink/ink394.xml"/><Relationship Id="rId225" Type="http://schemas.openxmlformats.org/officeDocument/2006/relationships/image" Target="../media/image395.png"/><Relationship Id="rId246" Type="http://schemas.openxmlformats.org/officeDocument/2006/relationships/customXml" Target="../ink/ink416.xml"/><Relationship Id="rId106" Type="http://schemas.openxmlformats.org/officeDocument/2006/relationships/customXml" Target="../ink/ink344.xml"/><Relationship Id="rId127" Type="http://schemas.openxmlformats.org/officeDocument/2006/relationships/customXml" Target="../ink/ink355.xml"/><Relationship Id="rId10" Type="http://schemas.openxmlformats.org/officeDocument/2006/relationships/customXml" Target="../ink/ink295.xml"/><Relationship Id="rId31" Type="http://schemas.openxmlformats.org/officeDocument/2006/relationships/image" Target="../media/image299.png"/><Relationship Id="rId52" Type="http://schemas.openxmlformats.org/officeDocument/2006/relationships/customXml" Target="../ink/ink316.xml"/><Relationship Id="rId73" Type="http://schemas.openxmlformats.org/officeDocument/2006/relationships/customXml" Target="../ink/ink327.xml"/><Relationship Id="rId94" Type="http://schemas.openxmlformats.org/officeDocument/2006/relationships/customXml" Target="../ink/ink338.xml"/><Relationship Id="rId148" Type="http://schemas.openxmlformats.org/officeDocument/2006/relationships/image" Target="../media/image357.png"/><Relationship Id="rId169" Type="http://schemas.openxmlformats.org/officeDocument/2006/relationships/customXml" Target="../ink/ink376.xml"/><Relationship Id="rId4" Type="http://schemas.openxmlformats.org/officeDocument/2006/relationships/customXml" Target="../ink/ink292.xml"/><Relationship Id="rId180" Type="http://schemas.openxmlformats.org/officeDocument/2006/relationships/image" Target="../media/image373.png"/><Relationship Id="rId215" Type="http://schemas.openxmlformats.org/officeDocument/2006/relationships/image" Target="../media/image390.png"/><Relationship Id="rId236" Type="http://schemas.openxmlformats.org/officeDocument/2006/relationships/customXml" Target="../ink/ink411.xml"/><Relationship Id="rId257" Type="http://schemas.openxmlformats.org/officeDocument/2006/relationships/image" Target="../media/image410.png"/><Relationship Id="rId42" Type="http://schemas.openxmlformats.org/officeDocument/2006/relationships/customXml" Target="../ink/ink311.xml"/><Relationship Id="rId84" Type="http://schemas.openxmlformats.org/officeDocument/2006/relationships/customXml" Target="../ink/ink333.xml"/><Relationship Id="rId138" Type="http://schemas.openxmlformats.org/officeDocument/2006/relationships/image" Target="../media/image352.png"/><Relationship Id="rId191" Type="http://schemas.openxmlformats.org/officeDocument/2006/relationships/customXml" Target="../ink/ink387.xml"/><Relationship Id="rId205" Type="http://schemas.openxmlformats.org/officeDocument/2006/relationships/image" Target="../media/image385.png"/><Relationship Id="rId247" Type="http://schemas.openxmlformats.org/officeDocument/2006/relationships/image" Target="../media/image40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1.png"/><Relationship Id="rId3" Type="http://schemas.openxmlformats.org/officeDocument/2006/relationships/image" Target="../media/image416.png"/><Relationship Id="rId7" Type="http://schemas.openxmlformats.org/officeDocument/2006/relationships/image" Target="../media/image420.png"/><Relationship Id="rId12" Type="http://schemas.openxmlformats.org/officeDocument/2006/relationships/image" Target="../media/image425.png"/><Relationship Id="rId2" Type="http://schemas.openxmlformats.org/officeDocument/2006/relationships/image" Target="../media/image415.png"/><Relationship Id="rId16" Type="http://schemas.openxmlformats.org/officeDocument/2006/relationships/image" Target="../media/image4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9.png"/><Relationship Id="rId11" Type="http://schemas.openxmlformats.org/officeDocument/2006/relationships/image" Target="../media/image424.png"/><Relationship Id="rId5" Type="http://schemas.openxmlformats.org/officeDocument/2006/relationships/image" Target="../media/image418.png"/><Relationship Id="rId15" Type="http://schemas.openxmlformats.org/officeDocument/2006/relationships/image" Target="../media/image426.png"/><Relationship Id="rId10" Type="http://schemas.openxmlformats.org/officeDocument/2006/relationships/image" Target="../media/image423.png"/><Relationship Id="rId4" Type="http://schemas.openxmlformats.org/officeDocument/2006/relationships/image" Target="../media/image417.png"/><Relationship Id="rId9" Type="http://schemas.openxmlformats.org/officeDocument/2006/relationships/image" Target="../media/image422.png"/><Relationship Id="rId14" Type="http://schemas.openxmlformats.org/officeDocument/2006/relationships/image" Target="../media/image42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1.png"/><Relationship Id="rId3" Type="http://schemas.openxmlformats.org/officeDocument/2006/relationships/image" Target="../media/image429.png"/><Relationship Id="rId7" Type="http://schemas.openxmlformats.org/officeDocument/2006/relationships/image" Target="../media/image431.png"/><Relationship Id="rId12" Type="http://schemas.openxmlformats.org/officeDocument/2006/relationships/image" Target="../media/image425.png"/><Relationship Id="rId2" Type="http://schemas.openxmlformats.org/officeDocument/2006/relationships/image" Target="../media/image4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9.png"/><Relationship Id="rId11" Type="http://schemas.openxmlformats.org/officeDocument/2006/relationships/image" Target="../media/image424.png"/><Relationship Id="rId5" Type="http://schemas.openxmlformats.org/officeDocument/2006/relationships/image" Target="../media/image418.png"/><Relationship Id="rId15" Type="http://schemas.openxmlformats.org/officeDocument/2006/relationships/image" Target="../media/image432.png"/><Relationship Id="rId10" Type="http://schemas.openxmlformats.org/officeDocument/2006/relationships/image" Target="../media/image423.png"/><Relationship Id="rId4" Type="http://schemas.openxmlformats.org/officeDocument/2006/relationships/image" Target="../media/image430.png"/><Relationship Id="rId9" Type="http://schemas.openxmlformats.org/officeDocument/2006/relationships/image" Target="../media/image422.png"/><Relationship Id="rId14" Type="http://schemas.openxmlformats.org/officeDocument/2006/relationships/image" Target="../media/image4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A92C00-39FF-A5AD-1DA9-47A487B351B5}"/>
              </a:ext>
            </a:extLst>
          </p:cNvPr>
          <p:cNvSpPr txBox="1"/>
          <p:nvPr/>
        </p:nvSpPr>
        <p:spPr>
          <a:xfrm>
            <a:off x="1647092" y="486507"/>
            <a:ext cx="639493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/>
              <a:t>Initially constructed community KD (weighted directed graph? Embedding space?)</a:t>
            </a:r>
          </a:p>
          <a:p>
            <a:pPr marL="800100" lvl="1" indent="-342900">
              <a:buAutoNum type="arabicPeriod"/>
            </a:pPr>
            <a:r>
              <a:rPr lang="en-US" altLang="ko-KR" dirty="0"/>
              <a:t>This can be differ from community by community</a:t>
            </a:r>
          </a:p>
          <a:p>
            <a:pPr marL="342900" indent="-342900">
              <a:buAutoNum type="arabicPeriod"/>
            </a:pPr>
            <a:r>
              <a:rPr lang="en-US" altLang="ko-KR" dirty="0"/>
              <a:t>Temporal network represents its activity</a:t>
            </a:r>
          </a:p>
          <a:p>
            <a:pPr marL="800100" lvl="1" indent="-342900">
              <a:buAutoNum type="arabicPeriod"/>
            </a:pPr>
            <a:r>
              <a:rPr lang="en-US" altLang="ko-KR" dirty="0"/>
              <a:t>Probability depends on edge weight / distance</a:t>
            </a:r>
          </a:p>
          <a:p>
            <a:pPr marL="342900" indent="-342900">
              <a:buAutoNum type="arabicPeriod"/>
            </a:pPr>
            <a:r>
              <a:rPr lang="en-US" altLang="ko-KR" dirty="0"/>
              <a:t>At each time step, an event is sampled from KD by sampling multiple nodes at once</a:t>
            </a:r>
          </a:p>
          <a:p>
            <a:pPr marL="800100" lvl="1" indent="-342900">
              <a:buFontTx/>
              <a:buAutoNum type="arabicPeriod"/>
            </a:pPr>
            <a:r>
              <a:rPr lang="en-US" altLang="ko-KR" dirty="0"/>
              <a:t>The occurrence of event may depend on the community KD (</a:t>
            </a:r>
          </a:p>
          <a:p>
            <a:pPr marL="800100" lvl="1" indent="-342900">
              <a:buAutoNum type="arabicPeriod"/>
            </a:pPr>
            <a:r>
              <a:rPr lang="en-US" altLang="ko-KR" dirty="0"/>
              <a:t>Sampling method</a:t>
            </a:r>
          </a:p>
          <a:p>
            <a:pPr marL="1257300" lvl="2" indent="-342900">
              <a:buAutoNum type="arabicPeriod"/>
            </a:pPr>
            <a:r>
              <a:rPr lang="en-US" altLang="ko-KR" dirty="0"/>
              <a:t>Random walk? Levi flight? Energy function based on similarities?</a:t>
            </a:r>
          </a:p>
          <a:p>
            <a:pPr marL="342900" indent="-342900">
              <a:buAutoNum type="arabicPeriod"/>
            </a:pPr>
            <a:r>
              <a:rPr lang="en-US" altLang="ko-KR" dirty="0"/>
              <a:t>Each ‘event’ then strengthen the node / weight of that particular set of nodes in community KD, with a decreasing strength as time past (“event” throws impact to the community KD)</a:t>
            </a:r>
          </a:p>
          <a:p>
            <a:pPr marL="800100" lvl="1" indent="-342900">
              <a:buAutoNum type="arabicPeriod"/>
            </a:pPr>
            <a:r>
              <a:rPr lang="en-US" altLang="ko-KR" dirty="0"/>
              <a:t>Strengthen method</a:t>
            </a:r>
          </a:p>
          <a:p>
            <a:pPr marL="1257300" lvl="2" indent="-342900">
              <a:buAutoNum type="arabicPeriod"/>
            </a:pPr>
            <a:r>
              <a:rPr lang="en-US" altLang="ko-KR" dirty="0"/>
              <a:t>Increasing edge weight</a:t>
            </a:r>
          </a:p>
          <a:p>
            <a:pPr marL="1257300" lvl="2" indent="-342900">
              <a:buAutoNum type="arabicPeriod"/>
            </a:pPr>
            <a:r>
              <a:rPr lang="en-US" altLang="ko-KR" dirty="0"/>
              <a:t>Decrease internal distance</a:t>
            </a:r>
          </a:p>
          <a:p>
            <a:pPr marL="800100" lvl="1" indent="-342900">
              <a:buAutoNum type="arabicPeriod"/>
            </a:pPr>
            <a:r>
              <a:rPr lang="en-US" altLang="ko-KR" dirty="0"/>
              <a:t>Decaying method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C92459CB-4621-4081-5CE6-83A6DB97FC5F}"/>
                  </a:ext>
                </a:extLst>
              </p14:cNvPr>
              <p14:cNvContentPartPr/>
              <p14:nvPr/>
            </p14:nvContentPartPr>
            <p14:xfrm>
              <a:off x="7302753" y="1985589"/>
              <a:ext cx="493560" cy="183492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C92459CB-4621-4081-5CE6-83A6DB97FC5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93753" y="1976589"/>
                <a:ext cx="511200" cy="18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7EA65B4F-B9CE-6D78-0BF6-F65802A4B5E6}"/>
                  </a:ext>
                </a:extLst>
              </p14:cNvPr>
              <p14:cNvContentPartPr/>
              <p14:nvPr/>
            </p14:nvContentPartPr>
            <p14:xfrm>
              <a:off x="7951113" y="5992749"/>
              <a:ext cx="335160" cy="401400"/>
            </p14:xfrm>
          </p:contentPart>
        </mc:Choice>
        <mc:Fallback xmlns=""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7EA65B4F-B9CE-6D78-0BF6-F65802A4B5E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942473" y="5984109"/>
                <a:ext cx="352800" cy="41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9E3A9CD5-2534-7185-6E60-16068C454DFC}"/>
                  </a:ext>
                </a:extLst>
              </p14:cNvPr>
              <p14:cNvContentPartPr/>
              <p14:nvPr/>
            </p14:nvContentPartPr>
            <p14:xfrm>
              <a:off x="9297205" y="3221679"/>
              <a:ext cx="360" cy="36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9E3A9CD5-2534-7185-6E60-16068C454DF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288205" y="3212679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76023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그룹 29">
            <a:extLst>
              <a:ext uri="{FF2B5EF4-FFF2-40B4-BE49-F238E27FC236}">
                <a16:creationId xmlns:a16="http://schemas.microsoft.com/office/drawing/2014/main" id="{E057FDEE-A516-B376-D9C5-DA0F5BE8B5CD}"/>
              </a:ext>
            </a:extLst>
          </p:cNvPr>
          <p:cNvGrpSpPr/>
          <p:nvPr/>
        </p:nvGrpSpPr>
        <p:grpSpPr>
          <a:xfrm>
            <a:off x="3522479" y="2562879"/>
            <a:ext cx="1367280" cy="542520"/>
            <a:chOff x="3522479" y="2562879"/>
            <a:chExt cx="1367280" cy="54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C2F4B728-8CB8-790E-C7FB-347AA340DF9B}"/>
                    </a:ext>
                  </a:extLst>
                </p14:cNvPr>
                <p14:cNvContentPartPr/>
                <p14:nvPr/>
              </p14:nvContentPartPr>
              <p14:xfrm>
                <a:off x="3522479" y="2562879"/>
                <a:ext cx="415080" cy="394560"/>
              </p14:xfrm>
            </p:contentPart>
          </mc:Choice>
          <mc:Fallback xmlns=""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C2F4B728-8CB8-790E-C7FB-347AA340DF9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513479" y="2554239"/>
                  <a:ext cx="432720" cy="41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02B74D37-1A32-36AD-03F6-0885E70C1448}"/>
                    </a:ext>
                  </a:extLst>
                </p14:cNvPr>
                <p14:cNvContentPartPr/>
                <p14:nvPr/>
              </p14:nvContentPartPr>
              <p14:xfrm>
                <a:off x="4289279" y="2816679"/>
                <a:ext cx="600480" cy="288720"/>
              </p14:xfrm>
            </p:contentPart>
          </mc:Choice>
          <mc:Fallback xmlns=""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02B74D37-1A32-36AD-03F6-0885E70C144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280639" y="2807679"/>
                  <a:ext cx="618120" cy="306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9" name="잉크 28">
                <a:extLst>
                  <a:ext uri="{FF2B5EF4-FFF2-40B4-BE49-F238E27FC236}">
                    <a16:creationId xmlns:a16="http://schemas.microsoft.com/office/drawing/2014/main" id="{068B1017-58FF-6AFB-B3E7-CA891A4C40EF}"/>
                  </a:ext>
                </a:extLst>
              </p14:cNvPr>
              <p14:cNvContentPartPr/>
              <p14:nvPr/>
            </p14:nvContentPartPr>
            <p14:xfrm>
              <a:off x="4408079" y="3467199"/>
              <a:ext cx="499680" cy="339480"/>
            </p14:xfrm>
          </p:contentPart>
        </mc:Choice>
        <mc:Fallback xmlns="">
          <p:pic>
            <p:nvPicPr>
              <p:cNvPr id="29" name="잉크 28">
                <a:extLst>
                  <a:ext uri="{FF2B5EF4-FFF2-40B4-BE49-F238E27FC236}">
                    <a16:creationId xmlns:a16="http://schemas.microsoft.com/office/drawing/2014/main" id="{068B1017-58FF-6AFB-B3E7-CA891A4C40E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399079" y="3458559"/>
                <a:ext cx="517320" cy="357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73FC28B8-AD36-46FF-661B-A2CBA8BA2E95}"/>
              </a:ext>
            </a:extLst>
          </p:cNvPr>
          <p:cNvGrpSpPr/>
          <p:nvPr/>
        </p:nvGrpSpPr>
        <p:grpSpPr>
          <a:xfrm>
            <a:off x="8683439" y="2406279"/>
            <a:ext cx="1204200" cy="403920"/>
            <a:chOff x="8683439" y="2406279"/>
            <a:chExt cx="1204200" cy="40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3" name="잉크 102">
                  <a:extLst>
                    <a:ext uri="{FF2B5EF4-FFF2-40B4-BE49-F238E27FC236}">
                      <a16:creationId xmlns:a16="http://schemas.microsoft.com/office/drawing/2014/main" id="{E786D15A-B274-A3FA-C67D-9654D7B30D8B}"/>
                    </a:ext>
                  </a:extLst>
                </p14:cNvPr>
                <p14:cNvContentPartPr/>
                <p14:nvPr/>
              </p14:nvContentPartPr>
              <p14:xfrm>
                <a:off x="9051719" y="2522919"/>
                <a:ext cx="300240" cy="145440"/>
              </p14:xfrm>
            </p:contentPart>
          </mc:Choice>
          <mc:Fallback xmlns="">
            <p:pic>
              <p:nvPicPr>
                <p:cNvPr id="103" name="잉크 102">
                  <a:extLst>
                    <a:ext uri="{FF2B5EF4-FFF2-40B4-BE49-F238E27FC236}">
                      <a16:creationId xmlns:a16="http://schemas.microsoft.com/office/drawing/2014/main" id="{E786D15A-B274-A3FA-C67D-9654D7B30D8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043079" y="2513919"/>
                  <a:ext cx="3178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4" name="잉크 103">
                  <a:extLst>
                    <a:ext uri="{FF2B5EF4-FFF2-40B4-BE49-F238E27FC236}">
                      <a16:creationId xmlns:a16="http://schemas.microsoft.com/office/drawing/2014/main" id="{B428DBA8-ABAE-DE3B-E4DD-A19C1FB3AB84}"/>
                    </a:ext>
                  </a:extLst>
                </p14:cNvPr>
                <p14:cNvContentPartPr/>
                <p14:nvPr/>
              </p14:nvContentPartPr>
              <p14:xfrm>
                <a:off x="8683439" y="2563599"/>
                <a:ext cx="379440" cy="246600"/>
              </p14:xfrm>
            </p:contentPart>
          </mc:Choice>
          <mc:Fallback xmlns="">
            <p:pic>
              <p:nvPicPr>
                <p:cNvPr id="104" name="잉크 103">
                  <a:extLst>
                    <a:ext uri="{FF2B5EF4-FFF2-40B4-BE49-F238E27FC236}">
                      <a16:creationId xmlns:a16="http://schemas.microsoft.com/office/drawing/2014/main" id="{B428DBA8-ABAE-DE3B-E4DD-A19C1FB3AB8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674799" y="2554599"/>
                  <a:ext cx="39708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5" name="잉크 104">
                  <a:extLst>
                    <a:ext uri="{FF2B5EF4-FFF2-40B4-BE49-F238E27FC236}">
                      <a16:creationId xmlns:a16="http://schemas.microsoft.com/office/drawing/2014/main" id="{7970F2A7-3591-A1A3-2861-74BDBE7F1D28}"/>
                    </a:ext>
                  </a:extLst>
                </p14:cNvPr>
                <p14:cNvContentPartPr/>
                <p14:nvPr/>
              </p14:nvContentPartPr>
              <p14:xfrm>
                <a:off x="9591719" y="2406279"/>
                <a:ext cx="295920" cy="270720"/>
              </p14:xfrm>
            </p:contentPart>
          </mc:Choice>
          <mc:Fallback xmlns="">
            <p:pic>
              <p:nvPicPr>
                <p:cNvPr id="105" name="잉크 104">
                  <a:extLst>
                    <a:ext uri="{FF2B5EF4-FFF2-40B4-BE49-F238E27FC236}">
                      <a16:creationId xmlns:a16="http://schemas.microsoft.com/office/drawing/2014/main" id="{7970F2A7-3591-A1A3-2861-74BDBE7F1D2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582719" y="2397279"/>
                  <a:ext cx="313560" cy="288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29" name="잉크 128">
                <a:extLst>
                  <a:ext uri="{FF2B5EF4-FFF2-40B4-BE49-F238E27FC236}">
                    <a16:creationId xmlns:a16="http://schemas.microsoft.com/office/drawing/2014/main" id="{F1D01841-0D66-4D3F-2BEA-6827C885237E}"/>
                  </a:ext>
                </a:extLst>
              </p14:cNvPr>
              <p14:cNvContentPartPr/>
              <p14:nvPr/>
            </p14:nvContentPartPr>
            <p14:xfrm>
              <a:off x="6590759" y="2111079"/>
              <a:ext cx="154440" cy="1435320"/>
            </p14:xfrm>
          </p:contentPart>
        </mc:Choice>
        <mc:Fallback xmlns="">
          <p:pic>
            <p:nvPicPr>
              <p:cNvPr id="129" name="잉크 128">
                <a:extLst>
                  <a:ext uri="{FF2B5EF4-FFF2-40B4-BE49-F238E27FC236}">
                    <a16:creationId xmlns:a16="http://schemas.microsoft.com/office/drawing/2014/main" id="{F1D01841-0D66-4D3F-2BEA-6827C885237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582119" y="2102079"/>
                <a:ext cx="172080" cy="145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78" name="잉크 177">
                <a:extLst>
                  <a:ext uri="{FF2B5EF4-FFF2-40B4-BE49-F238E27FC236}">
                    <a16:creationId xmlns:a16="http://schemas.microsoft.com/office/drawing/2014/main" id="{96B7D04B-19B2-14E1-C439-722F725CA83D}"/>
                  </a:ext>
                </a:extLst>
              </p14:cNvPr>
              <p14:cNvContentPartPr/>
              <p14:nvPr/>
            </p14:nvContentPartPr>
            <p14:xfrm>
              <a:off x="1154425" y="5319764"/>
              <a:ext cx="110160" cy="360"/>
            </p14:xfrm>
          </p:contentPart>
        </mc:Choice>
        <mc:Fallback xmlns="">
          <p:pic>
            <p:nvPicPr>
              <p:cNvPr id="178" name="잉크 177">
                <a:extLst>
                  <a:ext uri="{FF2B5EF4-FFF2-40B4-BE49-F238E27FC236}">
                    <a16:creationId xmlns:a16="http://schemas.microsoft.com/office/drawing/2014/main" id="{96B7D04B-19B2-14E1-C439-722F725CA83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145785" y="5311124"/>
                <a:ext cx="1278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75" name="잉크 74">
                <a:extLst>
                  <a:ext uri="{FF2B5EF4-FFF2-40B4-BE49-F238E27FC236}">
                    <a16:creationId xmlns:a16="http://schemas.microsoft.com/office/drawing/2014/main" id="{F28C7E28-A0F1-D6FC-B9C8-5D5F1DF9FB3E}"/>
                  </a:ext>
                </a:extLst>
              </p14:cNvPr>
              <p14:cNvContentPartPr/>
              <p14:nvPr/>
            </p14:nvContentPartPr>
            <p14:xfrm>
              <a:off x="7878479" y="1251039"/>
              <a:ext cx="3359160" cy="3057840"/>
            </p14:xfrm>
          </p:contentPart>
        </mc:Choice>
        <mc:Fallback xmlns="">
          <p:pic>
            <p:nvPicPr>
              <p:cNvPr id="75" name="잉크 74">
                <a:extLst>
                  <a:ext uri="{FF2B5EF4-FFF2-40B4-BE49-F238E27FC236}">
                    <a16:creationId xmlns:a16="http://schemas.microsoft.com/office/drawing/2014/main" id="{F28C7E28-A0F1-D6FC-B9C8-5D5F1DF9FB3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869479" y="1242399"/>
                <a:ext cx="3376800" cy="307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76" name="잉크 75">
                <a:extLst>
                  <a:ext uri="{FF2B5EF4-FFF2-40B4-BE49-F238E27FC236}">
                    <a16:creationId xmlns:a16="http://schemas.microsoft.com/office/drawing/2014/main" id="{3CB2892A-0930-28EC-63F3-D8886771CA80}"/>
                  </a:ext>
                </a:extLst>
              </p14:cNvPr>
              <p14:cNvContentPartPr/>
              <p14:nvPr/>
            </p14:nvContentPartPr>
            <p14:xfrm>
              <a:off x="8597399" y="1920999"/>
              <a:ext cx="320040" cy="344160"/>
            </p14:xfrm>
          </p:contentPart>
        </mc:Choice>
        <mc:Fallback xmlns="">
          <p:pic>
            <p:nvPicPr>
              <p:cNvPr id="76" name="잉크 75">
                <a:extLst>
                  <a:ext uri="{FF2B5EF4-FFF2-40B4-BE49-F238E27FC236}">
                    <a16:creationId xmlns:a16="http://schemas.microsoft.com/office/drawing/2014/main" id="{3CB2892A-0930-28EC-63F3-D8886771CA8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588399" y="1911999"/>
                <a:ext cx="337680" cy="36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77" name="잉크 76">
                <a:extLst>
                  <a:ext uri="{FF2B5EF4-FFF2-40B4-BE49-F238E27FC236}">
                    <a16:creationId xmlns:a16="http://schemas.microsoft.com/office/drawing/2014/main" id="{84E3380A-8A68-E990-64E1-79BBE6FB8C40}"/>
                  </a:ext>
                </a:extLst>
              </p14:cNvPr>
              <p14:cNvContentPartPr/>
              <p14:nvPr/>
            </p14:nvContentPartPr>
            <p14:xfrm>
              <a:off x="9947399" y="1932879"/>
              <a:ext cx="315000" cy="307440"/>
            </p14:xfrm>
          </p:contentPart>
        </mc:Choice>
        <mc:Fallback xmlns="">
          <p:pic>
            <p:nvPicPr>
              <p:cNvPr id="77" name="잉크 76">
                <a:extLst>
                  <a:ext uri="{FF2B5EF4-FFF2-40B4-BE49-F238E27FC236}">
                    <a16:creationId xmlns:a16="http://schemas.microsoft.com/office/drawing/2014/main" id="{84E3380A-8A68-E990-64E1-79BBE6FB8C40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938399" y="1923879"/>
                <a:ext cx="332640" cy="32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78" name="잉크 77">
                <a:extLst>
                  <a:ext uri="{FF2B5EF4-FFF2-40B4-BE49-F238E27FC236}">
                    <a16:creationId xmlns:a16="http://schemas.microsoft.com/office/drawing/2014/main" id="{78A377A3-8260-739C-5EED-8BC0E8EDA6A3}"/>
                  </a:ext>
                </a:extLst>
              </p14:cNvPr>
              <p14:cNvContentPartPr/>
              <p14:nvPr/>
            </p14:nvContentPartPr>
            <p14:xfrm>
              <a:off x="9382559" y="2837199"/>
              <a:ext cx="290520" cy="385920"/>
            </p14:xfrm>
          </p:contentPart>
        </mc:Choice>
        <mc:Fallback xmlns="">
          <p:pic>
            <p:nvPicPr>
              <p:cNvPr id="78" name="잉크 77">
                <a:extLst>
                  <a:ext uri="{FF2B5EF4-FFF2-40B4-BE49-F238E27FC236}">
                    <a16:creationId xmlns:a16="http://schemas.microsoft.com/office/drawing/2014/main" id="{78A377A3-8260-739C-5EED-8BC0E8EDA6A3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373559" y="2828559"/>
                <a:ext cx="308160" cy="40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85" name="잉크 84">
                <a:extLst>
                  <a:ext uri="{FF2B5EF4-FFF2-40B4-BE49-F238E27FC236}">
                    <a16:creationId xmlns:a16="http://schemas.microsoft.com/office/drawing/2014/main" id="{8B78DC44-F6C8-0056-2107-D96A31692771}"/>
                  </a:ext>
                </a:extLst>
              </p14:cNvPr>
              <p14:cNvContentPartPr/>
              <p14:nvPr/>
            </p14:nvContentPartPr>
            <p14:xfrm>
              <a:off x="8529359" y="3240039"/>
              <a:ext cx="375840" cy="442440"/>
            </p14:xfrm>
          </p:contentPart>
        </mc:Choice>
        <mc:Fallback xmlns="">
          <p:pic>
            <p:nvPicPr>
              <p:cNvPr id="85" name="잉크 84">
                <a:extLst>
                  <a:ext uri="{FF2B5EF4-FFF2-40B4-BE49-F238E27FC236}">
                    <a16:creationId xmlns:a16="http://schemas.microsoft.com/office/drawing/2014/main" id="{8B78DC44-F6C8-0056-2107-D96A3169277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520359" y="3231399"/>
                <a:ext cx="393480" cy="46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86" name="잉크 85">
                <a:extLst>
                  <a:ext uri="{FF2B5EF4-FFF2-40B4-BE49-F238E27FC236}">
                    <a16:creationId xmlns:a16="http://schemas.microsoft.com/office/drawing/2014/main" id="{F757E229-6BFB-4D0C-02BF-0C446AC213D9}"/>
                  </a:ext>
                </a:extLst>
              </p14:cNvPr>
              <p14:cNvContentPartPr/>
              <p14:nvPr/>
            </p14:nvContentPartPr>
            <p14:xfrm>
              <a:off x="8725559" y="2350119"/>
              <a:ext cx="74880" cy="67680"/>
            </p14:xfrm>
          </p:contentPart>
        </mc:Choice>
        <mc:Fallback xmlns="">
          <p:pic>
            <p:nvPicPr>
              <p:cNvPr id="86" name="잉크 85">
                <a:extLst>
                  <a:ext uri="{FF2B5EF4-FFF2-40B4-BE49-F238E27FC236}">
                    <a16:creationId xmlns:a16="http://schemas.microsoft.com/office/drawing/2014/main" id="{F757E229-6BFB-4D0C-02BF-0C446AC213D9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716919" y="2341479"/>
                <a:ext cx="92520" cy="8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87" name="잉크 86">
                <a:extLst>
                  <a:ext uri="{FF2B5EF4-FFF2-40B4-BE49-F238E27FC236}">
                    <a16:creationId xmlns:a16="http://schemas.microsoft.com/office/drawing/2014/main" id="{902737B7-A40D-8D8F-A857-63DF8B076B57}"/>
                  </a:ext>
                </a:extLst>
              </p14:cNvPr>
              <p14:cNvContentPartPr/>
              <p14:nvPr/>
            </p14:nvContentPartPr>
            <p14:xfrm>
              <a:off x="8806559" y="2362359"/>
              <a:ext cx="82800" cy="118800"/>
            </p14:xfrm>
          </p:contentPart>
        </mc:Choice>
        <mc:Fallback xmlns="">
          <p:pic>
            <p:nvPicPr>
              <p:cNvPr id="87" name="잉크 86">
                <a:extLst>
                  <a:ext uri="{FF2B5EF4-FFF2-40B4-BE49-F238E27FC236}">
                    <a16:creationId xmlns:a16="http://schemas.microsoft.com/office/drawing/2014/main" id="{902737B7-A40D-8D8F-A857-63DF8B076B5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797559" y="2353719"/>
                <a:ext cx="10044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88" name="잉크 87">
                <a:extLst>
                  <a:ext uri="{FF2B5EF4-FFF2-40B4-BE49-F238E27FC236}">
                    <a16:creationId xmlns:a16="http://schemas.microsoft.com/office/drawing/2014/main" id="{D73DB805-9C36-A7A0-28BE-B2BD01549A72}"/>
                  </a:ext>
                </a:extLst>
              </p14:cNvPr>
              <p14:cNvContentPartPr/>
              <p14:nvPr/>
            </p14:nvContentPartPr>
            <p14:xfrm>
              <a:off x="8706119" y="2405559"/>
              <a:ext cx="113400" cy="750600"/>
            </p14:xfrm>
          </p:contentPart>
        </mc:Choice>
        <mc:Fallback xmlns="">
          <p:pic>
            <p:nvPicPr>
              <p:cNvPr id="88" name="잉크 87">
                <a:extLst>
                  <a:ext uri="{FF2B5EF4-FFF2-40B4-BE49-F238E27FC236}">
                    <a16:creationId xmlns:a16="http://schemas.microsoft.com/office/drawing/2014/main" id="{D73DB805-9C36-A7A0-28BE-B2BD01549A7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697479" y="2396919"/>
                <a:ext cx="131040" cy="76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89" name="잉크 88">
                <a:extLst>
                  <a:ext uri="{FF2B5EF4-FFF2-40B4-BE49-F238E27FC236}">
                    <a16:creationId xmlns:a16="http://schemas.microsoft.com/office/drawing/2014/main" id="{1F80DCC0-643A-A03A-120E-E380AB1C8623}"/>
                  </a:ext>
                </a:extLst>
              </p14:cNvPr>
              <p14:cNvContentPartPr/>
              <p14:nvPr/>
            </p14:nvContentPartPr>
            <p14:xfrm>
              <a:off x="8652839" y="2949519"/>
              <a:ext cx="219240" cy="181440"/>
            </p14:xfrm>
          </p:contentPart>
        </mc:Choice>
        <mc:Fallback xmlns="">
          <p:pic>
            <p:nvPicPr>
              <p:cNvPr id="89" name="잉크 88">
                <a:extLst>
                  <a:ext uri="{FF2B5EF4-FFF2-40B4-BE49-F238E27FC236}">
                    <a16:creationId xmlns:a16="http://schemas.microsoft.com/office/drawing/2014/main" id="{1F80DCC0-643A-A03A-120E-E380AB1C862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643839" y="2940879"/>
                <a:ext cx="23688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90" name="잉크 89">
                <a:extLst>
                  <a:ext uri="{FF2B5EF4-FFF2-40B4-BE49-F238E27FC236}">
                    <a16:creationId xmlns:a16="http://schemas.microsoft.com/office/drawing/2014/main" id="{76177018-BEDB-DA45-851D-E2211738FA3F}"/>
                  </a:ext>
                </a:extLst>
              </p14:cNvPr>
              <p14:cNvContentPartPr/>
              <p14:nvPr/>
            </p14:nvContentPartPr>
            <p14:xfrm>
              <a:off x="10242239" y="3042039"/>
              <a:ext cx="265680" cy="334440"/>
            </p14:xfrm>
          </p:contentPart>
        </mc:Choice>
        <mc:Fallback xmlns="">
          <p:pic>
            <p:nvPicPr>
              <p:cNvPr id="90" name="잉크 89">
                <a:extLst>
                  <a:ext uri="{FF2B5EF4-FFF2-40B4-BE49-F238E27FC236}">
                    <a16:creationId xmlns:a16="http://schemas.microsoft.com/office/drawing/2014/main" id="{76177018-BEDB-DA45-851D-E2211738FA3F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0233239" y="3033039"/>
                <a:ext cx="283320" cy="35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92" name="잉크 91">
                <a:extLst>
                  <a:ext uri="{FF2B5EF4-FFF2-40B4-BE49-F238E27FC236}">
                    <a16:creationId xmlns:a16="http://schemas.microsoft.com/office/drawing/2014/main" id="{12D10052-C6DA-A888-B6CC-4E4C5F925EE9}"/>
                  </a:ext>
                </a:extLst>
              </p14:cNvPr>
              <p14:cNvContentPartPr/>
              <p14:nvPr/>
            </p14:nvContentPartPr>
            <p14:xfrm>
              <a:off x="8928959" y="2208999"/>
              <a:ext cx="93960" cy="158040"/>
            </p14:xfrm>
          </p:contentPart>
        </mc:Choice>
        <mc:Fallback xmlns="">
          <p:pic>
            <p:nvPicPr>
              <p:cNvPr id="92" name="잉크 91">
                <a:extLst>
                  <a:ext uri="{FF2B5EF4-FFF2-40B4-BE49-F238E27FC236}">
                    <a16:creationId xmlns:a16="http://schemas.microsoft.com/office/drawing/2014/main" id="{12D10052-C6DA-A888-B6CC-4E4C5F925EE9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920319" y="2200359"/>
                <a:ext cx="111600" cy="17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93" name="잉크 92">
                <a:extLst>
                  <a:ext uri="{FF2B5EF4-FFF2-40B4-BE49-F238E27FC236}">
                    <a16:creationId xmlns:a16="http://schemas.microsoft.com/office/drawing/2014/main" id="{05260A3D-229A-90FC-05BC-ECF70F283E00}"/>
                  </a:ext>
                </a:extLst>
              </p14:cNvPr>
              <p14:cNvContentPartPr/>
              <p14:nvPr/>
            </p14:nvContentPartPr>
            <p14:xfrm>
              <a:off x="8977919" y="2200359"/>
              <a:ext cx="95760" cy="39960"/>
            </p14:xfrm>
          </p:contentPart>
        </mc:Choice>
        <mc:Fallback xmlns="">
          <p:pic>
            <p:nvPicPr>
              <p:cNvPr id="93" name="잉크 92">
                <a:extLst>
                  <a:ext uri="{FF2B5EF4-FFF2-40B4-BE49-F238E27FC236}">
                    <a16:creationId xmlns:a16="http://schemas.microsoft.com/office/drawing/2014/main" id="{05260A3D-229A-90FC-05BC-ECF70F283E00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969279" y="2191359"/>
                <a:ext cx="11340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94" name="잉크 93">
                <a:extLst>
                  <a:ext uri="{FF2B5EF4-FFF2-40B4-BE49-F238E27FC236}">
                    <a16:creationId xmlns:a16="http://schemas.microsoft.com/office/drawing/2014/main" id="{1AC406CC-1112-19B9-CCA5-636C322F886B}"/>
                  </a:ext>
                </a:extLst>
              </p14:cNvPr>
              <p14:cNvContentPartPr/>
              <p14:nvPr/>
            </p14:nvContentPartPr>
            <p14:xfrm>
              <a:off x="8953799" y="2221599"/>
              <a:ext cx="1267200" cy="855000"/>
            </p14:xfrm>
          </p:contentPart>
        </mc:Choice>
        <mc:Fallback xmlns="">
          <p:pic>
            <p:nvPicPr>
              <p:cNvPr id="94" name="잉크 93">
                <a:extLst>
                  <a:ext uri="{FF2B5EF4-FFF2-40B4-BE49-F238E27FC236}">
                    <a16:creationId xmlns:a16="http://schemas.microsoft.com/office/drawing/2014/main" id="{1AC406CC-1112-19B9-CCA5-636C322F886B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944799" y="2212599"/>
                <a:ext cx="1284840" cy="87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95" name="잉크 94">
                <a:extLst>
                  <a:ext uri="{FF2B5EF4-FFF2-40B4-BE49-F238E27FC236}">
                    <a16:creationId xmlns:a16="http://schemas.microsoft.com/office/drawing/2014/main" id="{381EFF62-F626-EA16-6688-B981183618F0}"/>
                  </a:ext>
                </a:extLst>
              </p14:cNvPr>
              <p14:cNvContentPartPr/>
              <p14:nvPr/>
            </p14:nvContentPartPr>
            <p14:xfrm>
              <a:off x="9985199" y="2927199"/>
              <a:ext cx="248040" cy="160560"/>
            </p14:xfrm>
          </p:contentPart>
        </mc:Choice>
        <mc:Fallback xmlns="">
          <p:pic>
            <p:nvPicPr>
              <p:cNvPr id="95" name="잉크 94">
                <a:extLst>
                  <a:ext uri="{FF2B5EF4-FFF2-40B4-BE49-F238E27FC236}">
                    <a16:creationId xmlns:a16="http://schemas.microsoft.com/office/drawing/2014/main" id="{381EFF62-F626-EA16-6688-B981183618F0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976559" y="2918199"/>
                <a:ext cx="26568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96" name="잉크 95">
                <a:extLst>
                  <a:ext uri="{FF2B5EF4-FFF2-40B4-BE49-F238E27FC236}">
                    <a16:creationId xmlns:a16="http://schemas.microsoft.com/office/drawing/2014/main" id="{6CB29AE4-BC55-CF82-D7DB-D732AF519A17}"/>
                  </a:ext>
                </a:extLst>
              </p14:cNvPr>
              <p14:cNvContentPartPr/>
              <p14:nvPr/>
            </p14:nvContentPartPr>
            <p14:xfrm>
              <a:off x="9443759" y="2815239"/>
              <a:ext cx="189720" cy="155160"/>
            </p14:xfrm>
          </p:contentPart>
        </mc:Choice>
        <mc:Fallback xmlns="">
          <p:pic>
            <p:nvPicPr>
              <p:cNvPr id="96" name="잉크 95">
                <a:extLst>
                  <a:ext uri="{FF2B5EF4-FFF2-40B4-BE49-F238E27FC236}">
                    <a16:creationId xmlns:a16="http://schemas.microsoft.com/office/drawing/2014/main" id="{6CB29AE4-BC55-CF82-D7DB-D732AF519A17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9435119" y="2806599"/>
                <a:ext cx="207360" cy="1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98" name="잉크 97">
                <a:extLst>
                  <a:ext uri="{FF2B5EF4-FFF2-40B4-BE49-F238E27FC236}">
                    <a16:creationId xmlns:a16="http://schemas.microsoft.com/office/drawing/2014/main" id="{97AC9C54-140A-C463-623C-DAB44523CF1E}"/>
                  </a:ext>
                </a:extLst>
              </p14:cNvPr>
              <p14:cNvContentPartPr/>
              <p14:nvPr/>
            </p14:nvContentPartPr>
            <p14:xfrm>
              <a:off x="8861639" y="2270199"/>
              <a:ext cx="684360" cy="616320"/>
            </p14:xfrm>
          </p:contentPart>
        </mc:Choice>
        <mc:Fallback xmlns="">
          <p:pic>
            <p:nvPicPr>
              <p:cNvPr id="98" name="잉크 97">
                <a:extLst>
                  <a:ext uri="{FF2B5EF4-FFF2-40B4-BE49-F238E27FC236}">
                    <a16:creationId xmlns:a16="http://schemas.microsoft.com/office/drawing/2014/main" id="{97AC9C54-140A-C463-623C-DAB44523CF1E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852639" y="2261559"/>
                <a:ext cx="702000" cy="63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99" name="잉크 98">
                <a:extLst>
                  <a:ext uri="{FF2B5EF4-FFF2-40B4-BE49-F238E27FC236}">
                    <a16:creationId xmlns:a16="http://schemas.microsoft.com/office/drawing/2014/main" id="{A4ECB4B3-3211-D3E8-6579-BD045C0132A7}"/>
                  </a:ext>
                </a:extLst>
              </p14:cNvPr>
              <p14:cNvContentPartPr/>
              <p14:nvPr/>
            </p14:nvContentPartPr>
            <p14:xfrm>
              <a:off x="9702239" y="2272359"/>
              <a:ext cx="430200" cy="569160"/>
            </p14:xfrm>
          </p:contentPart>
        </mc:Choice>
        <mc:Fallback xmlns="">
          <p:pic>
            <p:nvPicPr>
              <p:cNvPr id="99" name="잉크 98">
                <a:extLst>
                  <a:ext uri="{FF2B5EF4-FFF2-40B4-BE49-F238E27FC236}">
                    <a16:creationId xmlns:a16="http://schemas.microsoft.com/office/drawing/2014/main" id="{A4ECB4B3-3211-D3E8-6579-BD045C0132A7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9693239" y="2263719"/>
                <a:ext cx="447840" cy="58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0" name="잉크 99">
                <a:extLst>
                  <a:ext uri="{FF2B5EF4-FFF2-40B4-BE49-F238E27FC236}">
                    <a16:creationId xmlns:a16="http://schemas.microsoft.com/office/drawing/2014/main" id="{99693814-F279-2F0E-DB79-F077FB47FCB6}"/>
                  </a:ext>
                </a:extLst>
              </p14:cNvPr>
              <p14:cNvContentPartPr/>
              <p14:nvPr/>
            </p14:nvContentPartPr>
            <p14:xfrm>
              <a:off x="8816999" y="3209439"/>
              <a:ext cx="554400" cy="383400"/>
            </p14:xfrm>
          </p:contentPart>
        </mc:Choice>
        <mc:Fallback xmlns="">
          <p:pic>
            <p:nvPicPr>
              <p:cNvPr id="100" name="잉크 99">
                <a:extLst>
                  <a:ext uri="{FF2B5EF4-FFF2-40B4-BE49-F238E27FC236}">
                    <a16:creationId xmlns:a16="http://schemas.microsoft.com/office/drawing/2014/main" id="{99693814-F279-2F0E-DB79-F077FB47FCB6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808359" y="3200799"/>
                <a:ext cx="572040" cy="40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1" name="잉크 100">
                <a:extLst>
                  <a:ext uri="{FF2B5EF4-FFF2-40B4-BE49-F238E27FC236}">
                    <a16:creationId xmlns:a16="http://schemas.microsoft.com/office/drawing/2014/main" id="{0E06DA62-F86E-AD1C-E389-237E51C203EF}"/>
                  </a:ext>
                </a:extLst>
              </p14:cNvPr>
              <p14:cNvContentPartPr/>
              <p14:nvPr/>
            </p14:nvContentPartPr>
            <p14:xfrm>
              <a:off x="9702239" y="3148239"/>
              <a:ext cx="601560" cy="30600"/>
            </p14:xfrm>
          </p:contentPart>
        </mc:Choice>
        <mc:Fallback xmlns="">
          <p:pic>
            <p:nvPicPr>
              <p:cNvPr id="101" name="잉크 100">
                <a:extLst>
                  <a:ext uri="{FF2B5EF4-FFF2-40B4-BE49-F238E27FC236}">
                    <a16:creationId xmlns:a16="http://schemas.microsoft.com/office/drawing/2014/main" id="{0E06DA62-F86E-AD1C-E389-237E51C203EF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9693239" y="3139239"/>
                <a:ext cx="61920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16" name="잉크 115">
                <a:extLst>
                  <a:ext uri="{FF2B5EF4-FFF2-40B4-BE49-F238E27FC236}">
                    <a16:creationId xmlns:a16="http://schemas.microsoft.com/office/drawing/2014/main" id="{FE8161B1-D6E7-500E-6992-1C530CDC3601}"/>
                  </a:ext>
                </a:extLst>
              </p14:cNvPr>
              <p14:cNvContentPartPr/>
              <p14:nvPr/>
            </p14:nvContentPartPr>
            <p14:xfrm>
              <a:off x="8849399" y="4964799"/>
              <a:ext cx="291960" cy="25560"/>
            </p14:xfrm>
          </p:contentPart>
        </mc:Choice>
        <mc:Fallback xmlns="">
          <p:pic>
            <p:nvPicPr>
              <p:cNvPr id="116" name="잉크 115">
                <a:extLst>
                  <a:ext uri="{FF2B5EF4-FFF2-40B4-BE49-F238E27FC236}">
                    <a16:creationId xmlns:a16="http://schemas.microsoft.com/office/drawing/2014/main" id="{FE8161B1-D6E7-500E-6992-1C530CDC3601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840399" y="4955799"/>
                <a:ext cx="30960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17" name="잉크 116">
                <a:extLst>
                  <a:ext uri="{FF2B5EF4-FFF2-40B4-BE49-F238E27FC236}">
                    <a16:creationId xmlns:a16="http://schemas.microsoft.com/office/drawing/2014/main" id="{A373AB8B-D4AA-DDED-5992-43C3696847FD}"/>
                  </a:ext>
                </a:extLst>
              </p14:cNvPr>
              <p14:cNvContentPartPr/>
              <p14:nvPr/>
            </p14:nvContentPartPr>
            <p14:xfrm>
              <a:off x="8971439" y="4804959"/>
              <a:ext cx="327960" cy="485640"/>
            </p14:xfrm>
          </p:contentPart>
        </mc:Choice>
        <mc:Fallback xmlns="">
          <p:pic>
            <p:nvPicPr>
              <p:cNvPr id="117" name="잉크 116">
                <a:extLst>
                  <a:ext uri="{FF2B5EF4-FFF2-40B4-BE49-F238E27FC236}">
                    <a16:creationId xmlns:a16="http://schemas.microsoft.com/office/drawing/2014/main" id="{A373AB8B-D4AA-DDED-5992-43C3696847FD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8962439" y="4796319"/>
                <a:ext cx="345600" cy="50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18" name="잉크 117">
                <a:extLst>
                  <a:ext uri="{FF2B5EF4-FFF2-40B4-BE49-F238E27FC236}">
                    <a16:creationId xmlns:a16="http://schemas.microsoft.com/office/drawing/2014/main" id="{A9EB7300-ED68-A111-BC44-AA3736CD78A3}"/>
                  </a:ext>
                </a:extLst>
              </p14:cNvPr>
              <p14:cNvContentPartPr/>
              <p14:nvPr/>
            </p14:nvContentPartPr>
            <p14:xfrm>
              <a:off x="9328199" y="5039679"/>
              <a:ext cx="193680" cy="17280"/>
            </p14:xfrm>
          </p:contentPart>
        </mc:Choice>
        <mc:Fallback xmlns="">
          <p:pic>
            <p:nvPicPr>
              <p:cNvPr id="118" name="잉크 117">
                <a:extLst>
                  <a:ext uri="{FF2B5EF4-FFF2-40B4-BE49-F238E27FC236}">
                    <a16:creationId xmlns:a16="http://schemas.microsoft.com/office/drawing/2014/main" id="{A9EB7300-ED68-A111-BC44-AA3736CD78A3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9319199" y="5030679"/>
                <a:ext cx="21132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19" name="잉크 118">
                <a:extLst>
                  <a:ext uri="{FF2B5EF4-FFF2-40B4-BE49-F238E27FC236}">
                    <a16:creationId xmlns:a16="http://schemas.microsoft.com/office/drawing/2014/main" id="{18BF13EF-9AAB-622F-6AF4-9E2644C9A86D}"/>
                  </a:ext>
                </a:extLst>
              </p14:cNvPr>
              <p14:cNvContentPartPr/>
              <p14:nvPr/>
            </p14:nvContentPartPr>
            <p14:xfrm>
              <a:off x="9407759" y="5169639"/>
              <a:ext cx="128880" cy="10440"/>
            </p14:xfrm>
          </p:contentPart>
        </mc:Choice>
        <mc:Fallback xmlns="">
          <p:pic>
            <p:nvPicPr>
              <p:cNvPr id="119" name="잉크 118">
                <a:extLst>
                  <a:ext uri="{FF2B5EF4-FFF2-40B4-BE49-F238E27FC236}">
                    <a16:creationId xmlns:a16="http://schemas.microsoft.com/office/drawing/2014/main" id="{18BF13EF-9AAB-622F-6AF4-9E2644C9A86D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398759" y="5160639"/>
                <a:ext cx="14652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20" name="잉크 119">
                <a:extLst>
                  <a:ext uri="{FF2B5EF4-FFF2-40B4-BE49-F238E27FC236}">
                    <a16:creationId xmlns:a16="http://schemas.microsoft.com/office/drawing/2014/main" id="{066A7512-466B-B391-BE4C-F07FE5BCF900}"/>
                  </a:ext>
                </a:extLst>
              </p14:cNvPr>
              <p14:cNvContentPartPr/>
              <p14:nvPr/>
            </p14:nvContentPartPr>
            <p14:xfrm>
              <a:off x="9677759" y="4846719"/>
              <a:ext cx="533520" cy="389160"/>
            </p14:xfrm>
          </p:contentPart>
        </mc:Choice>
        <mc:Fallback xmlns="">
          <p:pic>
            <p:nvPicPr>
              <p:cNvPr id="120" name="잉크 119">
                <a:extLst>
                  <a:ext uri="{FF2B5EF4-FFF2-40B4-BE49-F238E27FC236}">
                    <a16:creationId xmlns:a16="http://schemas.microsoft.com/office/drawing/2014/main" id="{066A7512-466B-B391-BE4C-F07FE5BCF900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9669119" y="4838079"/>
                <a:ext cx="551160" cy="40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23" name="잉크 122">
                <a:extLst>
                  <a:ext uri="{FF2B5EF4-FFF2-40B4-BE49-F238E27FC236}">
                    <a16:creationId xmlns:a16="http://schemas.microsoft.com/office/drawing/2014/main" id="{E652C40C-2CB5-3153-B570-2350CB207817}"/>
                  </a:ext>
                </a:extLst>
              </p14:cNvPr>
              <p14:cNvContentPartPr/>
              <p14:nvPr/>
            </p14:nvContentPartPr>
            <p14:xfrm>
              <a:off x="8658959" y="1632279"/>
              <a:ext cx="360" cy="183600"/>
            </p14:xfrm>
          </p:contentPart>
        </mc:Choice>
        <mc:Fallback xmlns="">
          <p:pic>
            <p:nvPicPr>
              <p:cNvPr id="123" name="잉크 122">
                <a:extLst>
                  <a:ext uri="{FF2B5EF4-FFF2-40B4-BE49-F238E27FC236}">
                    <a16:creationId xmlns:a16="http://schemas.microsoft.com/office/drawing/2014/main" id="{E652C40C-2CB5-3153-B570-2350CB207817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650319" y="1623639"/>
                <a:ext cx="1800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24" name="잉크 123">
                <a:extLst>
                  <a:ext uri="{FF2B5EF4-FFF2-40B4-BE49-F238E27FC236}">
                    <a16:creationId xmlns:a16="http://schemas.microsoft.com/office/drawing/2014/main" id="{CE507C10-BEB4-B39C-7987-FC10AACE95F6}"/>
                  </a:ext>
                </a:extLst>
              </p14:cNvPr>
              <p14:cNvContentPartPr/>
              <p14:nvPr/>
            </p14:nvContentPartPr>
            <p14:xfrm>
              <a:off x="8711519" y="3743319"/>
              <a:ext cx="162000" cy="123840"/>
            </p14:xfrm>
          </p:contentPart>
        </mc:Choice>
        <mc:Fallback xmlns="">
          <p:pic>
            <p:nvPicPr>
              <p:cNvPr id="124" name="잉크 123">
                <a:extLst>
                  <a:ext uri="{FF2B5EF4-FFF2-40B4-BE49-F238E27FC236}">
                    <a16:creationId xmlns:a16="http://schemas.microsoft.com/office/drawing/2014/main" id="{CE507C10-BEB4-B39C-7987-FC10AACE95F6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702879" y="3734319"/>
                <a:ext cx="179640" cy="14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25" name="잉크 124">
                <a:extLst>
                  <a:ext uri="{FF2B5EF4-FFF2-40B4-BE49-F238E27FC236}">
                    <a16:creationId xmlns:a16="http://schemas.microsoft.com/office/drawing/2014/main" id="{61E67D21-1F79-31E1-4D12-3BEDFDA5FEDA}"/>
                  </a:ext>
                </a:extLst>
              </p14:cNvPr>
              <p14:cNvContentPartPr/>
              <p14:nvPr/>
            </p14:nvContentPartPr>
            <p14:xfrm>
              <a:off x="8800079" y="3755559"/>
              <a:ext cx="360" cy="202320"/>
            </p14:xfrm>
          </p:contentPart>
        </mc:Choice>
        <mc:Fallback xmlns="">
          <p:pic>
            <p:nvPicPr>
              <p:cNvPr id="125" name="잉크 124">
                <a:extLst>
                  <a:ext uri="{FF2B5EF4-FFF2-40B4-BE49-F238E27FC236}">
                    <a16:creationId xmlns:a16="http://schemas.microsoft.com/office/drawing/2014/main" id="{61E67D21-1F79-31E1-4D12-3BEDFDA5FEDA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791439" y="3746559"/>
                <a:ext cx="1800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26" name="잉크 125">
                <a:extLst>
                  <a:ext uri="{FF2B5EF4-FFF2-40B4-BE49-F238E27FC236}">
                    <a16:creationId xmlns:a16="http://schemas.microsoft.com/office/drawing/2014/main" id="{CBC6D15D-D96B-2D3A-A93D-74A791B46D4A}"/>
                  </a:ext>
                </a:extLst>
              </p14:cNvPr>
              <p14:cNvContentPartPr/>
              <p14:nvPr/>
            </p14:nvContentPartPr>
            <p14:xfrm>
              <a:off x="10588919" y="3153999"/>
              <a:ext cx="232200" cy="276840"/>
            </p14:xfrm>
          </p:contentPart>
        </mc:Choice>
        <mc:Fallback xmlns="">
          <p:pic>
            <p:nvPicPr>
              <p:cNvPr id="126" name="잉크 125">
                <a:extLst>
                  <a:ext uri="{FF2B5EF4-FFF2-40B4-BE49-F238E27FC236}">
                    <a16:creationId xmlns:a16="http://schemas.microsoft.com/office/drawing/2014/main" id="{CBC6D15D-D96B-2D3A-A93D-74A791B46D4A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0579919" y="3145359"/>
                <a:ext cx="249840" cy="29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27" name="잉크 126">
                <a:extLst>
                  <a:ext uri="{FF2B5EF4-FFF2-40B4-BE49-F238E27FC236}">
                    <a16:creationId xmlns:a16="http://schemas.microsoft.com/office/drawing/2014/main" id="{0B635C10-3A0F-5755-5416-995ABC4CB455}"/>
                  </a:ext>
                </a:extLst>
              </p14:cNvPr>
              <p14:cNvContentPartPr/>
              <p14:nvPr/>
            </p14:nvContentPartPr>
            <p14:xfrm>
              <a:off x="10677839" y="3153999"/>
              <a:ext cx="214560" cy="13320"/>
            </p14:xfrm>
          </p:contentPart>
        </mc:Choice>
        <mc:Fallback xmlns="">
          <p:pic>
            <p:nvPicPr>
              <p:cNvPr id="127" name="잉크 126">
                <a:extLst>
                  <a:ext uri="{FF2B5EF4-FFF2-40B4-BE49-F238E27FC236}">
                    <a16:creationId xmlns:a16="http://schemas.microsoft.com/office/drawing/2014/main" id="{0B635C10-3A0F-5755-5416-995ABC4CB455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0669199" y="3145359"/>
                <a:ext cx="23220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12" name="잉크 111">
                <a:extLst>
                  <a:ext uri="{FF2B5EF4-FFF2-40B4-BE49-F238E27FC236}">
                    <a16:creationId xmlns:a16="http://schemas.microsoft.com/office/drawing/2014/main" id="{797B525A-11FF-AB8F-8463-7ABA03A9F169}"/>
                  </a:ext>
                </a:extLst>
              </p14:cNvPr>
              <p14:cNvContentPartPr/>
              <p14:nvPr/>
            </p14:nvContentPartPr>
            <p14:xfrm>
              <a:off x="9346199" y="705639"/>
              <a:ext cx="216720" cy="324360"/>
            </p14:xfrm>
          </p:contentPart>
        </mc:Choice>
        <mc:Fallback xmlns="">
          <p:pic>
            <p:nvPicPr>
              <p:cNvPr id="112" name="잉크 111">
                <a:extLst>
                  <a:ext uri="{FF2B5EF4-FFF2-40B4-BE49-F238E27FC236}">
                    <a16:creationId xmlns:a16="http://schemas.microsoft.com/office/drawing/2014/main" id="{797B525A-11FF-AB8F-8463-7ABA03A9F169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9337559" y="696999"/>
                <a:ext cx="234360" cy="34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13" name="잉크 112">
                <a:extLst>
                  <a:ext uri="{FF2B5EF4-FFF2-40B4-BE49-F238E27FC236}">
                    <a16:creationId xmlns:a16="http://schemas.microsoft.com/office/drawing/2014/main" id="{DFB65635-3C7C-EEA7-F1B2-116E976C675A}"/>
                  </a:ext>
                </a:extLst>
              </p14:cNvPr>
              <p14:cNvContentPartPr/>
              <p14:nvPr/>
            </p14:nvContentPartPr>
            <p14:xfrm>
              <a:off x="9444479" y="871239"/>
              <a:ext cx="194040" cy="193320"/>
            </p14:xfrm>
          </p:contentPart>
        </mc:Choice>
        <mc:Fallback xmlns="">
          <p:pic>
            <p:nvPicPr>
              <p:cNvPr id="113" name="잉크 112">
                <a:extLst>
                  <a:ext uri="{FF2B5EF4-FFF2-40B4-BE49-F238E27FC236}">
                    <a16:creationId xmlns:a16="http://schemas.microsoft.com/office/drawing/2014/main" id="{DFB65635-3C7C-EEA7-F1B2-116E976C675A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9435479" y="862599"/>
                <a:ext cx="211680" cy="21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14" name="잉크 113">
                <a:extLst>
                  <a:ext uri="{FF2B5EF4-FFF2-40B4-BE49-F238E27FC236}">
                    <a16:creationId xmlns:a16="http://schemas.microsoft.com/office/drawing/2014/main" id="{E1604AA7-12EA-787A-04DD-0F7211C4BD85}"/>
                  </a:ext>
                </a:extLst>
              </p14:cNvPr>
              <p14:cNvContentPartPr/>
              <p14:nvPr/>
            </p14:nvContentPartPr>
            <p14:xfrm>
              <a:off x="9757679" y="650559"/>
              <a:ext cx="50040" cy="372600"/>
            </p14:xfrm>
          </p:contentPart>
        </mc:Choice>
        <mc:Fallback xmlns="">
          <p:pic>
            <p:nvPicPr>
              <p:cNvPr id="114" name="잉크 113">
                <a:extLst>
                  <a:ext uri="{FF2B5EF4-FFF2-40B4-BE49-F238E27FC236}">
                    <a16:creationId xmlns:a16="http://schemas.microsoft.com/office/drawing/2014/main" id="{E1604AA7-12EA-787A-04DD-0F7211C4BD85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9748679" y="641559"/>
                <a:ext cx="67680" cy="39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15" name="잉크 114">
                <a:extLst>
                  <a:ext uri="{FF2B5EF4-FFF2-40B4-BE49-F238E27FC236}">
                    <a16:creationId xmlns:a16="http://schemas.microsoft.com/office/drawing/2014/main" id="{64225822-F14E-97E0-3FBF-4DB67833C522}"/>
                  </a:ext>
                </a:extLst>
              </p14:cNvPr>
              <p14:cNvContentPartPr/>
              <p14:nvPr/>
            </p14:nvContentPartPr>
            <p14:xfrm>
              <a:off x="9746879" y="668199"/>
              <a:ext cx="299880" cy="363600"/>
            </p14:xfrm>
          </p:contentPart>
        </mc:Choice>
        <mc:Fallback xmlns="">
          <p:pic>
            <p:nvPicPr>
              <p:cNvPr id="115" name="잉크 114">
                <a:extLst>
                  <a:ext uri="{FF2B5EF4-FFF2-40B4-BE49-F238E27FC236}">
                    <a16:creationId xmlns:a16="http://schemas.microsoft.com/office/drawing/2014/main" id="{64225822-F14E-97E0-3FBF-4DB67833C522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9737879" y="659559"/>
                <a:ext cx="317520" cy="38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72" name="잉크 171">
                <a:extLst>
                  <a:ext uri="{FF2B5EF4-FFF2-40B4-BE49-F238E27FC236}">
                    <a16:creationId xmlns:a16="http://schemas.microsoft.com/office/drawing/2014/main" id="{5272DA4B-B155-B7D0-CED5-A773F1A3788D}"/>
                  </a:ext>
                </a:extLst>
              </p14:cNvPr>
              <p14:cNvContentPartPr/>
              <p14:nvPr/>
            </p14:nvContentPartPr>
            <p14:xfrm>
              <a:off x="9806305" y="637244"/>
              <a:ext cx="456840" cy="325440"/>
            </p14:xfrm>
          </p:contentPart>
        </mc:Choice>
        <mc:Fallback xmlns="">
          <p:pic>
            <p:nvPicPr>
              <p:cNvPr id="172" name="잉크 171">
                <a:extLst>
                  <a:ext uri="{FF2B5EF4-FFF2-40B4-BE49-F238E27FC236}">
                    <a16:creationId xmlns:a16="http://schemas.microsoft.com/office/drawing/2014/main" id="{5272DA4B-B155-B7D0-CED5-A773F1A3788D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9797305" y="628244"/>
                <a:ext cx="474480" cy="34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73" name="잉크 172">
                <a:extLst>
                  <a:ext uri="{FF2B5EF4-FFF2-40B4-BE49-F238E27FC236}">
                    <a16:creationId xmlns:a16="http://schemas.microsoft.com/office/drawing/2014/main" id="{62AB5E38-BCF4-6B52-D157-94569D400562}"/>
                  </a:ext>
                </a:extLst>
              </p14:cNvPr>
              <p14:cNvContentPartPr/>
              <p14:nvPr/>
            </p14:nvContentPartPr>
            <p14:xfrm>
              <a:off x="9901345" y="821924"/>
              <a:ext cx="249120" cy="360"/>
            </p14:xfrm>
          </p:contentPart>
        </mc:Choice>
        <mc:Fallback xmlns="">
          <p:pic>
            <p:nvPicPr>
              <p:cNvPr id="173" name="잉크 172">
                <a:extLst>
                  <a:ext uri="{FF2B5EF4-FFF2-40B4-BE49-F238E27FC236}">
                    <a16:creationId xmlns:a16="http://schemas.microsoft.com/office/drawing/2014/main" id="{62AB5E38-BCF4-6B52-D157-94569D400562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9892345" y="812924"/>
                <a:ext cx="2667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74" name="잉크 173">
                <a:extLst>
                  <a:ext uri="{FF2B5EF4-FFF2-40B4-BE49-F238E27FC236}">
                    <a16:creationId xmlns:a16="http://schemas.microsoft.com/office/drawing/2014/main" id="{7919000B-F6B1-8DA8-3F86-FD4A55E80E6B}"/>
                  </a:ext>
                </a:extLst>
              </p14:cNvPr>
              <p14:cNvContentPartPr/>
              <p14:nvPr/>
            </p14:nvContentPartPr>
            <p14:xfrm>
              <a:off x="10021225" y="858644"/>
              <a:ext cx="360" cy="193320"/>
            </p14:xfrm>
          </p:contentPart>
        </mc:Choice>
        <mc:Fallback xmlns="">
          <p:pic>
            <p:nvPicPr>
              <p:cNvPr id="174" name="잉크 173">
                <a:extLst>
                  <a:ext uri="{FF2B5EF4-FFF2-40B4-BE49-F238E27FC236}">
                    <a16:creationId xmlns:a16="http://schemas.microsoft.com/office/drawing/2014/main" id="{7919000B-F6B1-8DA8-3F86-FD4A55E80E6B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0012585" y="850004"/>
                <a:ext cx="18000" cy="210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70" name="그룹 269">
            <a:extLst>
              <a:ext uri="{FF2B5EF4-FFF2-40B4-BE49-F238E27FC236}">
                <a16:creationId xmlns:a16="http://schemas.microsoft.com/office/drawing/2014/main" id="{51A45C53-4FDC-4647-A994-E03EDB4F0E3F}"/>
              </a:ext>
            </a:extLst>
          </p:cNvPr>
          <p:cNvGrpSpPr/>
          <p:nvPr/>
        </p:nvGrpSpPr>
        <p:grpSpPr>
          <a:xfrm>
            <a:off x="-37175" y="404"/>
            <a:ext cx="8256574" cy="7286185"/>
            <a:chOff x="-37175" y="404"/>
            <a:chExt cx="8256574" cy="7286185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1D0B3EED-FC38-B4C5-B778-9AFE5276BC79}"/>
                    </a:ext>
                  </a:extLst>
                </p14:cNvPr>
                <p14:cNvContentPartPr/>
                <p14:nvPr/>
              </p14:nvContentPartPr>
              <p14:xfrm>
                <a:off x="3540839" y="5068839"/>
                <a:ext cx="276840" cy="684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1D0B3EED-FC38-B4C5-B778-9AFE5276BC7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531839" y="5059839"/>
                  <a:ext cx="2944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F0F605F3-4E39-8692-3883-B9AE9792ACA0}"/>
                    </a:ext>
                  </a:extLst>
                </p14:cNvPr>
                <p14:cNvContentPartPr/>
                <p14:nvPr/>
              </p14:nvContentPartPr>
              <p14:xfrm>
                <a:off x="3596279" y="4946079"/>
                <a:ext cx="322560" cy="31968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F0F605F3-4E39-8692-3883-B9AE9792ACA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587279" y="4937439"/>
                  <a:ext cx="34020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81E9B526-0D94-E461-F05F-93C37763A13D}"/>
                    </a:ext>
                  </a:extLst>
                </p14:cNvPr>
                <p14:cNvContentPartPr/>
                <p14:nvPr/>
              </p14:nvContentPartPr>
              <p14:xfrm>
                <a:off x="3982559" y="5044359"/>
                <a:ext cx="177840" cy="36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81E9B526-0D94-E461-F05F-93C37763A13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973919" y="5035719"/>
                  <a:ext cx="1954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124A931F-5F6C-90A7-62A3-15FF3B7463D5}"/>
                    </a:ext>
                  </a:extLst>
                </p14:cNvPr>
                <p14:cNvContentPartPr/>
                <p14:nvPr/>
              </p14:nvContentPartPr>
              <p14:xfrm>
                <a:off x="4050239" y="5148759"/>
                <a:ext cx="116280" cy="36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124A931F-5F6C-90A7-62A3-15FF3B7463D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041239" y="5139759"/>
                  <a:ext cx="1339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160520EE-2D81-C277-0AC3-4AAFC83543BF}"/>
                    </a:ext>
                  </a:extLst>
                </p14:cNvPr>
                <p14:cNvContentPartPr/>
                <p14:nvPr/>
              </p14:nvContentPartPr>
              <p14:xfrm>
                <a:off x="4406279" y="4995399"/>
                <a:ext cx="18720" cy="30060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160520EE-2D81-C277-0AC3-4AAFC83543B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397279" y="4986399"/>
                  <a:ext cx="3636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2CFA2452-739A-7295-7C39-082CD01130FF}"/>
                    </a:ext>
                  </a:extLst>
                </p14:cNvPr>
                <p14:cNvContentPartPr/>
                <p14:nvPr/>
              </p14:nvContentPartPr>
              <p14:xfrm>
                <a:off x="2190119" y="1152399"/>
                <a:ext cx="3794760" cy="351792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2CFA2452-739A-7295-7C39-082CD01130F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181119" y="1143399"/>
                  <a:ext cx="3812400" cy="353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1CC80D91-8A4A-8F11-DDAE-6C706405FC20}"/>
                    </a:ext>
                  </a:extLst>
                </p14:cNvPr>
                <p14:cNvContentPartPr/>
                <p14:nvPr/>
              </p14:nvContentPartPr>
              <p14:xfrm>
                <a:off x="3214679" y="2141319"/>
                <a:ext cx="401400" cy="32760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1CC80D91-8A4A-8F11-DDAE-6C706405FC2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206039" y="2132319"/>
                  <a:ext cx="41904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3722D44A-0CE9-59B7-E0E6-5C5F2C76DDA2}"/>
                    </a:ext>
                  </a:extLst>
                </p14:cNvPr>
                <p14:cNvContentPartPr/>
                <p14:nvPr/>
              </p14:nvContentPartPr>
              <p14:xfrm>
                <a:off x="4681679" y="2282079"/>
                <a:ext cx="284040" cy="33300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3722D44A-0CE9-59B7-E0E6-5C5F2C76DDA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672679" y="2273439"/>
                  <a:ext cx="30168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F4A4B1E6-DC69-461F-54D2-283C3BF4F631}"/>
                    </a:ext>
                  </a:extLst>
                </p14:cNvPr>
                <p14:cNvContentPartPr/>
                <p14:nvPr/>
              </p14:nvContentPartPr>
              <p14:xfrm>
                <a:off x="3822719" y="3209439"/>
                <a:ext cx="320400" cy="38196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F4A4B1E6-DC69-461F-54D2-283C3BF4F63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814079" y="3200799"/>
                  <a:ext cx="338040" cy="39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244166AF-DCE1-3417-8E76-7BFCFBAC33D2}"/>
                    </a:ext>
                  </a:extLst>
                </p14:cNvPr>
                <p14:cNvContentPartPr/>
                <p14:nvPr/>
              </p14:nvContentPartPr>
              <p14:xfrm>
                <a:off x="2828399" y="3444879"/>
                <a:ext cx="246600" cy="29952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244166AF-DCE1-3417-8E76-7BFCFBAC33D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819759" y="3436239"/>
                  <a:ext cx="26424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2F857577-00CF-167F-9690-F408FF688B3F}"/>
                    </a:ext>
                  </a:extLst>
                </p14:cNvPr>
                <p14:cNvContentPartPr/>
                <p14:nvPr/>
              </p14:nvContentPartPr>
              <p14:xfrm>
                <a:off x="4785359" y="3796959"/>
                <a:ext cx="339480" cy="38880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2F857577-00CF-167F-9690-F408FF688B3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776719" y="3788319"/>
                  <a:ext cx="35712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5A557C70-2838-EAE2-41B8-11FFEC8B5F5B}"/>
                    </a:ext>
                  </a:extLst>
                </p14:cNvPr>
                <p14:cNvContentPartPr/>
                <p14:nvPr/>
              </p14:nvContentPartPr>
              <p14:xfrm>
                <a:off x="3068159" y="3472599"/>
                <a:ext cx="699120" cy="10548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5A557C70-2838-EAE2-41B8-11FFEC8B5F5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059519" y="3463599"/>
                  <a:ext cx="71676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0E46A098-8EC7-9B62-1A2E-F08B00E4C765}"/>
                    </a:ext>
                  </a:extLst>
                </p14:cNvPr>
                <p14:cNvContentPartPr/>
                <p14:nvPr/>
              </p14:nvContentPartPr>
              <p14:xfrm>
                <a:off x="3479639" y="2405559"/>
                <a:ext cx="402840" cy="73620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0E46A098-8EC7-9B62-1A2E-F08B00E4C76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470639" y="2396919"/>
                  <a:ext cx="420480" cy="75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91E470BC-66A5-C59B-53E2-2C2F5ACE5CAB}"/>
                    </a:ext>
                  </a:extLst>
                </p14:cNvPr>
                <p14:cNvContentPartPr/>
                <p14:nvPr/>
              </p14:nvContentPartPr>
              <p14:xfrm>
                <a:off x="4142039" y="2673759"/>
                <a:ext cx="624240" cy="622080"/>
              </p14:xfrm>
            </p:contentPart>
          </mc:Choice>
          <mc:Fallback xmlns=""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91E470BC-66A5-C59B-53E2-2C2F5ACE5CA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133399" y="2665119"/>
                  <a:ext cx="641880" cy="63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E08A9079-0694-7941-F58E-0F8078FB7AE6}"/>
                    </a:ext>
                  </a:extLst>
                </p14:cNvPr>
                <p14:cNvContentPartPr/>
                <p14:nvPr/>
              </p14:nvContentPartPr>
              <p14:xfrm>
                <a:off x="4148519" y="3479439"/>
                <a:ext cx="671040" cy="402120"/>
              </p14:xfrm>
            </p:contentPart>
          </mc:Choice>
          <mc:Fallback xmlns=""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E08A9079-0694-7941-F58E-0F8078FB7AE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139519" y="3470799"/>
                  <a:ext cx="688680" cy="41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B567218C-EE80-450E-E6E3-C4D4EB732320}"/>
                    </a:ext>
                  </a:extLst>
                </p14:cNvPr>
                <p14:cNvContentPartPr/>
                <p14:nvPr/>
              </p14:nvContentPartPr>
              <p14:xfrm>
                <a:off x="3418079" y="1847199"/>
                <a:ext cx="6480" cy="199800"/>
              </p14:xfrm>
            </p:contentPart>
          </mc:Choice>
          <mc:Fallback xmlns=""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B567218C-EE80-450E-E6E3-C4D4EB73232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409079" y="1838199"/>
                  <a:ext cx="2412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33" name="잉크 32">
                  <a:extLst>
                    <a:ext uri="{FF2B5EF4-FFF2-40B4-BE49-F238E27FC236}">
                      <a16:creationId xmlns:a16="http://schemas.microsoft.com/office/drawing/2014/main" id="{1EA887FC-185C-55F1-1D76-95AE9482E969}"/>
                    </a:ext>
                  </a:extLst>
                </p14:cNvPr>
                <p14:cNvContentPartPr/>
                <p14:nvPr/>
              </p14:nvContentPartPr>
              <p14:xfrm>
                <a:off x="4688519" y="1908039"/>
                <a:ext cx="153000" cy="154800"/>
              </p14:xfrm>
            </p:contentPart>
          </mc:Choice>
          <mc:Fallback xmlns="">
            <p:pic>
              <p:nvPicPr>
                <p:cNvPr id="33" name="잉크 32">
                  <a:extLst>
                    <a:ext uri="{FF2B5EF4-FFF2-40B4-BE49-F238E27FC236}">
                      <a16:creationId xmlns:a16="http://schemas.microsoft.com/office/drawing/2014/main" id="{1EA887FC-185C-55F1-1D76-95AE9482E96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679519" y="1899039"/>
                  <a:ext cx="1706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34" name="잉크 33">
                  <a:extLst>
                    <a:ext uri="{FF2B5EF4-FFF2-40B4-BE49-F238E27FC236}">
                      <a16:creationId xmlns:a16="http://schemas.microsoft.com/office/drawing/2014/main" id="{6A3481E4-B461-A3A6-FFBF-3E55D2E03122}"/>
                    </a:ext>
                  </a:extLst>
                </p14:cNvPr>
                <p14:cNvContentPartPr/>
                <p14:nvPr/>
              </p14:nvContentPartPr>
              <p14:xfrm>
                <a:off x="2795999" y="3835479"/>
                <a:ext cx="297000" cy="185400"/>
              </p14:xfrm>
            </p:contentPart>
          </mc:Choice>
          <mc:Fallback xmlns="">
            <p:pic>
              <p:nvPicPr>
                <p:cNvPr id="34" name="잉크 33">
                  <a:extLst>
                    <a:ext uri="{FF2B5EF4-FFF2-40B4-BE49-F238E27FC236}">
                      <a16:creationId xmlns:a16="http://schemas.microsoft.com/office/drawing/2014/main" id="{6A3481E4-B461-A3A6-FFBF-3E55D2E0312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787359" y="3826479"/>
                  <a:ext cx="31464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35" name="잉크 34">
                  <a:extLst>
                    <a:ext uri="{FF2B5EF4-FFF2-40B4-BE49-F238E27FC236}">
                      <a16:creationId xmlns:a16="http://schemas.microsoft.com/office/drawing/2014/main" id="{BE3933B8-9E3E-98C7-36BA-85CF9BE64890}"/>
                    </a:ext>
                  </a:extLst>
                </p14:cNvPr>
                <p14:cNvContentPartPr/>
                <p14:nvPr/>
              </p14:nvContentPartPr>
              <p14:xfrm>
                <a:off x="3006959" y="3902799"/>
                <a:ext cx="33480" cy="396000"/>
              </p14:xfrm>
            </p:contentPart>
          </mc:Choice>
          <mc:Fallback xmlns="">
            <p:pic>
              <p:nvPicPr>
                <p:cNvPr id="35" name="잉크 34">
                  <a:extLst>
                    <a:ext uri="{FF2B5EF4-FFF2-40B4-BE49-F238E27FC236}">
                      <a16:creationId xmlns:a16="http://schemas.microsoft.com/office/drawing/2014/main" id="{BE3933B8-9E3E-98C7-36BA-85CF9BE6489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998319" y="3894159"/>
                  <a:ext cx="5112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36" name="잉크 35">
                  <a:extLst>
                    <a:ext uri="{FF2B5EF4-FFF2-40B4-BE49-F238E27FC236}">
                      <a16:creationId xmlns:a16="http://schemas.microsoft.com/office/drawing/2014/main" id="{C57C3131-63EF-9B46-0FB8-9BEBDF5945D1}"/>
                    </a:ext>
                  </a:extLst>
                </p14:cNvPr>
                <p14:cNvContentPartPr/>
                <p14:nvPr/>
              </p14:nvContentPartPr>
              <p14:xfrm>
                <a:off x="4712279" y="4313919"/>
                <a:ext cx="131400" cy="227880"/>
              </p14:xfrm>
            </p:contentPart>
          </mc:Choice>
          <mc:Fallback xmlns="">
            <p:pic>
              <p:nvPicPr>
                <p:cNvPr id="36" name="잉크 35">
                  <a:extLst>
                    <a:ext uri="{FF2B5EF4-FFF2-40B4-BE49-F238E27FC236}">
                      <a16:creationId xmlns:a16="http://schemas.microsoft.com/office/drawing/2014/main" id="{C57C3131-63EF-9B46-0FB8-9BEBDF5945D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703639" y="4305279"/>
                  <a:ext cx="14904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37" name="잉크 36">
                  <a:extLst>
                    <a:ext uri="{FF2B5EF4-FFF2-40B4-BE49-F238E27FC236}">
                      <a16:creationId xmlns:a16="http://schemas.microsoft.com/office/drawing/2014/main" id="{C1ED4CC5-B2D5-D327-7DD1-26E6033A179D}"/>
                    </a:ext>
                  </a:extLst>
                </p14:cNvPr>
                <p14:cNvContentPartPr/>
                <p14:nvPr/>
              </p14:nvContentPartPr>
              <p14:xfrm>
                <a:off x="4774559" y="4326519"/>
                <a:ext cx="208800" cy="360"/>
              </p14:xfrm>
            </p:contentPart>
          </mc:Choice>
          <mc:Fallback xmlns="">
            <p:pic>
              <p:nvPicPr>
                <p:cNvPr id="37" name="잉크 36">
                  <a:extLst>
                    <a:ext uri="{FF2B5EF4-FFF2-40B4-BE49-F238E27FC236}">
                      <a16:creationId xmlns:a16="http://schemas.microsoft.com/office/drawing/2014/main" id="{C1ED4CC5-B2D5-D327-7DD1-26E6033A179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765559" y="4317519"/>
                  <a:ext cx="2264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41" name="잉크 40">
                  <a:extLst>
                    <a:ext uri="{FF2B5EF4-FFF2-40B4-BE49-F238E27FC236}">
                      <a16:creationId xmlns:a16="http://schemas.microsoft.com/office/drawing/2014/main" id="{7FF72297-B5C4-4C2D-5776-C6C490BB2BDB}"/>
                    </a:ext>
                  </a:extLst>
                </p14:cNvPr>
                <p14:cNvContentPartPr/>
                <p14:nvPr/>
              </p14:nvContentPartPr>
              <p14:xfrm>
                <a:off x="3829199" y="3712359"/>
                <a:ext cx="246600" cy="387720"/>
              </p14:xfrm>
            </p:contentPart>
          </mc:Choice>
          <mc:Fallback xmlns="">
            <p:pic>
              <p:nvPicPr>
                <p:cNvPr id="41" name="잉크 40">
                  <a:extLst>
                    <a:ext uri="{FF2B5EF4-FFF2-40B4-BE49-F238E27FC236}">
                      <a16:creationId xmlns:a16="http://schemas.microsoft.com/office/drawing/2014/main" id="{7FF72297-B5C4-4C2D-5776-C6C490BB2BD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820559" y="3703359"/>
                  <a:ext cx="264240" cy="40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43" name="잉크 42">
                  <a:extLst>
                    <a:ext uri="{FF2B5EF4-FFF2-40B4-BE49-F238E27FC236}">
                      <a16:creationId xmlns:a16="http://schemas.microsoft.com/office/drawing/2014/main" id="{234EB37D-2DD2-9950-C4B0-8D63B9D71652}"/>
                    </a:ext>
                  </a:extLst>
                </p14:cNvPr>
                <p14:cNvContentPartPr/>
                <p14:nvPr/>
              </p14:nvContentPartPr>
              <p14:xfrm>
                <a:off x="5774639" y="281919"/>
                <a:ext cx="1204200" cy="1038600"/>
              </p14:xfrm>
            </p:contentPart>
          </mc:Choice>
          <mc:Fallback xmlns="">
            <p:pic>
              <p:nvPicPr>
                <p:cNvPr id="43" name="잉크 42">
                  <a:extLst>
                    <a:ext uri="{FF2B5EF4-FFF2-40B4-BE49-F238E27FC236}">
                      <a16:creationId xmlns:a16="http://schemas.microsoft.com/office/drawing/2014/main" id="{234EB37D-2DD2-9950-C4B0-8D63B9D7165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765639" y="272919"/>
                  <a:ext cx="1221840" cy="10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44" name="잉크 43">
                  <a:extLst>
                    <a:ext uri="{FF2B5EF4-FFF2-40B4-BE49-F238E27FC236}">
                      <a16:creationId xmlns:a16="http://schemas.microsoft.com/office/drawing/2014/main" id="{51F40052-E4F1-0A56-93EF-70BD3403E642}"/>
                    </a:ext>
                  </a:extLst>
                </p14:cNvPr>
                <p14:cNvContentPartPr/>
                <p14:nvPr/>
              </p14:nvContentPartPr>
              <p14:xfrm>
                <a:off x="6001799" y="1423479"/>
                <a:ext cx="97920" cy="360"/>
              </p14:xfrm>
            </p:contentPart>
          </mc:Choice>
          <mc:Fallback xmlns="">
            <p:pic>
              <p:nvPicPr>
                <p:cNvPr id="44" name="잉크 43">
                  <a:extLst>
                    <a:ext uri="{FF2B5EF4-FFF2-40B4-BE49-F238E27FC236}">
                      <a16:creationId xmlns:a16="http://schemas.microsoft.com/office/drawing/2014/main" id="{51F40052-E4F1-0A56-93EF-70BD3403E64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992799" y="1414839"/>
                  <a:ext cx="1155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45" name="잉크 44">
                  <a:extLst>
                    <a:ext uri="{FF2B5EF4-FFF2-40B4-BE49-F238E27FC236}">
                      <a16:creationId xmlns:a16="http://schemas.microsoft.com/office/drawing/2014/main" id="{4A38554E-E3AD-55F1-731B-6947599BB87F}"/>
                    </a:ext>
                  </a:extLst>
                </p14:cNvPr>
                <p14:cNvContentPartPr/>
                <p14:nvPr/>
              </p14:nvContentPartPr>
              <p14:xfrm>
                <a:off x="5841959" y="1472799"/>
                <a:ext cx="233280" cy="215640"/>
              </p14:xfrm>
            </p:contentPart>
          </mc:Choice>
          <mc:Fallback xmlns="">
            <p:pic>
              <p:nvPicPr>
                <p:cNvPr id="45" name="잉크 44">
                  <a:extLst>
                    <a:ext uri="{FF2B5EF4-FFF2-40B4-BE49-F238E27FC236}">
                      <a16:creationId xmlns:a16="http://schemas.microsoft.com/office/drawing/2014/main" id="{4A38554E-E3AD-55F1-731B-6947599BB87F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832959" y="1463799"/>
                  <a:ext cx="25092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46" name="잉크 45">
                  <a:extLst>
                    <a:ext uri="{FF2B5EF4-FFF2-40B4-BE49-F238E27FC236}">
                      <a16:creationId xmlns:a16="http://schemas.microsoft.com/office/drawing/2014/main" id="{E3B91A7B-5E7B-E861-A134-F14BB44B6EDB}"/>
                    </a:ext>
                  </a:extLst>
                </p14:cNvPr>
                <p14:cNvContentPartPr/>
                <p14:nvPr/>
              </p14:nvContentPartPr>
              <p14:xfrm>
                <a:off x="5921879" y="1607799"/>
                <a:ext cx="159480" cy="360"/>
              </p14:xfrm>
            </p:contentPart>
          </mc:Choice>
          <mc:Fallback xmlns="">
            <p:pic>
              <p:nvPicPr>
                <p:cNvPr id="46" name="잉크 45">
                  <a:extLst>
                    <a:ext uri="{FF2B5EF4-FFF2-40B4-BE49-F238E27FC236}">
                      <a16:creationId xmlns:a16="http://schemas.microsoft.com/office/drawing/2014/main" id="{E3B91A7B-5E7B-E861-A134-F14BB44B6ED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913239" y="1598799"/>
                  <a:ext cx="1771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48" name="잉크 47">
                  <a:extLst>
                    <a:ext uri="{FF2B5EF4-FFF2-40B4-BE49-F238E27FC236}">
                      <a16:creationId xmlns:a16="http://schemas.microsoft.com/office/drawing/2014/main" id="{C526261D-CBDE-6CFC-9171-867FF667CEC2}"/>
                    </a:ext>
                  </a:extLst>
                </p14:cNvPr>
                <p14:cNvContentPartPr/>
                <p14:nvPr/>
              </p14:nvContentPartPr>
              <p14:xfrm>
                <a:off x="5860679" y="1416999"/>
                <a:ext cx="183960" cy="25200"/>
              </p14:xfrm>
            </p:contentPart>
          </mc:Choice>
          <mc:Fallback xmlns="">
            <p:pic>
              <p:nvPicPr>
                <p:cNvPr id="48" name="잉크 47">
                  <a:extLst>
                    <a:ext uri="{FF2B5EF4-FFF2-40B4-BE49-F238E27FC236}">
                      <a16:creationId xmlns:a16="http://schemas.microsoft.com/office/drawing/2014/main" id="{C526261D-CBDE-6CFC-9171-867FF667CEC2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851679" y="1408359"/>
                  <a:ext cx="2016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49" name="잉크 48">
                  <a:extLst>
                    <a:ext uri="{FF2B5EF4-FFF2-40B4-BE49-F238E27FC236}">
                      <a16:creationId xmlns:a16="http://schemas.microsoft.com/office/drawing/2014/main" id="{FF5C42AE-D46B-047B-7815-C3C4D7B00A27}"/>
                    </a:ext>
                  </a:extLst>
                </p14:cNvPr>
                <p14:cNvContentPartPr/>
                <p14:nvPr/>
              </p14:nvContentPartPr>
              <p14:xfrm>
                <a:off x="6210599" y="1497639"/>
                <a:ext cx="172440" cy="140040"/>
              </p14:xfrm>
            </p:contentPart>
          </mc:Choice>
          <mc:Fallback xmlns="">
            <p:pic>
              <p:nvPicPr>
                <p:cNvPr id="49" name="잉크 48">
                  <a:extLst>
                    <a:ext uri="{FF2B5EF4-FFF2-40B4-BE49-F238E27FC236}">
                      <a16:creationId xmlns:a16="http://schemas.microsoft.com/office/drawing/2014/main" id="{FF5C42AE-D46B-047B-7815-C3C4D7B00A27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201599" y="1488999"/>
                  <a:ext cx="19008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50" name="잉크 49">
                  <a:extLst>
                    <a:ext uri="{FF2B5EF4-FFF2-40B4-BE49-F238E27FC236}">
                      <a16:creationId xmlns:a16="http://schemas.microsoft.com/office/drawing/2014/main" id="{50F05FD0-A360-2EFA-1FFA-71852EC1ABBB}"/>
                    </a:ext>
                  </a:extLst>
                </p14:cNvPr>
                <p14:cNvContentPartPr/>
                <p14:nvPr/>
              </p14:nvContentPartPr>
              <p14:xfrm>
                <a:off x="6455399" y="1452639"/>
                <a:ext cx="147240" cy="205560"/>
              </p14:xfrm>
            </p:contentPart>
          </mc:Choice>
          <mc:Fallback xmlns="">
            <p:pic>
              <p:nvPicPr>
                <p:cNvPr id="50" name="잉크 49">
                  <a:extLst>
                    <a:ext uri="{FF2B5EF4-FFF2-40B4-BE49-F238E27FC236}">
                      <a16:creationId xmlns:a16="http://schemas.microsoft.com/office/drawing/2014/main" id="{50F05FD0-A360-2EFA-1FFA-71852EC1ABB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446759" y="1443999"/>
                  <a:ext cx="16488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51" name="잉크 50">
                  <a:extLst>
                    <a:ext uri="{FF2B5EF4-FFF2-40B4-BE49-F238E27FC236}">
                      <a16:creationId xmlns:a16="http://schemas.microsoft.com/office/drawing/2014/main" id="{D6B154E2-1073-AE7F-F2D7-FC06BAEE40D1}"/>
                    </a:ext>
                  </a:extLst>
                </p14:cNvPr>
                <p14:cNvContentPartPr/>
                <p14:nvPr/>
              </p14:nvContentPartPr>
              <p14:xfrm>
                <a:off x="6633599" y="1485039"/>
                <a:ext cx="201960" cy="142200"/>
              </p14:xfrm>
            </p:contentPart>
          </mc:Choice>
          <mc:Fallback xmlns="">
            <p:pic>
              <p:nvPicPr>
                <p:cNvPr id="51" name="잉크 50">
                  <a:extLst>
                    <a:ext uri="{FF2B5EF4-FFF2-40B4-BE49-F238E27FC236}">
                      <a16:creationId xmlns:a16="http://schemas.microsoft.com/office/drawing/2014/main" id="{D6B154E2-1073-AE7F-F2D7-FC06BAEE40D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624959" y="1476039"/>
                  <a:ext cx="21960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52" name="잉크 51">
                  <a:extLst>
                    <a:ext uri="{FF2B5EF4-FFF2-40B4-BE49-F238E27FC236}">
                      <a16:creationId xmlns:a16="http://schemas.microsoft.com/office/drawing/2014/main" id="{249CBB9C-3DF2-CDAD-A4A6-4739C04AA4BD}"/>
                    </a:ext>
                  </a:extLst>
                </p14:cNvPr>
                <p14:cNvContentPartPr/>
                <p14:nvPr/>
              </p14:nvContentPartPr>
              <p14:xfrm>
                <a:off x="6897839" y="1509519"/>
                <a:ext cx="171720" cy="360"/>
              </p14:xfrm>
            </p:contentPart>
          </mc:Choice>
          <mc:Fallback xmlns="">
            <p:pic>
              <p:nvPicPr>
                <p:cNvPr id="52" name="잉크 51">
                  <a:extLst>
                    <a:ext uri="{FF2B5EF4-FFF2-40B4-BE49-F238E27FC236}">
                      <a16:creationId xmlns:a16="http://schemas.microsoft.com/office/drawing/2014/main" id="{249CBB9C-3DF2-CDAD-A4A6-4739C04AA4BD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888839" y="1500879"/>
                  <a:ext cx="1893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53" name="잉크 52">
                  <a:extLst>
                    <a:ext uri="{FF2B5EF4-FFF2-40B4-BE49-F238E27FC236}">
                      <a16:creationId xmlns:a16="http://schemas.microsoft.com/office/drawing/2014/main" id="{AF3DC1F3-5F4C-38DA-2218-444741F7ABDB}"/>
                    </a:ext>
                  </a:extLst>
                </p14:cNvPr>
                <p14:cNvContentPartPr/>
                <p14:nvPr/>
              </p14:nvContentPartPr>
              <p14:xfrm>
                <a:off x="7032839" y="1423479"/>
                <a:ext cx="129960" cy="222120"/>
              </p14:xfrm>
            </p:contentPart>
          </mc:Choice>
          <mc:Fallback xmlns="">
            <p:pic>
              <p:nvPicPr>
                <p:cNvPr id="53" name="잉크 52">
                  <a:extLst>
                    <a:ext uri="{FF2B5EF4-FFF2-40B4-BE49-F238E27FC236}">
                      <a16:creationId xmlns:a16="http://schemas.microsoft.com/office/drawing/2014/main" id="{AF3DC1F3-5F4C-38DA-2218-444741F7ABD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023839" y="1414839"/>
                  <a:ext cx="14760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54" name="잉크 53">
                  <a:extLst>
                    <a:ext uri="{FF2B5EF4-FFF2-40B4-BE49-F238E27FC236}">
                      <a16:creationId xmlns:a16="http://schemas.microsoft.com/office/drawing/2014/main" id="{1E96B948-4114-BF16-D6A9-EA4171804CCF}"/>
                    </a:ext>
                  </a:extLst>
                </p14:cNvPr>
                <p14:cNvContentPartPr/>
                <p14:nvPr/>
              </p14:nvContentPartPr>
              <p14:xfrm>
                <a:off x="6196919" y="538599"/>
                <a:ext cx="241200" cy="259200"/>
              </p14:xfrm>
            </p:contentPart>
          </mc:Choice>
          <mc:Fallback xmlns="">
            <p:pic>
              <p:nvPicPr>
                <p:cNvPr id="54" name="잉크 53">
                  <a:extLst>
                    <a:ext uri="{FF2B5EF4-FFF2-40B4-BE49-F238E27FC236}">
                      <a16:creationId xmlns:a16="http://schemas.microsoft.com/office/drawing/2014/main" id="{1E96B948-4114-BF16-D6A9-EA4171804CCF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187919" y="529959"/>
                  <a:ext cx="25884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57" name="잉크 56">
                  <a:extLst>
                    <a:ext uri="{FF2B5EF4-FFF2-40B4-BE49-F238E27FC236}">
                      <a16:creationId xmlns:a16="http://schemas.microsoft.com/office/drawing/2014/main" id="{865803AE-47D6-9E8C-5479-EEB7D1F7F4A0}"/>
                    </a:ext>
                  </a:extLst>
                </p14:cNvPr>
                <p14:cNvContentPartPr/>
                <p14:nvPr/>
              </p14:nvContentPartPr>
              <p14:xfrm>
                <a:off x="6547919" y="343479"/>
                <a:ext cx="24480" cy="141480"/>
              </p14:xfrm>
            </p:contentPart>
          </mc:Choice>
          <mc:Fallback xmlns="">
            <p:pic>
              <p:nvPicPr>
                <p:cNvPr id="57" name="잉크 56">
                  <a:extLst>
                    <a:ext uri="{FF2B5EF4-FFF2-40B4-BE49-F238E27FC236}">
                      <a16:creationId xmlns:a16="http://schemas.microsoft.com/office/drawing/2014/main" id="{865803AE-47D6-9E8C-5479-EEB7D1F7F4A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538919" y="334839"/>
                  <a:ext cx="421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59" name="잉크 58">
                  <a:extLst>
                    <a:ext uri="{FF2B5EF4-FFF2-40B4-BE49-F238E27FC236}">
                      <a16:creationId xmlns:a16="http://schemas.microsoft.com/office/drawing/2014/main" id="{3F717C97-C6F8-1A36-6638-068A525EC2EA}"/>
                    </a:ext>
                  </a:extLst>
                </p14:cNvPr>
                <p14:cNvContentPartPr/>
                <p14:nvPr/>
              </p14:nvContentPartPr>
              <p14:xfrm>
                <a:off x="6020159" y="1036479"/>
                <a:ext cx="233640" cy="252360"/>
              </p14:xfrm>
            </p:contentPart>
          </mc:Choice>
          <mc:Fallback xmlns="">
            <p:pic>
              <p:nvPicPr>
                <p:cNvPr id="59" name="잉크 58">
                  <a:extLst>
                    <a:ext uri="{FF2B5EF4-FFF2-40B4-BE49-F238E27FC236}">
                      <a16:creationId xmlns:a16="http://schemas.microsoft.com/office/drawing/2014/main" id="{3F717C97-C6F8-1A36-6638-068A525EC2EA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011519" y="1027839"/>
                  <a:ext cx="25128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61" name="잉크 60">
                  <a:extLst>
                    <a:ext uri="{FF2B5EF4-FFF2-40B4-BE49-F238E27FC236}">
                      <a16:creationId xmlns:a16="http://schemas.microsoft.com/office/drawing/2014/main" id="{F1A66BE0-F1F3-F585-F6A1-0577CE401727}"/>
                    </a:ext>
                  </a:extLst>
                </p14:cNvPr>
                <p14:cNvContentPartPr/>
                <p14:nvPr/>
              </p14:nvContentPartPr>
              <p14:xfrm>
                <a:off x="5968319" y="760719"/>
                <a:ext cx="174960" cy="130320"/>
              </p14:xfrm>
            </p:contentPart>
          </mc:Choice>
          <mc:Fallback xmlns="">
            <p:pic>
              <p:nvPicPr>
                <p:cNvPr id="61" name="잉크 60">
                  <a:extLst>
                    <a:ext uri="{FF2B5EF4-FFF2-40B4-BE49-F238E27FC236}">
                      <a16:creationId xmlns:a16="http://schemas.microsoft.com/office/drawing/2014/main" id="{F1A66BE0-F1F3-F585-F6A1-0577CE40172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959319" y="752079"/>
                  <a:ext cx="1926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62" name="잉크 61">
                  <a:extLst>
                    <a:ext uri="{FF2B5EF4-FFF2-40B4-BE49-F238E27FC236}">
                      <a16:creationId xmlns:a16="http://schemas.microsoft.com/office/drawing/2014/main" id="{D7315BC2-0A46-927A-84AB-2325C98F0F27}"/>
                    </a:ext>
                  </a:extLst>
                </p14:cNvPr>
                <p14:cNvContentPartPr/>
                <p14:nvPr/>
              </p14:nvContentPartPr>
              <p14:xfrm>
                <a:off x="6093599" y="791319"/>
                <a:ext cx="37440" cy="153000"/>
              </p14:xfrm>
            </p:contentPart>
          </mc:Choice>
          <mc:Fallback xmlns="">
            <p:pic>
              <p:nvPicPr>
                <p:cNvPr id="62" name="잉크 61">
                  <a:extLst>
                    <a:ext uri="{FF2B5EF4-FFF2-40B4-BE49-F238E27FC236}">
                      <a16:creationId xmlns:a16="http://schemas.microsoft.com/office/drawing/2014/main" id="{D7315BC2-0A46-927A-84AB-2325C98F0F2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084959" y="782679"/>
                  <a:ext cx="5508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63" name="잉크 62">
                  <a:extLst>
                    <a:ext uri="{FF2B5EF4-FFF2-40B4-BE49-F238E27FC236}">
                      <a16:creationId xmlns:a16="http://schemas.microsoft.com/office/drawing/2014/main" id="{70CBEA58-8A17-F910-7CE0-F572DAE5EFD5}"/>
                    </a:ext>
                  </a:extLst>
                </p14:cNvPr>
                <p14:cNvContentPartPr/>
                <p14:nvPr/>
              </p14:nvContentPartPr>
              <p14:xfrm>
                <a:off x="6650879" y="875919"/>
                <a:ext cx="272520" cy="309240"/>
              </p14:xfrm>
            </p:contentPart>
          </mc:Choice>
          <mc:Fallback xmlns="">
            <p:pic>
              <p:nvPicPr>
                <p:cNvPr id="63" name="잉크 62">
                  <a:extLst>
                    <a:ext uri="{FF2B5EF4-FFF2-40B4-BE49-F238E27FC236}">
                      <a16:creationId xmlns:a16="http://schemas.microsoft.com/office/drawing/2014/main" id="{70CBEA58-8A17-F910-7CE0-F572DAE5EFD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641879" y="867279"/>
                  <a:ext cx="29016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64" name="잉크 63">
                  <a:extLst>
                    <a:ext uri="{FF2B5EF4-FFF2-40B4-BE49-F238E27FC236}">
                      <a16:creationId xmlns:a16="http://schemas.microsoft.com/office/drawing/2014/main" id="{C2B8B4F0-A51D-0C46-7133-4A30F95207DB}"/>
                    </a:ext>
                  </a:extLst>
                </p14:cNvPr>
                <p14:cNvContentPartPr/>
                <p14:nvPr/>
              </p14:nvContentPartPr>
              <p14:xfrm>
                <a:off x="6664199" y="693399"/>
                <a:ext cx="100800" cy="124560"/>
              </p14:xfrm>
            </p:contentPart>
          </mc:Choice>
          <mc:Fallback xmlns="">
            <p:pic>
              <p:nvPicPr>
                <p:cNvPr id="64" name="잉크 63">
                  <a:extLst>
                    <a:ext uri="{FF2B5EF4-FFF2-40B4-BE49-F238E27FC236}">
                      <a16:creationId xmlns:a16="http://schemas.microsoft.com/office/drawing/2014/main" id="{C2B8B4F0-A51D-0C46-7133-4A30F95207D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655559" y="684399"/>
                  <a:ext cx="11844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65" name="잉크 64">
                  <a:extLst>
                    <a:ext uri="{FF2B5EF4-FFF2-40B4-BE49-F238E27FC236}">
                      <a16:creationId xmlns:a16="http://schemas.microsoft.com/office/drawing/2014/main" id="{590DCDBE-075E-BEC0-2A11-97F054D8385C}"/>
                    </a:ext>
                  </a:extLst>
                </p14:cNvPr>
                <p14:cNvContentPartPr/>
                <p14:nvPr/>
              </p14:nvContentPartPr>
              <p14:xfrm>
                <a:off x="6695159" y="680799"/>
                <a:ext cx="110160" cy="12960"/>
              </p14:xfrm>
            </p:contentPart>
          </mc:Choice>
          <mc:Fallback xmlns="">
            <p:pic>
              <p:nvPicPr>
                <p:cNvPr id="65" name="잉크 64">
                  <a:extLst>
                    <a:ext uri="{FF2B5EF4-FFF2-40B4-BE49-F238E27FC236}">
                      <a16:creationId xmlns:a16="http://schemas.microsoft.com/office/drawing/2014/main" id="{590DCDBE-075E-BEC0-2A11-97F054D8385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686519" y="672159"/>
                  <a:ext cx="1278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66" name="잉크 65">
                  <a:extLst>
                    <a:ext uri="{FF2B5EF4-FFF2-40B4-BE49-F238E27FC236}">
                      <a16:creationId xmlns:a16="http://schemas.microsoft.com/office/drawing/2014/main" id="{00BA48B6-FBC5-41A6-7DD6-456BBB5DE0A6}"/>
                    </a:ext>
                  </a:extLst>
                </p14:cNvPr>
                <p14:cNvContentPartPr/>
                <p14:nvPr/>
              </p14:nvContentPartPr>
              <p14:xfrm>
                <a:off x="6238319" y="782679"/>
                <a:ext cx="462240" cy="297360"/>
              </p14:xfrm>
            </p:contentPart>
          </mc:Choice>
          <mc:Fallback xmlns="">
            <p:pic>
              <p:nvPicPr>
                <p:cNvPr id="66" name="잉크 65">
                  <a:extLst>
                    <a:ext uri="{FF2B5EF4-FFF2-40B4-BE49-F238E27FC236}">
                      <a16:creationId xmlns:a16="http://schemas.microsoft.com/office/drawing/2014/main" id="{00BA48B6-FBC5-41A6-7DD6-456BBB5DE0A6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229319" y="773679"/>
                  <a:ext cx="47988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68" name="잉크 67">
                  <a:extLst>
                    <a:ext uri="{FF2B5EF4-FFF2-40B4-BE49-F238E27FC236}">
                      <a16:creationId xmlns:a16="http://schemas.microsoft.com/office/drawing/2014/main" id="{190B4003-6068-FC18-FD26-8766CE84E9D7}"/>
                    </a:ext>
                  </a:extLst>
                </p14:cNvPr>
                <p14:cNvContentPartPr/>
                <p14:nvPr/>
              </p14:nvContentPartPr>
              <p14:xfrm>
                <a:off x="5173079" y="875199"/>
                <a:ext cx="427320" cy="493560"/>
              </p14:xfrm>
            </p:contentPart>
          </mc:Choice>
          <mc:Fallback xmlns="">
            <p:pic>
              <p:nvPicPr>
                <p:cNvPr id="68" name="잉크 67">
                  <a:extLst>
                    <a:ext uri="{FF2B5EF4-FFF2-40B4-BE49-F238E27FC236}">
                      <a16:creationId xmlns:a16="http://schemas.microsoft.com/office/drawing/2014/main" id="{190B4003-6068-FC18-FD26-8766CE84E9D7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164439" y="866559"/>
                  <a:ext cx="444960" cy="51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69" name="잉크 68">
                  <a:extLst>
                    <a:ext uri="{FF2B5EF4-FFF2-40B4-BE49-F238E27FC236}">
                      <a16:creationId xmlns:a16="http://schemas.microsoft.com/office/drawing/2014/main" id="{CDEE32EB-399D-A1C8-1EF3-3B3A8CB26982}"/>
                    </a:ext>
                  </a:extLst>
                </p14:cNvPr>
                <p14:cNvContentPartPr/>
                <p14:nvPr/>
              </p14:nvContentPartPr>
              <p14:xfrm>
                <a:off x="5461799" y="797079"/>
                <a:ext cx="124200" cy="112320"/>
              </p14:xfrm>
            </p:contentPart>
          </mc:Choice>
          <mc:Fallback xmlns="">
            <p:pic>
              <p:nvPicPr>
                <p:cNvPr id="69" name="잉크 68">
                  <a:extLst>
                    <a:ext uri="{FF2B5EF4-FFF2-40B4-BE49-F238E27FC236}">
                      <a16:creationId xmlns:a16="http://schemas.microsoft.com/office/drawing/2014/main" id="{CDEE32EB-399D-A1C8-1EF3-3B3A8CB26982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452799" y="788439"/>
                  <a:ext cx="14184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70" name="잉크 69">
                  <a:extLst>
                    <a:ext uri="{FF2B5EF4-FFF2-40B4-BE49-F238E27FC236}">
                      <a16:creationId xmlns:a16="http://schemas.microsoft.com/office/drawing/2014/main" id="{6D5E2B7A-649F-EC6F-7C43-2D6A3427E1FA}"/>
                    </a:ext>
                  </a:extLst>
                </p14:cNvPr>
                <p14:cNvContentPartPr/>
                <p14:nvPr/>
              </p14:nvContentPartPr>
              <p14:xfrm>
                <a:off x="7382399" y="748479"/>
                <a:ext cx="703440" cy="560880"/>
              </p14:xfrm>
            </p:contentPart>
          </mc:Choice>
          <mc:Fallback xmlns="">
            <p:pic>
              <p:nvPicPr>
                <p:cNvPr id="70" name="잉크 69">
                  <a:extLst>
                    <a:ext uri="{FF2B5EF4-FFF2-40B4-BE49-F238E27FC236}">
                      <a16:creationId xmlns:a16="http://schemas.microsoft.com/office/drawing/2014/main" id="{6D5E2B7A-649F-EC6F-7C43-2D6A3427E1F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373759" y="739839"/>
                  <a:ext cx="721080" cy="57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71" name="잉크 70">
                  <a:extLst>
                    <a:ext uri="{FF2B5EF4-FFF2-40B4-BE49-F238E27FC236}">
                      <a16:creationId xmlns:a16="http://schemas.microsoft.com/office/drawing/2014/main" id="{40BA4CE2-CB96-3C7F-87F5-89909F0CBFC7}"/>
                    </a:ext>
                  </a:extLst>
                </p14:cNvPr>
                <p14:cNvContentPartPr/>
                <p14:nvPr/>
              </p14:nvContentPartPr>
              <p14:xfrm>
                <a:off x="7904759" y="1184079"/>
                <a:ext cx="314640" cy="191520"/>
              </p14:xfrm>
            </p:contentPart>
          </mc:Choice>
          <mc:Fallback xmlns="">
            <p:pic>
              <p:nvPicPr>
                <p:cNvPr id="71" name="잉크 70">
                  <a:extLst>
                    <a:ext uri="{FF2B5EF4-FFF2-40B4-BE49-F238E27FC236}">
                      <a16:creationId xmlns:a16="http://schemas.microsoft.com/office/drawing/2014/main" id="{40BA4CE2-CB96-3C7F-87F5-89909F0CBFC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895759" y="1175439"/>
                  <a:ext cx="3322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51" name="잉크 150">
                  <a:extLst>
                    <a:ext uri="{FF2B5EF4-FFF2-40B4-BE49-F238E27FC236}">
                      <a16:creationId xmlns:a16="http://schemas.microsoft.com/office/drawing/2014/main" id="{843275DA-F7E8-41C6-16EE-7BA3B033FB28}"/>
                    </a:ext>
                  </a:extLst>
                </p14:cNvPr>
                <p14:cNvContentPartPr/>
                <p14:nvPr/>
              </p14:nvContentPartPr>
              <p14:xfrm>
                <a:off x="5550745" y="1809909"/>
                <a:ext cx="2199240" cy="10440"/>
              </p14:xfrm>
            </p:contentPart>
          </mc:Choice>
          <mc:Fallback xmlns="">
            <p:pic>
              <p:nvPicPr>
                <p:cNvPr id="151" name="잉크 150">
                  <a:extLst>
                    <a:ext uri="{FF2B5EF4-FFF2-40B4-BE49-F238E27FC236}">
                      <a16:creationId xmlns:a16="http://schemas.microsoft.com/office/drawing/2014/main" id="{843275DA-F7E8-41C6-16EE-7BA3B033FB2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542105" y="1800909"/>
                  <a:ext cx="22168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52" name="잉크 151">
                  <a:extLst>
                    <a:ext uri="{FF2B5EF4-FFF2-40B4-BE49-F238E27FC236}">
                      <a16:creationId xmlns:a16="http://schemas.microsoft.com/office/drawing/2014/main" id="{20021593-57E7-1E5B-C498-1B806DB62C41}"/>
                    </a:ext>
                  </a:extLst>
                </p14:cNvPr>
                <p14:cNvContentPartPr/>
                <p14:nvPr/>
              </p14:nvContentPartPr>
              <p14:xfrm>
                <a:off x="7352545" y="1606869"/>
                <a:ext cx="295560" cy="527400"/>
              </p14:xfrm>
            </p:contentPart>
          </mc:Choice>
          <mc:Fallback xmlns="">
            <p:pic>
              <p:nvPicPr>
                <p:cNvPr id="152" name="잉크 151">
                  <a:extLst>
                    <a:ext uri="{FF2B5EF4-FFF2-40B4-BE49-F238E27FC236}">
                      <a16:creationId xmlns:a16="http://schemas.microsoft.com/office/drawing/2014/main" id="{20021593-57E7-1E5B-C498-1B806DB62C4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343545" y="1597869"/>
                  <a:ext cx="313200" cy="54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53" name="잉크 152">
                  <a:extLst>
                    <a:ext uri="{FF2B5EF4-FFF2-40B4-BE49-F238E27FC236}">
                      <a16:creationId xmlns:a16="http://schemas.microsoft.com/office/drawing/2014/main" id="{FAED731E-44EC-3395-2859-9D49A64272AD}"/>
                    </a:ext>
                  </a:extLst>
                </p14:cNvPr>
                <p14:cNvContentPartPr/>
                <p14:nvPr/>
              </p14:nvContentPartPr>
              <p14:xfrm>
                <a:off x="7540105" y="1717749"/>
                <a:ext cx="200160" cy="474480"/>
              </p14:xfrm>
            </p:contentPart>
          </mc:Choice>
          <mc:Fallback xmlns="">
            <p:pic>
              <p:nvPicPr>
                <p:cNvPr id="153" name="잉크 152">
                  <a:extLst>
                    <a:ext uri="{FF2B5EF4-FFF2-40B4-BE49-F238E27FC236}">
                      <a16:creationId xmlns:a16="http://schemas.microsoft.com/office/drawing/2014/main" id="{FAED731E-44EC-3395-2859-9D49A64272A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531105" y="1709109"/>
                  <a:ext cx="217800" cy="49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55" name="잉크 154">
                  <a:extLst>
                    <a:ext uri="{FF2B5EF4-FFF2-40B4-BE49-F238E27FC236}">
                      <a16:creationId xmlns:a16="http://schemas.microsoft.com/office/drawing/2014/main" id="{D53A8F34-B7E5-37C9-93BE-B208F6DFB188}"/>
                    </a:ext>
                  </a:extLst>
                </p14:cNvPr>
                <p14:cNvContentPartPr/>
                <p14:nvPr/>
              </p14:nvContentPartPr>
              <p14:xfrm>
                <a:off x="2675785" y="3287349"/>
                <a:ext cx="725040" cy="666720"/>
              </p14:xfrm>
            </p:contentPart>
          </mc:Choice>
          <mc:Fallback xmlns="">
            <p:pic>
              <p:nvPicPr>
                <p:cNvPr id="155" name="잉크 154">
                  <a:extLst>
                    <a:ext uri="{FF2B5EF4-FFF2-40B4-BE49-F238E27FC236}">
                      <a16:creationId xmlns:a16="http://schemas.microsoft.com/office/drawing/2014/main" id="{D53A8F34-B7E5-37C9-93BE-B208F6DFB188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667145" y="3278709"/>
                  <a:ext cx="742680" cy="68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56" name="잉크 155">
                  <a:extLst>
                    <a:ext uri="{FF2B5EF4-FFF2-40B4-BE49-F238E27FC236}">
                      <a16:creationId xmlns:a16="http://schemas.microsoft.com/office/drawing/2014/main" id="{8F30A175-5612-D27E-CF6D-C2EC85890AAA}"/>
                    </a:ext>
                  </a:extLst>
                </p14:cNvPr>
                <p14:cNvContentPartPr/>
                <p14:nvPr/>
              </p14:nvContentPartPr>
              <p14:xfrm>
                <a:off x="1642585" y="3860469"/>
                <a:ext cx="1230120" cy="921600"/>
              </p14:xfrm>
            </p:contentPart>
          </mc:Choice>
          <mc:Fallback xmlns="">
            <p:pic>
              <p:nvPicPr>
                <p:cNvPr id="156" name="잉크 155">
                  <a:extLst>
                    <a:ext uri="{FF2B5EF4-FFF2-40B4-BE49-F238E27FC236}">
                      <a16:creationId xmlns:a16="http://schemas.microsoft.com/office/drawing/2014/main" id="{8F30A175-5612-D27E-CF6D-C2EC85890AA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633945" y="3851829"/>
                  <a:ext cx="1247760" cy="9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57" name="잉크 156">
                  <a:extLst>
                    <a:ext uri="{FF2B5EF4-FFF2-40B4-BE49-F238E27FC236}">
                      <a16:creationId xmlns:a16="http://schemas.microsoft.com/office/drawing/2014/main" id="{AA88F57A-9D31-A253-49FE-6BCC3F0B1527}"/>
                    </a:ext>
                  </a:extLst>
                </p14:cNvPr>
                <p14:cNvContentPartPr/>
                <p14:nvPr/>
              </p14:nvContentPartPr>
              <p14:xfrm>
                <a:off x="1410745" y="4433589"/>
                <a:ext cx="495360" cy="390960"/>
              </p14:xfrm>
            </p:contentPart>
          </mc:Choice>
          <mc:Fallback xmlns="">
            <p:pic>
              <p:nvPicPr>
                <p:cNvPr id="157" name="잉크 156">
                  <a:extLst>
                    <a:ext uri="{FF2B5EF4-FFF2-40B4-BE49-F238E27FC236}">
                      <a16:creationId xmlns:a16="http://schemas.microsoft.com/office/drawing/2014/main" id="{AA88F57A-9D31-A253-49FE-6BCC3F0B1527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402105" y="4424589"/>
                  <a:ext cx="51300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58" name="잉크 157">
                  <a:extLst>
                    <a:ext uri="{FF2B5EF4-FFF2-40B4-BE49-F238E27FC236}">
                      <a16:creationId xmlns:a16="http://schemas.microsoft.com/office/drawing/2014/main" id="{96E1EF46-E36A-982A-C85C-A1432DC08060}"/>
                    </a:ext>
                  </a:extLst>
                </p14:cNvPr>
                <p14:cNvContentPartPr/>
                <p14:nvPr/>
              </p14:nvContentPartPr>
              <p14:xfrm>
                <a:off x="754825" y="5283189"/>
                <a:ext cx="752760" cy="647640"/>
              </p14:xfrm>
            </p:contentPart>
          </mc:Choice>
          <mc:Fallback xmlns="">
            <p:pic>
              <p:nvPicPr>
                <p:cNvPr id="158" name="잉크 157">
                  <a:extLst>
                    <a:ext uri="{FF2B5EF4-FFF2-40B4-BE49-F238E27FC236}">
                      <a16:creationId xmlns:a16="http://schemas.microsoft.com/office/drawing/2014/main" id="{96E1EF46-E36A-982A-C85C-A1432DC08060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46185" y="5274549"/>
                  <a:ext cx="770400" cy="66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59" name="잉크 158">
                  <a:extLst>
                    <a:ext uri="{FF2B5EF4-FFF2-40B4-BE49-F238E27FC236}">
                      <a16:creationId xmlns:a16="http://schemas.microsoft.com/office/drawing/2014/main" id="{BE04409C-F9CC-A31C-7E58-9969CEEB90CA}"/>
                    </a:ext>
                  </a:extLst>
                </p14:cNvPr>
                <p14:cNvContentPartPr/>
                <p14:nvPr/>
              </p14:nvContentPartPr>
              <p14:xfrm>
                <a:off x="1015105" y="5440149"/>
                <a:ext cx="232560" cy="225000"/>
              </p14:xfrm>
            </p:contentPart>
          </mc:Choice>
          <mc:Fallback xmlns="">
            <p:pic>
              <p:nvPicPr>
                <p:cNvPr id="159" name="잉크 158">
                  <a:extLst>
                    <a:ext uri="{FF2B5EF4-FFF2-40B4-BE49-F238E27FC236}">
                      <a16:creationId xmlns:a16="http://schemas.microsoft.com/office/drawing/2014/main" id="{BE04409C-F9CC-A31C-7E58-9969CEEB90CA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06465" y="5431509"/>
                  <a:ext cx="25020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60" name="잉크 159">
                  <a:extLst>
                    <a:ext uri="{FF2B5EF4-FFF2-40B4-BE49-F238E27FC236}">
                      <a16:creationId xmlns:a16="http://schemas.microsoft.com/office/drawing/2014/main" id="{2E0421BD-024E-747E-D001-63CCDCAEF6EB}"/>
                    </a:ext>
                  </a:extLst>
                </p14:cNvPr>
                <p14:cNvContentPartPr/>
                <p14:nvPr/>
              </p14:nvContentPartPr>
              <p14:xfrm>
                <a:off x="1191145" y="5467869"/>
                <a:ext cx="38880" cy="371520"/>
              </p14:xfrm>
            </p:contentPart>
          </mc:Choice>
          <mc:Fallback xmlns="">
            <p:pic>
              <p:nvPicPr>
                <p:cNvPr id="160" name="잉크 159">
                  <a:extLst>
                    <a:ext uri="{FF2B5EF4-FFF2-40B4-BE49-F238E27FC236}">
                      <a16:creationId xmlns:a16="http://schemas.microsoft.com/office/drawing/2014/main" id="{2E0421BD-024E-747E-D001-63CCDCAEF6EB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182145" y="5458869"/>
                  <a:ext cx="5652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61" name="잉크 160">
                  <a:extLst>
                    <a:ext uri="{FF2B5EF4-FFF2-40B4-BE49-F238E27FC236}">
                      <a16:creationId xmlns:a16="http://schemas.microsoft.com/office/drawing/2014/main" id="{7801D3A1-07E5-70B8-A907-F70D514482A8}"/>
                    </a:ext>
                  </a:extLst>
                </p14:cNvPr>
                <p14:cNvContentPartPr/>
                <p14:nvPr/>
              </p14:nvContentPartPr>
              <p14:xfrm>
                <a:off x="-37175" y="5051709"/>
                <a:ext cx="2643480" cy="2234880"/>
              </p14:xfrm>
            </p:contentPart>
          </mc:Choice>
          <mc:Fallback xmlns="">
            <p:pic>
              <p:nvPicPr>
                <p:cNvPr id="161" name="잉크 160">
                  <a:extLst>
                    <a:ext uri="{FF2B5EF4-FFF2-40B4-BE49-F238E27FC236}">
                      <a16:creationId xmlns:a16="http://schemas.microsoft.com/office/drawing/2014/main" id="{7801D3A1-07E5-70B8-A907-F70D514482A8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-45815" y="5042709"/>
                  <a:ext cx="2661120" cy="225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63" name="잉크 162">
                  <a:extLst>
                    <a:ext uri="{FF2B5EF4-FFF2-40B4-BE49-F238E27FC236}">
                      <a16:creationId xmlns:a16="http://schemas.microsoft.com/office/drawing/2014/main" id="{AF110292-2C98-DD1F-2458-08BF2FB501F9}"/>
                    </a:ext>
                  </a:extLst>
                </p14:cNvPr>
                <p14:cNvContentPartPr/>
                <p14:nvPr/>
              </p14:nvContentPartPr>
              <p14:xfrm>
                <a:off x="209425" y="4442444"/>
                <a:ext cx="357480" cy="417240"/>
              </p14:xfrm>
            </p:contentPart>
          </mc:Choice>
          <mc:Fallback xmlns="">
            <p:pic>
              <p:nvPicPr>
                <p:cNvPr id="163" name="잉크 162">
                  <a:extLst>
                    <a:ext uri="{FF2B5EF4-FFF2-40B4-BE49-F238E27FC236}">
                      <a16:creationId xmlns:a16="http://schemas.microsoft.com/office/drawing/2014/main" id="{AF110292-2C98-DD1F-2458-08BF2FB501F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00425" y="4433804"/>
                  <a:ext cx="375120" cy="43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64" name="잉크 163">
                  <a:extLst>
                    <a:ext uri="{FF2B5EF4-FFF2-40B4-BE49-F238E27FC236}">
                      <a16:creationId xmlns:a16="http://schemas.microsoft.com/office/drawing/2014/main" id="{5EE1EFD9-CFCA-5125-D788-C1F13A1512BF}"/>
                    </a:ext>
                  </a:extLst>
                </p14:cNvPr>
                <p14:cNvContentPartPr/>
                <p14:nvPr/>
              </p14:nvContentPartPr>
              <p14:xfrm>
                <a:off x="434065" y="4774724"/>
                <a:ext cx="81360" cy="183600"/>
              </p14:xfrm>
            </p:contentPart>
          </mc:Choice>
          <mc:Fallback xmlns="">
            <p:pic>
              <p:nvPicPr>
                <p:cNvPr id="164" name="잉크 163">
                  <a:extLst>
                    <a:ext uri="{FF2B5EF4-FFF2-40B4-BE49-F238E27FC236}">
                      <a16:creationId xmlns:a16="http://schemas.microsoft.com/office/drawing/2014/main" id="{5EE1EFD9-CFCA-5125-D788-C1F13A1512BF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25065" y="4766084"/>
                  <a:ext cx="990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66" name="잉크 165">
                  <a:extLst>
                    <a:ext uri="{FF2B5EF4-FFF2-40B4-BE49-F238E27FC236}">
                      <a16:creationId xmlns:a16="http://schemas.microsoft.com/office/drawing/2014/main" id="{92EBE569-7C9F-5856-49FB-DB65AAE3D4DF}"/>
                    </a:ext>
                  </a:extLst>
                </p14:cNvPr>
                <p14:cNvContentPartPr/>
                <p14:nvPr/>
              </p14:nvContentPartPr>
              <p14:xfrm>
                <a:off x="589945" y="4469804"/>
                <a:ext cx="324720" cy="324720"/>
              </p14:xfrm>
            </p:contentPart>
          </mc:Choice>
          <mc:Fallback xmlns="">
            <p:pic>
              <p:nvPicPr>
                <p:cNvPr id="166" name="잉크 165">
                  <a:extLst>
                    <a:ext uri="{FF2B5EF4-FFF2-40B4-BE49-F238E27FC236}">
                      <a16:creationId xmlns:a16="http://schemas.microsoft.com/office/drawing/2014/main" id="{92EBE569-7C9F-5856-49FB-DB65AAE3D4DF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80945" y="4460804"/>
                  <a:ext cx="34236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67" name="잉크 166">
                  <a:extLst>
                    <a:ext uri="{FF2B5EF4-FFF2-40B4-BE49-F238E27FC236}">
                      <a16:creationId xmlns:a16="http://schemas.microsoft.com/office/drawing/2014/main" id="{7E43E54F-336E-B8CC-B62A-009B6C9BCEFF}"/>
                    </a:ext>
                  </a:extLst>
                </p14:cNvPr>
                <p14:cNvContentPartPr/>
                <p14:nvPr/>
              </p14:nvContentPartPr>
              <p14:xfrm>
                <a:off x="683185" y="4686164"/>
                <a:ext cx="123120" cy="15480"/>
              </p14:xfrm>
            </p:contentPart>
          </mc:Choice>
          <mc:Fallback xmlns="">
            <p:pic>
              <p:nvPicPr>
                <p:cNvPr id="167" name="잉크 166">
                  <a:extLst>
                    <a:ext uri="{FF2B5EF4-FFF2-40B4-BE49-F238E27FC236}">
                      <a16:creationId xmlns:a16="http://schemas.microsoft.com/office/drawing/2014/main" id="{7E43E54F-336E-B8CC-B62A-009B6C9BCEF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74185" y="4677524"/>
                  <a:ext cx="1407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68" name="잉크 167">
                  <a:extLst>
                    <a:ext uri="{FF2B5EF4-FFF2-40B4-BE49-F238E27FC236}">
                      <a16:creationId xmlns:a16="http://schemas.microsoft.com/office/drawing/2014/main" id="{2314B6B8-2753-53DC-993D-7C2DF4D911D4}"/>
                    </a:ext>
                  </a:extLst>
                </p14:cNvPr>
                <p14:cNvContentPartPr/>
                <p14:nvPr/>
              </p14:nvContentPartPr>
              <p14:xfrm>
                <a:off x="736465" y="4719644"/>
                <a:ext cx="48600" cy="171000"/>
              </p14:xfrm>
            </p:contentPart>
          </mc:Choice>
          <mc:Fallback xmlns="">
            <p:pic>
              <p:nvPicPr>
                <p:cNvPr id="168" name="잉크 167">
                  <a:extLst>
                    <a:ext uri="{FF2B5EF4-FFF2-40B4-BE49-F238E27FC236}">
                      <a16:creationId xmlns:a16="http://schemas.microsoft.com/office/drawing/2014/main" id="{2314B6B8-2753-53DC-993D-7C2DF4D911D4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27825" y="4711004"/>
                  <a:ext cx="6624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07" name="잉크 106">
                  <a:extLst>
                    <a:ext uri="{FF2B5EF4-FFF2-40B4-BE49-F238E27FC236}">
                      <a16:creationId xmlns:a16="http://schemas.microsoft.com/office/drawing/2014/main" id="{6728ED00-B4FA-8D1A-DA72-5455D6F739A5}"/>
                    </a:ext>
                  </a:extLst>
                </p14:cNvPr>
                <p14:cNvContentPartPr/>
                <p14:nvPr/>
              </p14:nvContentPartPr>
              <p14:xfrm>
                <a:off x="2957999" y="644079"/>
                <a:ext cx="203400" cy="484920"/>
              </p14:xfrm>
            </p:contentPart>
          </mc:Choice>
          <mc:Fallback xmlns="">
            <p:pic>
              <p:nvPicPr>
                <p:cNvPr id="107" name="잉크 106">
                  <a:extLst>
                    <a:ext uri="{FF2B5EF4-FFF2-40B4-BE49-F238E27FC236}">
                      <a16:creationId xmlns:a16="http://schemas.microsoft.com/office/drawing/2014/main" id="{6728ED00-B4FA-8D1A-DA72-5455D6F739A5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948999" y="635439"/>
                  <a:ext cx="221040" cy="50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08" name="잉크 107">
                  <a:extLst>
                    <a:ext uri="{FF2B5EF4-FFF2-40B4-BE49-F238E27FC236}">
                      <a16:creationId xmlns:a16="http://schemas.microsoft.com/office/drawing/2014/main" id="{C39AE039-CC78-02E6-6ED3-D66E899D0446}"/>
                    </a:ext>
                  </a:extLst>
                </p14:cNvPr>
                <p14:cNvContentPartPr/>
                <p14:nvPr/>
              </p14:nvContentPartPr>
              <p14:xfrm>
                <a:off x="3055919" y="858999"/>
                <a:ext cx="97920" cy="140760"/>
              </p14:xfrm>
            </p:contentPart>
          </mc:Choice>
          <mc:Fallback xmlns="">
            <p:pic>
              <p:nvPicPr>
                <p:cNvPr id="108" name="잉크 107">
                  <a:extLst>
                    <a:ext uri="{FF2B5EF4-FFF2-40B4-BE49-F238E27FC236}">
                      <a16:creationId xmlns:a16="http://schemas.microsoft.com/office/drawing/2014/main" id="{C39AE039-CC78-02E6-6ED3-D66E899D0446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047279" y="849999"/>
                  <a:ext cx="11556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09" name="잉크 108">
                  <a:extLst>
                    <a:ext uri="{FF2B5EF4-FFF2-40B4-BE49-F238E27FC236}">
                      <a16:creationId xmlns:a16="http://schemas.microsoft.com/office/drawing/2014/main" id="{C64167E3-6346-644D-0D3C-B1AF9D839054}"/>
                    </a:ext>
                  </a:extLst>
                </p14:cNvPr>
                <p14:cNvContentPartPr/>
                <p14:nvPr/>
              </p14:nvContentPartPr>
              <p14:xfrm>
                <a:off x="3338159" y="619599"/>
                <a:ext cx="43560" cy="440280"/>
              </p14:xfrm>
            </p:contentPart>
          </mc:Choice>
          <mc:Fallback xmlns="">
            <p:pic>
              <p:nvPicPr>
                <p:cNvPr id="109" name="잉크 108">
                  <a:extLst>
                    <a:ext uri="{FF2B5EF4-FFF2-40B4-BE49-F238E27FC236}">
                      <a16:creationId xmlns:a16="http://schemas.microsoft.com/office/drawing/2014/main" id="{C64167E3-6346-644D-0D3C-B1AF9D83905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329519" y="610959"/>
                  <a:ext cx="61200" cy="45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10" name="잉크 109">
                  <a:extLst>
                    <a:ext uri="{FF2B5EF4-FFF2-40B4-BE49-F238E27FC236}">
                      <a16:creationId xmlns:a16="http://schemas.microsoft.com/office/drawing/2014/main" id="{DD70891B-F316-62D5-70F6-C7EBCEBEB832}"/>
                    </a:ext>
                  </a:extLst>
                </p14:cNvPr>
                <p14:cNvContentPartPr/>
                <p14:nvPr/>
              </p14:nvContentPartPr>
              <p14:xfrm>
                <a:off x="3387479" y="656319"/>
                <a:ext cx="295920" cy="356760"/>
              </p14:xfrm>
            </p:contentPart>
          </mc:Choice>
          <mc:Fallback xmlns="">
            <p:pic>
              <p:nvPicPr>
                <p:cNvPr id="110" name="잉크 109">
                  <a:extLst>
                    <a:ext uri="{FF2B5EF4-FFF2-40B4-BE49-F238E27FC236}">
                      <a16:creationId xmlns:a16="http://schemas.microsoft.com/office/drawing/2014/main" id="{DD70891B-F316-62D5-70F6-C7EBCEBEB832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378479" y="647679"/>
                  <a:ext cx="31356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69" name="잉크 168">
                  <a:extLst>
                    <a:ext uri="{FF2B5EF4-FFF2-40B4-BE49-F238E27FC236}">
                      <a16:creationId xmlns:a16="http://schemas.microsoft.com/office/drawing/2014/main" id="{8F231778-4C38-010F-ED2E-BC292974D189}"/>
                    </a:ext>
                  </a:extLst>
                </p14:cNvPr>
                <p14:cNvContentPartPr/>
                <p14:nvPr/>
              </p14:nvContentPartPr>
              <p14:xfrm>
                <a:off x="3315145" y="737684"/>
                <a:ext cx="364320" cy="270000"/>
              </p14:xfrm>
            </p:contentPart>
          </mc:Choice>
          <mc:Fallback xmlns="">
            <p:pic>
              <p:nvPicPr>
                <p:cNvPr id="169" name="잉크 168">
                  <a:extLst>
                    <a:ext uri="{FF2B5EF4-FFF2-40B4-BE49-F238E27FC236}">
                      <a16:creationId xmlns:a16="http://schemas.microsoft.com/office/drawing/2014/main" id="{8F231778-4C38-010F-ED2E-BC292974D189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306505" y="728684"/>
                  <a:ext cx="38196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70" name="잉크 169">
                  <a:extLst>
                    <a:ext uri="{FF2B5EF4-FFF2-40B4-BE49-F238E27FC236}">
                      <a16:creationId xmlns:a16="http://schemas.microsoft.com/office/drawing/2014/main" id="{23DCD3B1-24EB-F7E0-178E-16EC4A3A2CD2}"/>
                    </a:ext>
                  </a:extLst>
                </p14:cNvPr>
                <p14:cNvContentPartPr/>
                <p14:nvPr/>
              </p14:nvContentPartPr>
              <p14:xfrm>
                <a:off x="3417385" y="831284"/>
                <a:ext cx="203400" cy="46080"/>
              </p14:xfrm>
            </p:contentPart>
          </mc:Choice>
          <mc:Fallback xmlns="">
            <p:pic>
              <p:nvPicPr>
                <p:cNvPr id="170" name="잉크 169">
                  <a:extLst>
                    <a:ext uri="{FF2B5EF4-FFF2-40B4-BE49-F238E27FC236}">
                      <a16:creationId xmlns:a16="http://schemas.microsoft.com/office/drawing/2014/main" id="{23DCD3B1-24EB-F7E0-178E-16EC4A3A2CD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408385" y="822644"/>
                  <a:ext cx="2210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71" name="잉크 170">
                  <a:extLst>
                    <a:ext uri="{FF2B5EF4-FFF2-40B4-BE49-F238E27FC236}">
                      <a16:creationId xmlns:a16="http://schemas.microsoft.com/office/drawing/2014/main" id="{550EE440-29BD-8595-BC73-10499B12BD02}"/>
                    </a:ext>
                  </a:extLst>
                </p14:cNvPr>
                <p14:cNvContentPartPr/>
                <p14:nvPr/>
              </p14:nvContentPartPr>
              <p14:xfrm>
                <a:off x="3483265" y="895724"/>
                <a:ext cx="36000" cy="166320"/>
              </p14:xfrm>
            </p:contentPart>
          </mc:Choice>
          <mc:Fallback xmlns="">
            <p:pic>
              <p:nvPicPr>
                <p:cNvPr id="171" name="잉크 170">
                  <a:extLst>
                    <a:ext uri="{FF2B5EF4-FFF2-40B4-BE49-F238E27FC236}">
                      <a16:creationId xmlns:a16="http://schemas.microsoft.com/office/drawing/2014/main" id="{550EE440-29BD-8595-BC73-10499B12BD02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474625" y="887084"/>
                  <a:ext cx="5364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80" name="잉크 179">
                  <a:extLst>
                    <a:ext uri="{FF2B5EF4-FFF2-40B4-BE49-F238E27FC236}">
                      <a16:creationId xmlns:a16="http://schemas.microsoft.com/office/drawing/2014/main" id="{E1EE337E-82C4-8A21-4622-1A90F3EB6594}"/>
                    </a:ext>
                  </a:extLst>
                </p14:cNvPr>
                <p14:cNvContentPartPr/>
                <p14:nvPr/>
              </p14:nvContentPartPr>
              <p14:xfrm>
                <a:off x="1142905" y="6188084"/>
                <a:ext cx="540000" cy="565560"/>
              </p14:xfrm>
            </p:contentPart>
          </mc:Choice>
          <mc:Fallback xmlns="">
            <p:pic>
              <p:nvPicPr>
                <p:cNvPr id="180" name="잉크 179">
                  <a:extLst>
                    <a:ext uri="{FF2B5EF4-FFF2-40B4-BE49-F238E27FC236}">
                      <a16:creationId xmlns:a16="http://schemas.microsoft.com/office/drawing/2014/main" id="{E1EE337E-82C4-8A21-4622-1A90F3EB6594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133905" y="6179084"/>
                  <a:ext cx="557640" cy="58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81" name="잉크 180">
                  <a:extLst>
                    <a:ext uri="{FF2B5EF4-FFF2-40B4-BE49-F238E27FC236}">
                      <a16:creationId xmlns:a16="http://schemas.microsoft.com/office/drawing/2014/main" id="{BDB9B8E5-CDC8-9BC5-0199-5D578DBECC7D}"/>
                    </a:ext>
                  </a:extLst>
                </p14:cNvPr>
                <p14:cNvContentPartPr/>
                <p14:nvPr/>
              </p14:nvContentPartPr>
              <p14:xfrm>
                <a:off x="1357465" y="6382124"/>
                <a:ext cx="360" cy="102960"/>
              </p14:xfrm>
            </p:contentPart>
          </mc:Choice>
          <mc:Fallback xmlns="">
            <p:pic>
              <p:nvPicPr>
                <p:cNvPr id="181" name="잉크 180">
                  <a:extLst>
                    <a:ext uri="{FF2B5EF4-FFF2-40B4-BE49-F238E27FC236}">
                      <a16:creationId xmlns:a16="http://schemas.microsoft.com/office/drawing/2014/main" id="{BDB9B8E5-CDC8-9BC5-0199-5D578DBECC7D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348825" y="6373484"/>
                  <a:ext cx="180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82" name="잉크 181">
                  <a:extLst>
                    <a:ext uri="{FF2B5EF4-FFF2-40B4-BE49-F238E27FC236}">
                      <a16:creationId xmlns:a16="http://schemas.microsoft.com/office/drawing/2014/main" id="{7B38FF58-C58B-884A-AD16-8B5464B39173}"/>
                    </a:ext>
                  </a:extLst>
                </p14:cNvPr>
                <p14:cNvContentPartPr/>
                <p14:nvPr/>
              </p14:nvContentPartPr>
              <p14:xfrm>
                <a:off x="1357465" y="6373124"/>
                <a:ext cx="140400" cy="250560"/>
              </p14:xfrm>
            </p:contentPart>
          </mc:Choice>
          <mc:Fallback xmlns="">
            <p:pic>
              <p:nvPicPr>
                <p:cNvPr id="182" name="잉크 181">
                  <a:extLst>
                    <a:ext uri="{FF2B5EF4-FFF2-40B4-BE49-F238E27FC236}">
                      <a16:creationId xmlns:a16="http://schemas.microsoft.com/office/drawing/2014/main" id="{7B38FF58-C58B-884A-AD16-8B5464B39173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348825" y="6364124"/>
                  <a:ext cx="15804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84" name="잉크 183">
                  <a:extLst>
                    <a:ext uri="{FF2B5EF4-FFF2-40B4-BE49-F238E27FC236}">
                      <a16:creationId xmlns:a16="http://schemas.microsoft.com/office/drawing/2014/main" id="{E7361782-1183-9C19-B644-252FA56CEBDC}"/>
                    </a:ext>
                  </a:extLst>
                </p14:cNvPr>
                <p14:cNvContentPartPr/>
                <p14:nvPr/>
              </p14:nvContentPartPr>
              <p14:xfrm>
                <a:off x="6465145" y="748124"/>
                <a:ext cx="360" cy="360"/>
              </p14:xfrm>
            </p:contentPart>
          </mc:Choice>
          <mc:Fallback xmlns="">
            <p:pic>
              <p:nvPicPr>
                <p:cNvPr id="184" name="잉크 183">
                  <a:extLst>
                    <a:ext uri="{FF2B5EF4-FFF2-40B4-BE49-F238E27FC236}">
                      <a16:creationId xmlns:a16="http://schemas.microsoft.com/office/drawing/2014/main" id="{E7361782-1183-9C19-B644-252FA56CEBDC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456505" y="739124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85" name="잉크 184">
                  <a:extLst>
                    <a:ext uri="{FF2B5EF4-FFF2-40B4-BE49-F238E27FC236}">
                      <a16:creationId xmlns:a16="http://schemas.microsoft.com/office/drawing/2014/main" id="{87E255C8-B9D7-0776-B1BF-743692A8B3A4}"/>
                    </a:ext>
                  </a:extLst>
                </p14:cNvPr>
                <p14:cNvContentPartPr/>
                <p14:nvPr/>
              </p14:nvContentPartPr>
              <p14:xfrm>
                <a:off x="6395305" y="738764"/>
                <a:ext cx="51840" cy="101520"/>
              </p14:xfrm>
            </p:contentPart>
          </mc:Choice>
          <mc:Fallback xmlns="">
            <p:pic>
              <p:nvPicPr>
                <p:cNvPr id="185" name="잉크 184">
                  <a:extLst>
                    <a:ext uri="{FF2B5EF4-FFF2-40B4-BE49-F238E27FC236}">
                      <a16:creationId xmlns:a16="http://schemas.microsoft.com/office/drawing/2014/main" id="{87E255C8-B9D7-0776-B1BF-743692A8B3A4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6386665" y="729764"/>
                  <a:ext cx="694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86" name="잉크 185">
                  <a:extLst>
                    <a:ext uri="{FF2B5EF4-FFF2-40B4-BE49-F238E27FC236}">
                      <a16:creationId xmlns:a16="http://schemas.microsoft.com/office/drawing/2014/main" id="{FB555DAE-BEAB-DDDB-9406-1772C2EEA602}"/>
                    </a:ext>
                  </a:extLst>
                </p14:cNvPr>
                <p14:cNvContentPartPr/>
                <p14:nvPr/>
              </p14:nvContentPartPr>
              <p14:xfrm>
                <a:off x="6456145" y="720044"/>
                <a:ext cx="137520" cy="139680"/>
              </p14:xfrm>
            </p:contentPart>
          </mc:Choice>
          <mc:Fallback xmlns="">
            <p:pic>
              <p:nvPicPr>
                <p:cNvPr id="186" name="잉크 185">
                  <a:extLst>
                    <a:ext uri="{FF2B5EF4-FFF2-40B4-BE49-F238E27FC236}">
                      <a16:creationId xmlns:a16="http://schemas.microsoft.com/office/drawing/2014/main" id="{FB555DAE-BEAB-DDDB-9406-1772C2EEA602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447145" y="711404"/>
                  <a:ext cx="15516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88" name="잉크 187">
                  <a:extLst>
                    <a:ext uri="{FF2B5EF4-FFF2-40B4-BE49-F238E27FC236}">
                      <a16:creationId xmlns:a16="http://schemas.microsoft.com/office/drawing/2014/main" id="{81D6010F-8365-2A05-88FD-65583F687841}"/>
                    </a:ext>
                  </a:extLst>
                </p14:cNvPr>
                <p14:cNvContentPartPr/>
                <p14:nvPr/>
              </p14:nvContentPartPr>
              <p14:xfrm>
                <a:off x="6250225" y="563084"/>
                <a:ext cx="67680" cy="96840"/>
              </p14:xfrm>
            </p:contentPart>
          </mc:Choice>
          <mc:Fallback xmlns="">
            <p:pic>
              <p:nvPicPr>
                <p:cNvPr id="188" name="잉크 187">
                  <a:extLst>
                    <a:ext uri="{FF2B5EF4-FFF2-40B4-BE49-F238E27FC236}">
                      <a16:creationId xmlns:a16="http://schemas.microsoft.com/office/drawing/2014/main" id="{81D6010F-8365-2A05-88FD-65583F687841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241225" y="554084"/>
                  <a:ext cx="8532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89" name="잉크 188">
                  <a:extLst>
                    <a:ext uri="{FF2B5EF4-FFF2-40B4-BE49-F238E27FC236}">
                      <a16:creationId xmlns:a16="http://schemas.microsoft.com/office/drawing/2014/main" id="{5302AC84-FC58-1F82-58EF-98B8AD612B90}"/>
                    </a:ext>
                  </a:extLst>
                </p14:cNvPr>
                <p14:cNvContentPartPr/>
                <p14:nvPr/>
              </p14:nvContentPartPr>
              <p14:xfrm>
                <a:off x="6275065" y="581444"/>
                <a:ext cx="61560" cy="200520"/>
              </p14:xfrm>
            </p:contentPart>
          </mc:Choice>
          <mc:Fallback xmlns="">
            <p:pic>
              <p:nvPicPr>
                <p:cNvPr id="189" name="잉크 188">
                  <a:extLst>
                    <a:ext uri="{FF2B5EF4-FFF2-40B4-BE49-F238E27FC236}">
                      <a16:creationId xmlns:a16="http://schemas.microsoft.com/office/drawing/2014/main" id="{5302AC84-FC58-1F82-58EF-98B8AD612B90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266065" y="572804"/>
                  <a:ext cx="7920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90" name="잉크 189">
                  <a:extLst>
                    <a:ext uri="{FF2B5EF4-FFF2-40B4-BE49-F238E27FC236}">
                      <a16:creationId xmlns:a16="http://schemas.microsoft.com/office/drawing/2014/main" id="{347023C9-23B3-93E2-2403-3D6BD107CA07}"/>
                    </a:ext>
                  </a:extLst>
                </p14:cNvPr>
                <p14:cNvContentPartPr/>
                <p14:nvPr/>
              </p14:nvContentPartPr>
              <p14:xfrm>
                <a:off x="6381985" y="637244"/>
                <a:ext cx="360" cy="101160"/>
              </p14:xfrm>
            </p:contentPart>
          </mc:Choice>
          <mc:Fallback xmlns="">
            <p:pic>
              <p:nvPicPr>
                <p:cNvPr id="190" name="잉크 189">
                  <a:extLst>
                    <a:ext uri="{FF2B5EF4-FFF2-40B4-BE49-F238E27FC236}">
                      <a16:creationId xmlns:a16="http://schemas.microsoft.com/office/drawing/2014/main" id="{347023C9-23B3-93E2-2403-3D6BD107CA07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6373345" y="628244"/>
                  <a:ext cx="1800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91" name="잉크 190">
                  <a:extLst>
                    <a:ext uri="{FF2B5EF4-FFF2-40B4-BE49-F238E27FC236}">
                      <a16:creationId xmlns:a16="http://schemas.microsoft.com/office/drawing/2014/main" id="{419B8C3E-32DB-5967-F9A7-3DD016D99CD0}"/>
                    </a:ext>
                  </a:extLst>
                </p14:cNvPr>
                <p14:cNvContentPartPr/>
                <p14:nvPr/>
              </p14:nvContentPartPr>
              <p14:xfrm>
                <a:off x="6021625" y="1062044"/>
                <a:ext cx="92880" cy="185400"/>
              </p14:xfrm>
            </p:contentPart>
          </mc:Choice>
          <mc:Fallback xmlns="">
            <p:pic>
              <p:nvPicPr>
                <p:cNvPr id="191" name="잉크 190">
                  <a:extLst>
                    <a:ext uri="{FF2B5EF4-FFF2-40B4-BE49-F238E27FC236}">
                      <a16:creationId xmlns:a16="http://schemas.microsoft.com/office/drawing/2014/main" id="{419B8C3E-32DB-5967-F9A7-3DD016D99CD0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012985" y="1053044"/>
                  <a:ext cx="11052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92" name="잉크 191">
                  <a:extLst>
                    <a:ext uri="{FF2B5EF4-FFF2-40B4-BE49-F238E27FC236}">
                      <a16:creationId xmlns:a16="http://schemas.microsoft.com/office/drawing/2014/main" id="{6016BDA1-16BF-1E4C-5EEB-94220DECF22D}"/>
                    </a:ext>
                  </a:extLst>
                </p14:cNvPr>
                <p14:cNvContentPartPr/>
                <p14:nvPr/>
              </p14:nvContentPartPr>
              <p14:xfrm>
                <a:off x="6096145" y="1098764"/>
                <a:ext cx="64440" cy="154080"/>
              </p14:xfrm>
            </p:contentPart>
          </mc:Choice>
          <mc:Fallback xmlns="">
            <p:pic>
              <p:nvPicPr>
                <p:cNvPr id="192" name="잉크 191">
                  <a:extLst>
                    <a:ext uri="{FF2B5EF4-FFF2-40B4-BE49-F238E27FC236}">
                      <a16:creationId xmlns:a16="http://schemas.microsoft.com/office/drawing/2014/main" id="{6016BDA1-16BF-1E4C-5EEB-94220DECF22D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087505" y="1090124"/>
                  <a:ext cx="820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93" name="잉크 192">
                  <a:extLst>
                    <a:ext uri="{FF2B5EF4-FFF2-40B4-BE49-F238E27FC236}">
                      <a16:creationId xmlns:a16="http://schemas.microsoft.com/office/drawing/2014/main" id="{EB66B025-AD75-EF0C-F182-641EB5825A29}"/>
                    </a:ext>
                  </a:extLst>
                </p14:cNvPr>
                <p14:cNvContentPartPr/>
                <p14:nvPr/>
              </p14:nvContentPartPr>
              <p14:xfrm>
                <a:off x="6718225" y="923444"/>
                <a:ext cx="70560" cy="217440"/>
              </p14:xfrm>
            </p:contentPart>
          </mc:Choice>
          <mc:Fallback xmlns="">
            <p:pic>
              <p:nvPicPr>
                <p:cNvPr id="193" name="잉크 192">
                  <a:extLst>
                    <a:ext uri="{FF2B5EF4-FFF2-40B4-BE49-F238E27FC236}">
                      <a16:creationId xmlns:a16="http://schemas.microsoft.com/office/drawing/2014/main" id="{EB66B025-AD75-EF0C-F182-641EB5825A29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709585" y="914444"/>
                  <a:ext cx="8820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94" name="잉크 193">
                  <a:extLst>
                    <a:ext uri="{FF2B5EF4-FFF2-40B4-BE49-F238E27FC236}">
                      <a16:creationId xmlns:a16="http://schemas.microsoft.com/office/drawing/2014/main" id="{B06BCA3E-34C7-DA3E-8EBE-626681DA851F}"/>
                    </a:ext>
                  </a:extLst>
                </p14:cNvPr>
                <p14:cNvContentPartPr/>
                <p14:nvPr/>
              </p14:nvContentPartPr>
              <p14:xfrm>
                <a:off x="6834505" y="904724"/>
                <a:ext cx="74520" cy="183960"/>
              </p14:xfrm>
            </p:contentPart>
          </mc:Choice>
          <mc:Fallback xmlns="">
            <p:pic>
              <p:nvPicPr>
                <p:cNvPr id="194" name="잉크 193">
                  <a:extLst>
                    <a:ext uri="{FF2B5EF4-FFF2-40B4-BE49-F238E27FC236}">
                      <a16:creationId xmlns:a16="http://schemas.microsoft.com/office/drawing/2014/main" id="{B06BCA3E-34C7-DA3E-8EBE-626681DA851F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825865" y="896084"/>
                  <a:ext cx="9216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95" name="잉크 194">
                  <a:extLst>
                    <a:ext uri="{FF2B5EF4-FFF2-40B4-BE49-F238E27FC236}">
                      <a16:creationId xmlns:a16="http://schemas.microsoft.com/office/drawing/2014/main" id="{53E9E4C9-FC9C-64DA-2329-B58946F89997}"/>
                    </a:ext>
                  </a:extLst>
                </p14:cNvPr>
                <p14:cNvContentPartPr/>
                <p14:nvPr/>
              </p14:nvContentPartPr>
              <p14:xfrm>
                <a:off x="6729385" y="1024964"/>
                <a:ext cx="13320" cy="125280"/>
              </p14:xfrm>
            </p:contentPart>
          </mc:Choice>
          <mc:Fallback xmlns="">
            <p:pic>
              <p:nvPicPr>
                <p:cNvPr id="195" name="잉크 194">
                  <a:extLst>
                    <a:ext uri="{FF2B5EF4-FFF2-40B4-BE49-F238E27FC236}">
                      <a16:creationId xmlns:a16="http://schemas.microsoft.com/office/drawing/2014/main" id="{53E9E4C9-FC9C-64DA-2329-B58946F89997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720745" y="1015964"/>
                  <a:ext cx="3096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97" name="잉크 196">
                  <a:extLst>
                    <a:ext uri="{FF2B5EF4-FFF2-40B4-BE49-F238E27FC236}">
                      <a16:creationId xmlns:a16="http://schemas.microsoft.com/office/drawing/2014/main" id="{4298F6E8-3ABC-78AF-3992-AA3856A3950C}"/>
                    </a:ext>
                  </a:extLst>
                </p14:cNvPr>
                <p14:cNvContentPartPr/>
                <p14:nvPr/>
              </p14:nvContentPartPr>
              <p14:xfrm>
                <a:off x="6284065" y="572444"/>
                <a:ext cx="98280" cy="122400"/>
              </p14:xfrm>
            </p:contentPart>
          </mc:Choice>
          <mc:Fallback xmlns="">
            <p:pic>
              <p:nvPicPr>
                <p:cNvPr id="197" name="잉크 196">
                  <a:extLst>
                    <a:ext uri="{FF2B5EF4-FFF2-40B4-BE49-F238E27FC236}">
                      <a16:creationId xmlns:a16="http://schemas.microsoft.com/office/drawing/2014/main" id="{4298F6E8-3ABC-78AF-3992-AA3856A3950C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275425" y="563804"/>
                  <a:ext cx="1159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98" name="잉크 197">
                  <a:extLst>
                    <a:ext uri="{FF2B5EF4-FFF2-40B4-BE49-F238E27FC236}">
                      <a16:creationId xmlns:a16="http://schemas.microsoft.com/office/drawing/2014/main" id="{48CE1109-F18B-3960-A79F-DAA67C712872}"/>
                    </a:ext>
                  </a:extLst>
                </p14:cNvPr>
                <p14:cNvContentPartPr/>
                <p14:nvPr/>
              </p14:nvContentPartPr>
              <p14:xfrm>
                <a:off x="6216385" y="581444"/>
                <a:ext cx="37080" cy="73800"/>
              </p14:xfrm>
            </p:contentPart>
          </mc:Choice>
          <mc:Fallback xmlns="">
            <p:pic>
              <p:nvPicPr>
                <p:cNvPr id="198" name="잉크 197">
                  <a:extLst>
                    <a:ext uri="{FF2B5EF4-FFF2-40B4-BE49-F238E27FC236}">
                      <a16:creationId xmlns:a16="http://schemas.microsoft.com/office/drawing/2014/main" id="{48CE1109-F18B-3960-A79F-DAA67C712872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207385" y="572804"/>
                  <a:ext cx="5472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99" name="잉크 198">
                  <a:extLst>
                    <a:ext uri="{FF2B5EF4-FFF2-40B4-BE49-F238E27FC236}">
                      <a16:creationId xmlns:a16="http://schemas.microsoft.com/office/drawing/2014/main" id="{18C074FA-BB60-E148-1361-1219F2279C27}"/>
                    </a:ext>
                  </a:extLst>
                </p14:cNvPr>
                <p14:cNvContentPartPr/>
                <p14:nvPr/>
              </p14:nvContentPartPr>
              <p14:xfrm>
                <a:off x="6335905" y="554084"/>
                <a:ext cx="360" cy="91800"/>
              </p14:xfrm>
            </p:contentPart>
          </mc:Choice>
          <mc:Fallback xmlns="">
            <p:pic>
              <p:nvPicPr>
                <p:cNvPr id="199" name="잉크 198">
                  <a:extLst>
                    <a:ext uri="{FF2B5EF4-FFF2-40B4-BE49-F238E27FC236}">
                      <a16:creationId xmlns:a16="http://schemas.microsoft.com/office/drawing/2014/main" id="{18C074FA-BB60-E148-1361-1219F2279C27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6327265" y="545084"/>
                  <a:ext cx="180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00" name="잉크 199">
                  <a:extLst>
                    <a:ext uri="{FF2B5EF4-FFF2-40B4-BE49-F238E27FC236}">
                      <a16:creationId xmlns:a16="http://schemas.microsoft.com/office/drawing/2014/main" id="{40058B77-B1D8-3ECB-AF01-FB9745B79FA7}"/>
                    </a:ext>
                  </a:extLst>
                </p14:cNvPr>
                <p14:cNvContentPartPr/>
                <p14:nvPr/>
              </p14:nvContentPartPr>
              <p14:xfrm>
                <a:off x="6391705" y="581444"/>
                <a:ext cx="27720" cy="120240"/>
              </p14:xfrm>
            </p:contentPart>
          </mc:Choice>
          <mc:Fallback xmlns="">
            <p:pic>
              <p:nvPicPr>
                <p:cNvPr id="200" name="잉크 199">
                  <a:extLst>
                    <a:ext uri="{FF2B5EF4-FFF2-40B4-BE49-F238E27FC236}">
                      <a16:creationId xmlns:a16="http://schemas.microsoft.com/office/drawing/2014/main" id="{40058B77-B1D8-3ECB-AF01-FB9745B79FA7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6383065" y="572804"/>
                  <a:ext cx="4536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01" name="잉크 200">
                  <a:extLst>
                    <a:ext uri="{FF2B5EF4-FFF2-40B4-BE49-F238E27FC236}">
                      <a16:creationId xmlns:a16="http://schemas.microsoft.com/office/drawing/2014/main" id="{25D7EA35-AD5A-3E3A-B6DC-D47329A90C70}"/>
                    </a:ext>
                  </a:extLst>
                </p14:cNvPr>
                <p14:cNvContentPartPr/>
                <p14:nvPr/>
              </p14:nvContentPartPr>
              <p14:xfrm>
                <a:off x="6123505" y="1108124"/>
                <a:ext cx="360" cy="91800"/>
              </p14:xfrm>
            </p:contentPart>
          </mc:Choice>
          <mc:Fallback xmlns="">
            <p:pic>
              <p:nvPicPr>
                <p:cNvPr id="201" name="잉크 200">
                  <a:extLst>
                    <a:ext uri="{FF2B5EF4-FFF2-40B4-BE49-F238E27FC236}">
                      <a16:creationId xmlns:a16="http://schemas.microsoft.com/office/drawing/2014/main" id="{25D7EA35-AD5A-3E3A-B6DC-D47329A90C70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6114505" y="1099124"/>
                  <a:ext cx="180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202" name="잉크 201">
                  <a:extLst>
                    <a:ext uri="{FF2B5EF4-FFF2-40B4-BE49-F238E27FC236}">
                      <a16:creationId xmlns:a16="http://schemas.microsoft.com/office/drawing/2014/main" id="{B9C1B431-3557-244D-C34A-643133E7173A}"/>
                    </a:ext>
                  </a:extLst>
                </p14:cNvPr>
                <p14:cNvContentPartPr/>
                <p14:nvPr/>
              </p14:nvContentPartPr>
              <p14:xfrm>
                <a:off x="6206665" y="1108124"/>
                <a:ext cx="28440" cy="148320"/>
              </p14:xfrm>
            </p:contentPart>
          </mc:Choice>
          <mc:Fallback xmlns="">
            <p:pic>
              <p:nvPicPr>
                <p:cNvPr id="202" name="잉크 201">
                  <a:extLst>
                    <a:ext uri="{FF2B5EF4-FFF2-40B4-BE49-F238E27FC236}">
                      <a16:creationId xmlns:a16="http://schemas.microsoft.com/office/drawing/2014/main" id="{B9C1B431-3557-244D-C34A-643133E7173A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6197665" y="1099124"/>
                  <a:ext cx="4608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203" name="잉크 202">
                  <a:extLst>
                    <a:ext uri="{FF2B5EF4-FFF2-40B4-BE49-F238E27FC236}">
                      <a16:creationId xmlns:a16="http://schemas.microsoft.com/office/drawing/2014/main" id="{DB65A997-8546-536D-71BA-847F6C413063}"/>
                    </a:ext>
                  </a:extLst>
                </p14:cNvPr>
                <p14:cNvContentPartPr/>
                <p14:nvPr/>
              </p14:nvContentPartPr>
              <p14:xfrm>
                <a:off x="6167785" y="1144844"/>
                <a:ext cx="29880" cy="105840"/>
              </p14:xfrm>
            </p:contentPart>
          </mc:Choice>
          <mc:Fallback xmlns="">
            <p:pic>
              <p:nvPicPr>
                <p:cNvPr id="203" name="잉크 202">
                  <a:extLst>
                    <a:ext uri="{FF2B5EF4-FFF2-40B4-BE49-F238E27FC236}">
                      <a16:creationId xmlns:a16="http://schemas.microsoft.com/office/drawing/2014/main" id="{DB65A997-8546-536D-71BA-847F6C413063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6159145" y="1136204"/>
                  <a:ext cx="4752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204" name="잉크 203">
                  <a:extLst>
                    <a:ext uri="{FF2B5EF4-FFF2-40B4-BE49-F238E27FC236}">
                      <a16:creationId xmlns:a16="http://schemas.microsoft.com/office/drawing/2014/main" id="{8C185C34-8260-D0EE-C8F5-17EDB4AE902C}"/>
                    </a:ext>
                  </a:extLst>
                </p14:cNvPr>
                <p14:cNvContentPartPr/>
                <p14:nvPr/>
              </p14:nvContentPartPr>
              <p14:xfrm>
                <a:off x="6216385" y="683324"/>
                <a:ext cx="468000" cy="405360"/>
              </p14:xfrm>
            </p:contentPart>
          </mc:Choice>
          <mc:Fallback xmlns="">
            <p:pic>
              <p:nvPicPr>
                <p:cNvPr id="204" name="잉크 203">
                  <a:extLst>
                    <a:ext uri="{FF2B5EF4-FFF2-40B4-BE49-F238E27FC236}">
                      <a16:creationId xmlns:a16="http://schemas.microsoft.com/office/drawing/2014/main" id="{8C185C34-8260-D0EE-C8F5-17EDB4AE902C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6207385" y="674324"/>
                  <a:ext cx="485640" cy="42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206" name="잉크 205">
                  <a:extLst>
                    <a:ext uri="{FF2B5EF4-FFF2-40B4-BE49-F238E27FC236}">
                      <a16:creationId xmlns:a16="http://schemas.microsoft.com/office/drawing/2014/main" id="{74BA8C61-E32E-86E5-5156-53814F3518C1}"/>
                    </a:ext>
                  </a:extLst>
                </p14:cNvPr>
                <p14:cNvContentPartPr/>
                <p14:nvPr/>
              </p14:nvContentPartPr>
              <p14:xfrm>
                <a:off x="4984465" y="483164"/>
                <a:ext cx="1416600" cy="394200"/>
              </p14:xfrm>
            </p:contentPart>
          </mc:Choice>
          <mc:Fallback xmlns="">
            <p:pic>
              <p:nvPicPr>
                <p:cNvPr id="206" name="잉크 205">
                  <a:extLst>
                    <a:ext uri="{FF2B5EF4-FFF2-40B4-BE49-F238E27FC236}">
                      <a16:creationId xmlns:a16="http://schemas.microsoft.com/office/drawing/2014/main" id="{74BA8C61-E32E-86E5-5156-53814F3518C1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4975825" y="474524"/>
                  <a:ext cx="143424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207" name="잉크 206">
                  <a:extLst>
                    <a:ext uri="{FF2B5EF4-FFF2-40B4-BE49-F238E27FC236}">
                      <a16:creationId xmlns:a16="http://schemas.microsoft.com/office/drawing/2014/main" id="{38292483-BBB7-B053-6D54-566BCE038C82}"/>
                    </a:ext>
                  </a:extLst>
                </p14:cNvPr>
                <p14:cNvContentPartPr/>
                <p14:nvPr/>
              </p14:nvContentPartPr>
              <p14:xfrm>
                <a:off x="4948825" y="396764"/>
                <a:ext cx="89640" cy="207360"/>
              </p14:xfrm>
            </p:contentPart>
          </mc:Choice>
          <mc:Fallback xmlns="">
            <p:pic>
              <p:nvPicPr>
                <p:cNvPr id="207" name="잉크 206">
                  <a:extLst>
                    <a:ext uri="{FF2B5EF4-FFF2-40B4-BE49-F238E27FC236}">
                      <a16:creationId xmlns:a16="http://schemas.microsoft.com/office/drawing/2014/main" id="{38292483-BBB7-B053-6D54-566BCE038C82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4940185" y="388124"/>
                  <a:ext cx="10728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209" name="잉크 208">
                  <a:extLst>
                    <a:ext uri="{FF2B5EF4-FFF2-40B4-BE49-F238E27FC236}">
                      <a16:creationId xmlns:a16="http://schemas.microsoft.com/office/drawing/2014/main" id="{FD04790B-2E59-A5FA-B061-72A70B0399C0}"/>
                    </a:ext>
                  </a:extLst>
                </p14:cNvPr>
                <p14:cNvContentPartPr/>
                <p14:nvPr/>
              </p14:nvContentPartPr>
              <p14:xfrm>
                <a:off x="4303345" y="424844"/>
                <a:ext cx="190440" cy="126000"/>
              </p14:xfrm>
            </p:contentPart>
          </mc:Choice>
          <mc:Fallback xmlns="">
            <p:pic>
              <p:nvPicPr>
                <p:cNvPr id="209" name="잉크 208">
                  <a:extLst>
                    <a:ext uri="{FF2B5EF4-FFF2-40B4-BE49-F238E27FC236}">
                      <a16:creationId xmlns:a16="http://schemas.microsoft.com/office/drawing/2014/main" id="{FD04790B-2E59-A5FA-B061-72A70B0399C0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4294345" y="415844"/>
                  <a:ext cx="2080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210" name="잉크 209">
                  <a:extLst>
                    <a:ext uri="{FF2B5EF4-FFF2-40B4-BE49-F238E27FC236}">
                      <a16:creationId xmlns:a16="http://schemas.microsoft.com/office/drawing/2014/main" id="{BFD0DC9F-0C8A-B1FA-5F7D-E4AA26AC8B77}"/>
                    </a:ext>
                  </a:extLst>
                </p14:cNvPr>
                <p14:cNvContentPartPr/>
                <p14:nvPr/>
              </p14:nvContentPartPr>
              <p14:xfrm>
                <a:off x="4504225" y="451844"/>
                <a:ext cx="83520" cy="104040"/>
              </p14:xfrm>
            </p:contentPart>
          </mc:Choice>
          <mc:Fallback xmlns="">
            <p:pic>
              <p:nvPicPr>
                <p:cNvPr id="210" name="잉크 209">
                  <a:extLst>
                    <a:ext uri="{FF2B5EF4-FFF2-40B4-BE49-F238E27FC236}">
                      <a16:creationId xmlns:a16="http://schemas.microsoft.com/office/drawing/2014/main" id="{BFD0DC9F-0C8A-B1FA-5F7D-E4AA26AC8B77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4495225" y="443204"/>
                  <a:ext cx="10116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211" name="잉크 210">
                  <a:extLst>
                    <a:ext uri="{FF2B5EF4-FFF2-40B4-BE49-F238E27FC236}">
                      <a16:creationId xmlns:a16="http://schemas.microsoft.com/office/drawing/2014/main" id="{5BE8E288-DDB9-8964-0D73-A81CE29C5BA2}"/>
                    </a:ext>
                  </a:extLst>
                </p14:cNvPr>
                <p14:cNvContentPartPr/>
                <p14:nvPr/>
              </p14:nvContentPartPr>
              <p14:xfrm>
                <a:off x="4608625" y="406484"/>
                <a:ext cx="360" cy="360"/>
              </p14:xfrm>
            </p:contentPart>
          </mc:Choice>
          <mc:Fallback xmlns="">
            <p:pic>
              <p:nvPicPr>
                <p:cNvPr id="211" name="잉크 210">
                  <a:extLst>
                    <a:ext uri="{FF2B5EF4-FFF2-40B4-BE49-F238E27FC236}">
                      <a16:creationId xmlns:a16="http://schemas.microsoft.com/office/drawing/2014/main" id="{5BE8E288-DDB9-8964-0D73-A81CE29C5BA2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599985" y="397484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12" name="잉크 211">
                  <a:extLst>
                    <a:ext uri="{FF2B5EF4-FFF2-40B4-BE49-F238E27FC236}">
                      <a16:creationId xmlns:a16="http://schemas.microsoft.com/office/drawing/2014/main" id="{AF0B8BF5-20D4-4204-522A-0CB2783460BF}"/>
                    </a:ext>
                  </a:extLst>
                </p14:cNvPr>
                <p14:cNvContentPartPr/>
                <p14:nvPr/>
              </p14:nvContentPartPr>
              <p14:xfrm>
                <a:off x="4691785" y="461564"/>
                <a:ext cx="360" cy="360"/>
              </p14:xfrm>
            </p:contentPart>
          </mc:Choice>
          <mc:Fallback xmlns="">
            <p:pic>
              <p:nvPicPr>
                <p:cNvPr id="212" name="잉크 211">
                  <a:extLst>
                    <a:ext uri="{FF2B5EF4-FFF2-40B4-BE49-F238E27FC236}">
                      <a16:creationId xmlns:a16="http://schemas.microsoft.com/office/drawing/2014/main" id="{AF0B8BF5-20D4-4204-522A-0CB2783460BF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683145" y="452564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213" name="잉크 212">
                  <a:extLst>
                    <a:ext uri="{FF2B5EF4-FFF2-40B4-BE49-F238E27FC236}">
                      <a16:creationId xmlns:a16="http://schemas.microsoft.com/office/drawing/2014/main" id="{6722239F-023E-795F-BBA7-0FA254785654}"/>
                    </a:ext>
                  </a:extLst>
                </p14:cNvPr>
                <p14:cNvContentPartPr/>
                <p14:nvPr/>
              </p14:nvContentPartPr>
              <p14:xfrm>
                <a:off x="4627345" y="554084"/>
                <a:ext cx="360" cy="1800"/>
              </p14:xfrm>
            </p:contentPart>
          </mc:Choice>
          <mc:Fallback xmlns="">
            <p:pic>
              <p:nvPicPr>
                <p:cNvPr id="213" name="잉크 212">
                  <a:extLst>
                    <a:ext uri="{FF2B5EF4-FFF2-40B4-BE49-F238E27FC236}">
                      <a16:creationId xmlns:a16="http://schemas.microsoft.com/office/drawing/2014/main" id="{6722239F-023E-795F-BBA7-0FA254785654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618345" y="545084"/>
                  <a:ext cx="1800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14" name="잉크 213">
                  <a:extLst>
                    <a:ext uri="{FF2B5EF4-FFF2-40B4-BE49-F238E27FC236}">
                      <a16:creationId xmlns:a16="http://schemas.microsoft.com/office/drawing/2014/main" id="{01912B31-1253-3CF4-57F2-8BE3450A348D}"/>
                    </a:ext>
                  </a:extLst>
                </p14:cNvPr>
                <p14:cNvContentPartPr/>
                <p14:nvPr/>
              </p14:nvContentPartPr>
              <p14:xfrm>
                <a:off x="4642825" y="470924"/>
                <a:ext cx="151560" cy="231480"/>
              </p14:xfrm>
            </p:contentPart>
          </mc:Choice>
          <mc:Fallback xmlns="">
            <p:pic>
              <p:nvPicPr>
                <p:cNvPr id="214" name="잉크 213">
                  <a:extLst>
                    <a:ext uri="{FF2B5EF4-FFF2-40B4-BE49-F238E27FC236}">
                      <a16:creationId xmlns:a16="http://schemas.microsoft.com/office/drawing/2014/main" id="{01912B31-1253-3CF4-57F2-8BE3450A348D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4634185" y="461924"/>
                  <a:ext cx="16920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15" name="잉크 214">
                  <a:extLst>
                    <a:ext uri="{FF2B5EF4-FFF2-40B4-BE49-F238E27FC236}">
                      <a16:creationId xmlns:a16="http://schemas.microsoft.com/office/drawing/2014/main" id="{47CC64D9-683B-A3D9-9C95-FC208ECF6536}"/>
                    </a:ext>
                  </a:extLst>
                </p14:cNvPr>
                <p14:cNvContentPartPr/>
                <p14:nvPr/>
              </p14:nvContentPartPr>
              <p14:xfrm>
                <a:off x="4812025" y="442844"/>
                <a:ext cx="129960" cy="227160"/>
              </p14:xfrm>
            </p:contentPart>
          </mc:Choice>
          <mc:Fallback xmlns="">
            <p:pic>
              <p:nvPicPr>
                <p:cNvPr id="215" name="잉크 214">
                  <a:extLst>
                    <a:ext uri="{FF2B5EF4-FFF2-40B4-BE49-F238E27FC236}">
                      <a16:creationId xmlns:a16="http://schemas.microsoft.com/office/drawing/2014/main" id="{47CC64D9-683B-A3D9-9C95-FC208ECF6536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4803025" y="434204"/>
                  <a:ext cx="14760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16" name="잉크 215">
                  <a:extLst>
                    <a:ext uri="{FF2B5EF4-FFF2-40B4-BE49-F238E27FC236}">
                      <a16:creationId xmlns:a16="http://schemas.microsoft.com/office/drawing/2014/main" id="{BAFAE703-57C6-B81B-3EC9-106B130BFC8D}"/>
                    </a:ext>
                  </a:extLst>
                </p14:cNvPr>
                <p14:cNvContentPartPr/>
                <p14:nvPr/>
              </p14:nvContentPartPr>
              <p14:xfrm>
                <a:off x="4941265" y="517004"/>
                <a:ext cx="82080" cy="156240"/>
              </p14:xfrm>
            </p:contentPart>
          </mc:Choice>
          <mc:Fallback xmlns="">
            <p:pic>
              <p:nvPicPr>
                <p:cNvPr id="216" name="잉크 215">
                  <a:extLst>
                    <a:ext uri="{FF2B5EF4-FFF2-40B4-BE49-F238E27FC236}">
                      <a16:creationId xmlns:a16="http://schemas.microsoft.com/office/drawing/2014/main" id="{BAFAE703-57C6-B81B-3EC9-106B130BFC8D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4932625" y="508004"/>
                  <a:ext cx="9972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23" name="잉크 222">
                  <a:extLst>
                    <a:ext uri="{FF2B5EF4-FFF2-40B4-BE49-F238E27FC236}">
                      <a16:creationId xmlns:a16="http://schemas.microsoft.com/office/drawing/2014/main" id="{039B8342-6F65-2666-6A39-F04A339759C8}"/>
                    </a:ext>
                  </a:extLst>
                </p14:cNvPr>
                <p14:cNvContentPartPr/>
                <p14:nvPr/>
              </p14:nvContentPartPr>
              <p14:xfrm>
                <a:off x="5586745" y="1810124"/>
                <a:ext cx="860400" cy="1293120"/>
              </p14:xfrm>
            </p:contentPart>
          </mc:Choice>
          <mc:Fallback xmlns="">
            <p:pic>
              <p:nvPicPr>
                <p:cNvPr id="223" name="잉크 222">
                  <a:extLst>
                    <a:ext uri="{FF2B5EF4-FFF2-40B4-BE49-F238E27FC236}">
                      <a16:creationId xmlns:a16="http://schemas.microsoft.com/office/drawing/2014/main" id="{039B8342-6F65-2666-6A39-F04A339759C8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5577745" y="1801124"/>
                  <a:ext cx="878040" cy="13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24" name="잉크 223">
                  <a:extLst>
                    <a:ext uri="{FF2B5EF4-FFF2-40B4-BE49-F238E27FC236}">
                      <a16:creationId xmlns:a16="http://schemas.microsoft.com/office/drawing/2014/main" id="{ACBB5E2F-A5DD-F17B-4C39-3ECC56E605AF}"/>
                    </a:ext>
                  </a:extLst>
                </p14:cNvPr>
                <p14:cNvContentPartPr/>
                <p14:nvPr/>
              </p14:nvContentPartPr>
              <p14:xfrm>
                <a:off x="5525545" y="2724524"/>
                <a:ext cx="533520" cy="606600"/>
              </p14:xfrm>
            </p:contentPart>
          </mc:Choice>
          <mc:Fallback xmlns="">
            <p:pic>
              <p:nvPicPr>
                <p:cNvPr id="224" name="잉크 223">
                  <a:extLst>
                    <a:ext uri="{FF2B5EF4-FFF2-40B4-BE49-F238E27FC236}">
                      <a16:creationId xmlns:a16="http://schemas.microsoft.com/office/drawing/2014/main" id="{ACBB5E2F-A5DD-F17B-4C39-3ECC56E605AF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5516545" y="2715884"/>
                  <a:ext cx="551160" cy="62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26" name="잉크 225">
                  <a:extLst>
                    <a:ext uri="{FF2B5EF4-FFF2-40B4-BE49-F238E27FC236}">
                      <a16:creationId xmlns:a16="http://schemas.microsoft.com/office/drawing/2014/main" id="{DA65554D-98AC-C92B-E73D-B0770C200BB4}"/>
                    </a:ext>
                  </a:extLst>
                </p14:cNvPr>
                <p14:cNvContentPartPr/>
                <p14:nvPr/>
              </p14:nvContentPartPr>
              <p14:xfrm>
                <a:off x="2908345" y="1875284"/>
                <a:ext cx="1019880" cy="831600"/>
              </p14:xfrm>
            </p:contentPart>
          </mc:Choice>
          <mc:Fallback xmlns="">
            <p:pic>
              <p:nvPicPr>
                <p:cNvPr id="226" name="잉크 225">
                  <a:extLst>
                    <a:ext uri="{FF2B5EF4-FFF2-40B4-BE49-F238E27FC236}">
                      <a16:creationId xmlns:a16="http://schemas.microsoft.com/office/drawing/2014/main" id="{DA65554D-98AC-C92B-E73D-B0770C200BB4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2899705" y="1866284"/>
                  <a:ext cx="1037520" cy="84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27" name="잉크 226">
                  <a:extLst>
                    <a:ext uri="{FF2B5EF4-FFF2-40B4-BE49-F238E27FC236}">
                      <a16:creationId xmlns:a16="http://schemas.microsoft.com/office/drawing/2014/main" id="{8D3478A8-BB14-4C6C-8AA5-4DBCEA1F0485}"/>
                    </a:ext>
                  </a:extLst>
                </p14:cNvPr>
                <p14:cNvContentPartPr/>
                <p14:nvPr/>
              </p14:nvContentPartPr>
              <p14:xfrm>
                <a:off x="3712945" y="2821004"/>
                <a:ext cx="601200" cy="911880"/>
              </p14:xfrm>
            </p:contentPart>
          </mc:Choice>
          <mc:Fallback xmlns="">
            <p:pic>
              <p:nvPicPr>
                <p:cNvPr id="227" name="잉크 226">
                  <a:extLst>
                    <a:ext uri="{FF2B5EF4-FFF2-40B4-BE49-F238E27FC236}">
                      <a16:creationId xmlns:a16="http://schemas.microsoft.com/office/drawing/2014/main" id="{8D3478A8-BB14-4C6C-8AA5-4DBCEA1F0485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3704305" y="2812364"/>
                  <a:ext cx="618840" cy="9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28" name="잉크 227">
                  <a:extLst>
                    <a:ext uri="{FF2B5EF4-FFF2-40B4-BE49-F238E27FC236}">
                      <a16:creationId xmlns:a16="http://schemas.microsoft.com/office/drawing/2014/main" id="{6138C0AA-41E3-3BFA-D348-22962CBF0CD0}"/>
                    </a:ext>
                  </a:extLst>
                </p14:cNvPr>
                <p14:cNvContentPartPr/>
                <p14:nvPr/>
              </p14:nvContentPartPr>
              <p14:xfrm>
                <a:off x="2558425" y="3166964"/>
                <a:ext cx="879840" cy="786960"/>
              </p14:xfrm>
            </p:contentPart>
          </mc:Choice>
          <mc:Fallback xmlns="">
            <p:pic>
              <p:nvPicPr>
                <p:cNvPr id="228" name="잉크 227">
                  <a:extLst>
                    <a:ext uri="{FF2B5EF4-FFF2-40B4-BE49-F238E27FC236}">
                      <a16:creationId xmlns:a16="http://schemas.microsoft.com/office/drawing/2014/main" id="{6138C0AA-41E3-3BFA-D348-22962CBF0CD0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2549425" y="3158324"/>
                  <a:ext cx="897480" cy="80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30" name="잉크 229">
                  <a:extLst>
                    <a:ext uri="{FF2B5EF4-FFF2-40B4-BE49-F238E27FC236}">
                      <a16:creationId xmlns:a16="http://schemas.microsoft.com/office/drawing/2014/main" id="{F2FB5C83-C5C4-E4FB-FBDB-DF2EDD0E855D}"/>
                    </a:ext>
                  </a:extLst>
                </p14:cNvPr>
                <p14:cNvContentPartPr/>
                <p14:nvPr/>
              </p14:nvContentPartPr>
              <p14:xfrm>
                <a:off x="83065" y="404"/>
                <a:ext cx="2098800" cy="1497240"/>
              </p14:xfrm>
            </p:contentPart>
          </mc:Choice>
          <mc:Fallback xmlns="">
            <p:pic>
              <p:nvPicPr>
                <p:cNvPr id="230" name="잉크 229">
                  <a:extLst>
                    <a:ext uri="{FF2B5EF4-FFF2-40B4-BE49-F238E27FC236}">
                      <a16:creationId xmlns:a16="http://schemas.microsoft.com/office/drawing/2014/main" id="{F2FB5C83-C5C4-E4FB-FBDB-DF2EDD0E855D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74425" y="-8596"/>
                  <a:ext cx="2116440" cy="151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31" name="잉크 230">
                  <a:extLst>
                    <a:ext uri="{FF2B5EF4-FFF2-40B4-BE49-F238E27FC236}">
                      <a16:creationId xmlns:a16="http://schemas.microsoft.com/office/drawing/2014/main" id="{249ED052-6A56-79C4-D650-67AFDCBBD31D}"/>
                    </a:ext>
                  </a:extLst>
                </p14:cNvPr>
                <p14:cNvContentPartPr/>
                <p14:nvPr/>
              </p14:nvContentPartPr>
              <p14:xfrm>
                <a:off x="220945" y="167084"/>
                <a:ext cx="165240" cy="177480"/>
              </p14:xfrm>
            </p:contentPart>
          </mc:Choice>
          <mc:Fallback xmlns="">
            <p:pic>
              <p:nvPicPr>
                <p:cNvPr id="231" name="잉크 230">
                  <a:extLst>
                    <a:ext uri="{FF2B5EF4-FFF2-40B4-BE49-F238E27FC236}">
                      <a16:creationId xmlns:a16="http://schemas.microsoft.com/office/drawing/2014/main" id="{249ED052-6A56-79C4-D650-67AFDCBBD31D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211945" y="158444"/>
                  <a:ext cx="1828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32" name="잉크 231">
                  <a:extLst>
                    <a:ext uri="{FF2B5EF4-FFF2-40B4-BE49-F238E27FC236}">
                      <a16:creationId xmlns:a16="http://schemas.microsoft.com/office/drawing/2014/main" id="{C2686A9A-6013-2373-0F06-E437F5A0F7CA}"/>
                    </a:ext>
                  </a:extLst>
                </p14:cNvPr>
                <p14:cNvContentPartPr/>
                <p14:nvPr/>
              </p14:nvContentPartPr>
              <p14:xfrm>
                <a:off x="304825" y="470924"/>
                <a:ext cx="187920" cy="150480"/>
              </p14:xfrm>
            </p:contentPart>
          </mc:Choice>
          <mc:Fallback xmlns="">
            <p:pic>
              <p:nvPicPr>
                <p:cNvPr id="232" name="잉크 231">
                  <a:extLst>
                    <a:ext uri="{FF2B5EF4-FFF2-40B4-BE49-F238E27FC236}">
                      <a16:creationId xmlns:a16="http://schemas.microsoft.com/office/drawing/2014/main" id="{C2686A9A-6013-2373-0F06-E437F5A0F7CA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295825" y="461924"/>
                  <a:ext cx="2055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33" name="잉크 232">
                  <a:extLst>
                    <a:ext uri="{FF2B5EF4-FFF2-40B4-BE49-F238E27FC236}">
                      <a16:creationId xmlns:a16="http://schemas.microsoft.com/office/drawing/2014/main" id="{83698A83-AA79-6346-4286-FD0AAE5131E0}"/>
                    </a:ext>
                  </a:extLst>
                </p14:cNvPr>
                <p14:cNvContentPartPr/>
                <p14:nvPr/>
              </p14:nvContentPartPr>
              <p14:xfrm>
                <a:off x="629185" y="193004"/>
                <a:ext cx="140040" cy="140400"/>
              </p14:xfrm>
            </p:contentPart>
          </mc:Choice>
          <mc:Fallback xmlns="">
            <p:pic>
              <p:nvPicPr>
                <p:cNvPr id="233" name="잉크 232">
                  <a:extLst>
                    <a:ext uri="{FF2B5EF4-FFF2-40B4-BE49-F238E27FC236}">
                      <a16:creationId xmlns:a16="http://schemas.microsoft.com/office/drawing/2014/main" id="{83698A83-AA79-6346-4286-FD0AAE5131E0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620545" y="184364"/>
                  <a:ext cx="1576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34" name="잉크 233">
                  <a:extLst>
                    <a:ext uri="{FF2B5EF4-FFF2-40B4-BE49-F238E27FC236}">
                      <a16:creationId xmlns:a16="http://schemas.microsoft.com/office/drawing/2014/main" id="{02BD3768-4391-E680-C3D0-77E42C81AAD9}"/>
                    </a:ext>
                  </a:extLst>
                </p14:cNvPr>
                <p14:cNvContentPartPr/>
                <p14:nvPr/>
              </p14:nvContentPartPr>
              <p14:xfrm>
                <a:off x="378265" y="249164"/>
                <a:ext cx="273960" cy="272520"/>
              </p14:xfrm>
            </p:contentPart>
          </mc:Choice>
          <mc:Fallback xmlns="">
            <p:pic>
              <p:nvPicPr>
                <p:cNvPr id="234" name="잉크 233">
                  <a:extLst>
                    <a:ext uri="{FF2B5EF4-FFF2-40B4-BE49-F238E27FC236}">
                      <a16:creationId xmlns:a16="http://schemas.microsoft.com/office/drawing/2014/main" id="{02BD3768-4391-E680-C3D0-77E42C81AAD9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369625" y="240164"/>
                  <a:ext cx="29160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36" name="잉크 235">
                  <a:extLst>
                    <a:ext uri="{FF2B5EF4-FFF2-40B4-BE49-F238E27FC236}">
                      <a16:creationId xmlns:a16="http://schemas.microsoft.com/office/drawing/2014/main" id="{BA99E444-D62B-2121-8175-270F7DCB2056}"/>
                    </a:ext>
                  </a:extLst>
                </p14:cNvPr>
                <p14:cNvContentPartPr/>
                <p14:nvPr/>
              </p14:nvContentPartPr>
              <p14:xfrm>
                <a:off x="1228945" y="377684"/>
                <a:ext cx="99720" cy="150480"/>
              </p14:xfrm>
            </p:contentPart>
          </mc:Choice>
          <mc:Fallback xmlns="">
            <p:pic>
              <p:nvPicPr>
                <p:cNvPr id="236" name="잉크 235">
                  <a:extLst>
                    <a:ext uri="{FF2B5EF4-FFF2-40B4-BE49-F238E27FC236}">
                      <a16:creationId xmlns:a16="http://schemas.microsoft.com/office/drawing/2014/main" id="{BA99E444-D62B-2121-8175-270F7DCB2056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220305" y="369044"/>
                  <a:ext cx="1173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37" name="잉크 236">
                  <a:extLst>
                    <a:ext uri="{FF2B5EF4-FFF2-40B4-BE49-F238E27FC236}">
                      <a16:creationId xmlns:a16="http://schemas.microsoft.com/office/drawing/2014/main" id="{EBD9D080-A2EA-0F93-8EFD-11528B8FDD4B}"/>
                    </a:ext>
                  </a:extLst>
                </p14:cNvPr>
                <p14:cNvContentPartPr/>
                <p14:nvPr/>
              </p14:nvContentPartPr>
              <p14:xfrm>
                <a:off x="1236505" y="766484"/>
                <a:ext cx="103680" cy="164160"/>
              </p14:xfrm>
            </p:contentPart>
          </mc:Choice>
          <mc:Fallback xmlns="">
            <p:pic>
              <p:nvPicPr>
                <p:cNvPr id="237" name="잉크 236">
                  <a:extLst>
                    <a:ext uri="{FF2B5EF4-FFF2-40B4-BE49-F238E27FC236}">
                      <a16:creationId xmlns:a16="http://schemas.microsoft.com/office/drawing/2014/main" id="{EBD9D080-A2EA-0F93-8EFD-11528B8FDD4B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227865" y="757844"/>
                  <a:ext cx="12132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38" name="잉크 237">
                  <a:extLst>
                    <a:ext uri="{FF2B5EF4-FFF2-40B4-BE49-F238E27FC236}">
                      <a16:creationId xmlns:a16="http://schemas.microsoft.com/office/drawing/2014/main" id="{44C227CE-D3C5-1DD4-A6D0-D5B5D7368FE9}"/>
                    </a:ext>
                  </a:extLst>
                </p14:cNvPr>
                <p14:cNvContentPartPr/>
                <p14:nvPr/>
              </p14:nvContentPartPr>
              <p14:xfrm>
                <a:off x="1608385" y="498644"/>
                <a:ext cx="93240" cy="201240"/>
              </p14:xfrm>
            </p:contentPart>
          </mc:Choice>
          <mc:Fallback xmlns="">
            <p:pic>
              <p:nvPicPr>
                <p:cNvPr id="238" name="잉크 237">
                  <a:extLst>
                    <a:ext uri="{FF2B5EF4-FFF2-40B4-BE49-F238E27FC236}">
                      <a16:creationId xmlns:a16="http://schemas.microsoft.com/office/drawing/2014/main" id="{44C227CE-D3C5-1DD4-A6D0-D5B5D7368FE9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599385" y="489644"/>
                  <a:ext cx="11088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39" name="잉크 238">
                  <a:extLst>
                    <a:ext uri="{FF2B5EF4-FFF2-40B4-BE49-F238E27FC236}">
                      <a16:creationId xmlns:a16="http://schemas.microsoft.com/office/drawing/2014/main" id="{CED13FE5-A2A3-004C-5F45-349E3D37AE02}"/>
                    </a:ext>
                  </a:extLst>
                </p14:cNvPr>
                <p14:cNvContentPartPr/>
                <p14:nvPr/>
              </p14:nvContentPartPr>
              <p14:xfrm>
                <a:off x="1273225" y="526364"/>
                <a:ext cx="418320" cy="335880"/>
              </p14:xfrm>
            </p:contentPart>
          </mc:Choice>
          <mc:Fallback xmlns="">
            <p:pic>
              <p:nvPicPr>
                <p:cNvPr id="239" name="잉크 238">
                  <a:extLst>
                    <a:ext uri="{FF2B5EF4-FFF2-40B4-BE49-F238E27FC236}">
                      <a16:creationId xmlns:a16="http://schemas.microsoft.com/office/drawing/2014/main" id="{CED13FE5-A2A3-004C-5F45-349E3D37AE02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264225" y="517724"/>
                  <a:ext cx="43596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40" name="잉크 239">
                  <a:extLst>
                    <a:ext uri="{FF2B5EF4-FFF2-40B4-BE49-F238E27FC236}">
                      <a16:creationId xmlns:a16="http://schemas.microsoft.com/office/drawing/2014/main" id="{CF5D2ED1-43E8-685A-700F-1AD02AC15658}"/>
                    </a:ext>
                  </a:extLst>
                </p14:cNvPr>
                <p14:cNvContentPartPr/>
                <p14:nvPr/>
              </p14:nvContentPartPr>
              <p14:xfrm>
                <a:off x="588865" y="720044"/>
                <a:ext cx="208440" cy="234720"/>
              </p14:xfrm>
            </p:contentPart>
          </mc:Choice>
          <mc:Fallback xmlns="">
            <p:pic>
              <p:nvPicPr>
                <p:cNvPr id="240" name="잉크 239">
                  <a:extLst>
                    <a:ext uri="{FF2B5EF4-FFF2-40B4-BE49-F238E27FC236}">
                      <a16:creationId xmlns:a16="http://schemas.microsoft.com/office/drawing/2014/main" id="{CF5D2ED1-43E8-685A-700F-1AD02AC15658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579865" y="711404"/>
                  <a:ext cx="22608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41" name="잉크 240">
                  <a:extLst>
                    <a:ext uri="{FF2B5EF4-FFF2-40B4-BE49-F238E27FC236}">
                      <a16:creationId xmlns:a16="http://schemas.microsoft.com/office/drawing/2014/main" id="{6EF97580-EE87-3762-63A9-EBA3A5A07257}"/>
                    </a:ext>
                  </a:extLst>
                </p14:cNvPr>
                <p14:cNvContentPartPr/>
                <p14:nvPr/>
              </p14:nvContentPartPr>
              <p14:xfrm>
                <a:off x="482665" y="1071404"/>
                <a:ext cx="173520" cy="289080"/>
              </p14:xfrm>
            </p:contentPart>
          </mc:Choice>
          <mc:Fallback xmlns="">
            <p:pic>
              <p:nvPicPr>
                <p:cNvPr id="241" name="잉크 240">
                  <a:extLst>
                    <a:ext uri="{FF2B5EF4-FFF2-40B4-BE49-F238E27FC236}">
                      <a16:creationId xmlns:a16="http://schemas.microsoft.com/office/drawing/2014/main" id="{6EF97580-EE87-3762-63A9-EBA3A5A07257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473665" y="1062404"/>
                  <a:ext cx="19116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42" name="잉크 241">
                  <a:extLst>
                    <a:ext uri="{FF2B5EF4-FFF2-40B4-BE49-F238E27FC236}">
                      <a16:creationId xmlns:a16="http://schemas.microsoft.com/office/drawing/2014/main" id="{A4500563-750C-CDCE-F90F-BD4BE8141A3B}"/>
                    </a:ext>
                  </a:extLst>
                </p14:cNvPr>
                <p14:cNvContentPartPr/>
                <p14:nvPr/>
              </p14:nvContentPartPr>
              <p14:xfrm>
                <a:off x="403465" y="1310804"/>
                <a:ext cx="180720" cy="151920"/>
              </p14:xfrm>
            </p:contentPart>
          </mc:Choice>
          <mc:Fallback xmlns="">
            <p:pic>
              <p:nvPicPr>
                <p:cNvPr id="242" name="잉크 241">
                  <a:extLst>
                    <a:ext uri="{FF2B5EF4-FFF2-40B4-BE49-F238E27FC236}">
                      <a16:creationId xmlns:a16="http://schemas.microsoft.com/office/drawing/2014/main" id="{A4500563-750C-CDCE-F90F-BD4BE8141A3B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394825" y="1302164"/>
                  <a:ext cx="19836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43" name="잉크 242">
                  <a:extLst>
                    <a:ext uri="{FF2B5EF4-FFF2-40B4-BE49-F238E27FC236}">
                      <a16:creationId xmlns:a16="http://schemas.microsoft.com/office/drawing/2014/main" id="{0A945006-8381-A390-5BEA-52377F26F120}"/>
                    </a:ext>
                  </a:extLst>
                </p14:cNvPr>
                <p14:cNvContentPartPr/>
                <p14:nvPr/>
              </p14:nvContentPartPr>
              <p14:xfrm>
                <a:off x="831145" y="1190204"/>
                <a:ext cx="168480" cy="123840"/>
              </p14:xfrm>
            </p:contentPart>
          </mc:Choice>
          <mc:Fallback xmlns="">
            <p:pic>
              <p:nvPicPr>
                <p:cNvPr id="243" name="잉크 242">
                  <a:extLst>
                    <a:ext uri="{FF2B5EF4-FFF2-40B4-BE49-F238E27FC236}">
                      <a16:creationId xmlns:a16="http://schemas.microsoft.com/office/drawing/2014/main" id="{0A945006-8381-A390-5BEA-52377F26F120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822505" y="1181564"/>
                  <a:ext cx="18612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44" name="잉크 243">
                  <a:extLst>
                    <a:ext uri="{FF2B5EF4-FFF2-40B4-BE49-F238E27FC236}">
                      <a16:creationId xmlns:a16="http://schemas.microsoft.com/office/drawing/2014/main" id="{746626B6-5D6F-FA76-DEA7-BBEEDFA4DD31}"/>
                    </a:ext>
                  </a:extLst>
                </p14:cNvPr>
                <p14:cNvContentPartPr/>
                <p14:nvPr/>
              </p14:nvContentPartPr>
              <p14:xfrm>
                <a:off x="720265" y="1274804"/>
                <a:ext cx="212760" cy="64800"/>
              </p14:xfrm>
            </p:contentPart>
          </mc:Choice>
          <mc:Fallback xmlns="">
            <p:pic>
              <p:nvPicPr>
                <p:cNvPr id="244" name="잉크 243">
                  <a:extLst>
                    <a:ext uri="{FF2B5EF4-FFF2-40B4-BE49-F238E27FC236}">
                      <a16:creationId xmlns:a16="http://schemas.microsoft.com/office/drawing/2014/main" id="{746626B6-5D6F-FA76-DEA7-BBEEDFA4DD31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711265" y="1265804"/>
                  <a:ext cx="23040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45" name="잉크 244">
                  <a:extLst>
                    <a:ext uri="{FF2B5EF4-FFF2-40B4-BE49-F238E27FC236}">
                      <a16:creationId xmlns:a16="http://schemas.microsoft.com/office/drawing/2014/main" id="{6F21A390-9F6A-1F15-5AD4-FA4B9889A5E6}"/>
                    </a:ext>
                  </a:extLst>
                </p14:cNvPr>
                <p14:cNvContentPartPr/>
                <p14:nvPr/>
              </p14:nvContentPartPr>
              <p14:xfrm>
                <a:off x="803425" y="877364"/>
                <a:ext cx="142920" cy="267840"/>
              </p14:xfrm>
            </p:contentPart>
          </mc:Choice>
          <mc:Fallback xmlns="">
            <p:pic>
              <p:nvPicPr>
                <p:cNvPr id="245" name="잉크 244">
                  <a:extLst>
                    <a:ext uri="{FF2B5EF4-FFF2-40B4-BE49-F238E27FC236}">
                      <a16:creationId xmlns:a16="http://schemas.microsoft.com/office/drawing/2014/main" id="{6F21A390-9F6A-1F15-5AD4-FA4B9889A5E6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794425" y="868364"/>
                  <a:ext cx="16056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46" name="잉크 245">
                  <a:extLst>
                    <a:ext uri="{FF2B5EF4-FFF2-40B4-BE49-F238E27FC236}">
                      <a16:creationId xmlns:a16="http://schemas.microsoft.com/office/drawing/2014/main" id="{C336A389-2392-D63D-1478-0C8AC76991E8}"/>
                    </a:ext>
                  </a:extLst>
                </p14:cNvPr>
                <p14:cNvContentPartPr/>
                <p14:nvPr/>
              </p14:nvContentPartPr>
              <p14:xfrm>
                <a:off x="22945" y="138284"/>
                <a:ext cx="2084040" cy="1415880"/>
              </p14:xfrm>
            </p:contentPart>
          </mc:Choice>
          <mc:Fallback xmlns="">
            <p:pic>
              <p:nvPicPr>
                <p:cNvPr id="246" name="잉크 245">
                  <a:extLst>
                    <a:ext uri="{FF2B5EF4-FFF2-40B4-BE49-F238E27FC236}">
                      <a16:creationId xmlns:a16="http://schemas.microsoft.com/office/drawing/2014/main" id="{C336A389-2392-D63D-1478-0C8AC76991E8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3945" y="129284"/>
                  <a:ext cx="2101680" cy="143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47" name="잉크 246">
                  <a:extLst>
                    <a:ext uri="{FF2B5EF4-FFF2-40B4-BE49-F238E27FC236}">
                      <a16:creationId xmlns:a16="http://schemas.microsoft.com/office/drawing/2014/main" id="{679E788E-54B8-C1EC-2111-E2071E2849F5}"/>
                    </a:ext>
                  </a:extLst>
                </p14:cNvPr>
                <p14:cNvContentPartPr/>
                <p14:nvPr/>
              </p14:nvContentPartPr>
              <p14:xfrm>
                <a:off x="2068825" y="386684"/>
                <a:ext cx="2028240" cy="232560"/>
              </p14:xfrm>
            </p:contentPart>
          </mc:Choice>
          <mc:Fallback xmlns="">
            <p:pic>
              <p:nvPicPr>
                <p:cNvPr id="247" name="잉크 246">
                  <a:extLst>
                    <a:ext uri="{FF2B5EF4-FFF2-40B4-BE49-F238E27FC236}">
                      <a16:creationId xmlns:a16="http://schemas.microsoft.com/office/drawing/2014/main" id="{679E788E-54B8-C1EC-2111-E2071E2849F5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2059825" y="377684"/>
                  <a:ext cx="204588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48" name="잉크 247">
                  <a:extLst>
                    <a:ext uri="{FF2B5EF4-FFF2-40B4-BE49-F238E27FC236}">
                      <a16:creationId xmlns:a16="http://schemas.microsoft.com/office/drawing/2014/main" id="{71A8CBDF-BA7D-274B-31AD-79DD77EF1AA6}"/>
                    </a:ext>
                  </a:extLst>
                </p14:cNvPr>
                <p14:cNvContentPartPr/>
                <p14:nvPr/>
              </p14:nvContentPartPr>
              <p14:xfrm>
                <a:off x="4036225" y="249164"/>
                <a:ext cx="251640" cy="256320"/>
              </p14:xfrm>
            </p:contentPart>
          </mc:Choice>
          <mc:Fallback xmlns="">
            <p:pic>
              <p:nvPicPr>
                <p:cNvPr id="248" name="잉크 247">
                  <a:extLst>
                    <a:ext uri="{FF2B5EF4-FFF2-40B4-BE49-F238E27FC236}">
                      <a16:creationId xmlns:a16="http://schemas.microsoft.com/office/drawing/2014/main" id="{71A8CBDF-BA7D-274B-31AD-79DD77EF1AA6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4027225" y="240524"/>
                  <a:ext cx="26928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49" name="잉크 248">
                  <a:extLst>
                    <a:ext uri="{FF2B5EF4-FFF2-40B4-BE49-F238E27FC236}">
                      <a16:creationId xmlns:a16="http://schemas.microsoft.com/office/drawing/2014/main" id="{A34AD65A-01D2-F5B9-8A59-95AF3F135F16}"/>
                    </a:ext>
                  </a:extLst>
                </p14:cNvPr>
                <p14:cNvContentPartPr/>
                <p14:nvPr/>
              </p14:nvContentPartPr>
              <p14:xfrm>
                <a:off x="3767665" y="138284"/>
                <a:ext cx="593640" cy="1146960"/>
              </p14:xfrm>
            </p:contentPart>
          </mc:Choice>
          <mc:Fallback xmlns="">
            <p:pic>
              <p:nvPicPr>
                <p:cNvPr id="249" name="잉크 248">
                  <a:extLst>
                    <a:ext uri="{FF2B5EF4-FFF2-40B4-BE49-F238E27FC236}">
                      <a16:creationId xmlns:a16="http://schemas.microsoft.com/office/drawing/2014/main" id="{A34AD65A-01D2-F5B9-8A59-95AF3F135F16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3758665" y="129284"/>
                  <a:ext cx="611280" cy="11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51" name="잉크 250">
                  <a:extLst>
                    <a:ext uri="{FF2B5EF4-FFF2-40B4-BE49-F238E27FC236}">
                      <a16:creationId xmlns:a16="http://schemas.microsoft.com/office/drawing/2014/main" id="{077DC80F-533F-469E-DC4D-8B93EB51A5D3}"/>
                    </a:ext>
                  </a:extLst>
                </p14:cNvPr>
                <p14:cNvContentPartPr/>
                <p14:nvPr/>
              </p14:nvContentPartPr>
              <p14:xfrm>
                <a:off x="3980065" y="64124"/>
                <a:ext cx="132480" cy="298800"/>
              </p14:xfrm>
            </p:contentPart>
          </mc:Choice>
          <mc:Fallback xmlns="">
            <p:pic>
              <p:nvPicPr>
                <p:cNvPr id="251" name="잉크 250">
                  <a:extLst>
                    <a:ext uri="{FF2B5EF4-FFF2-40B4-BE49-F238E27FC236}">
                      <a16:creationId xmlns:a16="http://schemas.microsoft.com/office/drawing/2014/main" id="{077DC80F-533F-469E-DC4D-8B93EB51A5D3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3971065" y="55124"/>
                  <a:ext cx="15012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52" name="잉크 251">
                  <a:extLst>
                    <a:ext uri="{FF2B5EF4-FFF2-40B4-BE49-F238E27FC236}">
                      <a16:creationId xmlns:a16="http://schemas.microsoft.com/office/drawing/2014/main" id="{A3A88B60-A5E4-B2C5-B6EB-BE953959703E}"/>
                    </a:ext>
                  </a:extLst>
                </p14:cNvPr>
                <p14:cNvContentPartPr/>
                <p14:nvPr/>
              </p14:nvContentPartPr>
              <p14:xfrm>
                <a:off x="4229905" y="156644"/>
                <a:ext cx="360" cy="360"/>
              </p14:xfrm>
            </p:contentPart>
          </mc:Choice>
          <mc:Fallback xmlns="">
            <p:pic>
              <p:nvPicPr>
                <p:cNvPr id="252" name="잉크 251">
                  <a:extLst>
                    <a:ext uri="{FF2B5EF4-FFF2-40B4-BE49-F238E27FC236}">
                      <a16:creationId xmlns:a16="http://schemas.microsoft.com/office/drawing/2014/main" id="{A3A88B60-A5E4-B2C5-B6EB-BE953959703E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221265" y="148004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253" name="잉크 252">
                  <a:extLst>
                    <a:ext uri="{FF2B5EF4-FFF2-40B4-BE49-F238E27FC236}">
                      <a16:creationId xmlns:a16="http://schemas.microsoft.com/office/drawing/2014/main" id="{7914F840-DDBA-5A3B-96DE-332CE2204299}"/>
                    </a:ext>
                  </a:extLst>
                </p14:cNvPr>
                <p14:cNvContentPartPr/>
                <p14:nvPr/>
              </p14:nvContentPartPr>
              <p14:xfrm>
                <a:off x="4229905" y="323324"/>
                <a:ext cx="48240" cy="88920"/>
              </p14:xfrm>
            </p:contentPart>
          </mc:Choice>
          <mc:Fallback xmlns="">
            <p:pic>
              <p:nvPicPr>
                <p:cNvPr id="253" name="잉크 252">
                  <a:extLst>
                    <a:ext uri="{FF2B5EF4-FFF2-40B4-BE49-F238E27FC236}">
                      <a16:creationId xmlns:a16="http://schemas.microsoft.com/office/drawing/2014/main" id="{7914F840-DDBA-5A3B-96DE-332CE2204299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4221265" y="314324"/>
                  <a:ext cx="6588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55" name="잉크 254">
                  <a:extLst>
                    <a:ext uri="{FF2B5EF4-FFF2-40B4-BE49-F238E27FC236}">
                      <a16:creationId xmlns:a16="http://schemas.microsoft.com/office/drawing/2014/main" id="{407A11B7-BA2A-7E66-0922-3A6084EE8656}"/>
                    </a:ext>
                  </a:extLst>
                </p14:cNvPr>
                <p14:cNvContentPartPr/>
                <p14:nvPr/>
              </p14:nvContentPartPr>
              <p14:xfrm>
                <a:off x="5827945" y="1329545"/>
                <a:ext cx="904680" cy="55800"/>
              </p14:xfrm>
            </p:contentPart>
          </mc:Choice>
          <mc:Fallback xmlns="">
            <p:pic>
              <p:nvPicPr>
                <p:cNvPr id="255" name="잉크 254">
                  <a:extLst>
                    <a:ext uri="{FF2B5EF4-FFF2-40B4-BE49-F238E27FC236}">
                      <a16:creationId xmlns:a16="http://schemas.microsoft.com/office/drawing/2014/main" id="{407A11B7-BA2A-7E66-0922-3A6084EE8656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5819305" y="1320905"/>
                  <a:ext cx="9223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256" name="잉크 255">
                  <a:extLst>
                    <a:ext uri="{FF2B5EF4-FFF2-40B4-BE49-F238E27FC236}">
                      <a16:creationId xmlns:a16="http://schemas.microsoft.com/office/drawing/2014/main" id="{48E8C5C5-071B-F721-1C49-485F9194AAC1}"/>
                    </a:ext>
                  </a:extLst>
                </p14:cNvPr>
                <p14:cNvContentPartPr/>
                <p14:nvPr/>
              </p14:nvContentPartPr>
              <p14:xfrm>
                <a:off x="6003265" y="1394345"/>
                <a:ext cx="1118880" cy="37800"/>
              </p14:xfrm>
            </p:contentPart>
          </mc:Choice>
          <mc:Fallback xmlns="">
            <p:pic>
              <p:nvPicPr>
                <p:cNvPr id="256" name="잉크 255">
                  <a:extLst>
                    <a:ext uri="{FF2B5EF4-FFF2-40B4-BE49-F238E27FC236}">
                      <a16:creationId xmlns:a16="http://schemas.microsoft.com/office/drawing/2014/main" id="{48E8C5C5-071B-F721-1C49-485F9194AAC1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5994625" y="1385345"/>
                  <a:ext cx="113652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257" name="잉크 256">
                  <a:extLst>
                    <a:ext uri="{FF2B5EF4-FFF2-40B4-BE49-F238E27FC236}">
                      <a16:creationId xmlns:a16="http://schemas.microsoft.com/office/drawing/2014/main" id="{44B21FDD-C90E-5882-5499-EDABBE1E19F1}"/>
                    </a:ext>
                  </a:extLst>
                </p14:cNvPr>
                <p14:cNvContentPartPr/>
                <p14:nvPr/>
              </p14:nvContentPartPr>
              <p14:xfrm>
                <a:off x="6826225" y="1200665"/>
                <a:ext cx="258840" cy="496440"/>
              </p14:xfrm>
            </p:contentPart>
          </mc:Choice>
          <mc:Fallback xmlns="">
            <p:pic>
              <p:nvPicPr>
                <p:cNvPr id="257" name="잉크 256">
                  <a:extLst>
                    <a:ext uri="{FF2B5EF4-FFF2-40B4-BE49-F238E27FC236}">
                      <a16:creationId xmlns:a16="http://schemas.microsoft.com/office/drawing/2014/main" id="{44B21FDD-C90E-5882-5499-EDABBE1E19F1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6817225" y="1191665"/>
                  <a:ext cx="276480" cy="51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58" name="잉크 257">
                  <a:extLst>
                    <a:ext uri="{FF2B5EF4-FFF2-40B4-BE49-F238E27FC236}">
                      <a16:creationId xmlns:a16="http://schemas.microsoft.com/office/drawing/2014/main" id="{502F8CA4-C87A-0D23-4000-E146422651F5}"/>
                    </a:ext>
                  </a:extLst>
                </p14:cNvPr>
                <p14:cNvContentPartPr/>
                <p14:nvPr/>
              </p14:nvContentPartPr>
              <p14:xfrm>
                <a:off x="6918385" y="1228025"/>
                <a:ext cx="286200" cy="484920"/>
              </p14:xfrm>
            </p:contentPart>
          </mc:Choice>
          <mc:Fallback xmlns="">
            <p:pic>
              <p:nvPicPr>
                <p:cNvPr id="258" name="잉크 257">
                  <a:extLst>
                    <a:ext uri="{FF2B5EF4-FFF2-40B4-BE49-F238E27FC236}">
                      <a16:creationId xmlns:a16="http://schemas.microsoft.com/office/drawing/2014/main" id="{502F8CA4-C87A-0D23-4000-E146422651F5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6909745" y="1219385"/>
                  <a:ext cx="303840" cy="50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259" name="잉크 258">
                  <a:extLst>
                    <a:ext uri="{FF2B5EF4-FFF2-40B4-BE49-F238E27FC236}">
                      <a16:creationId xmlns:a16="http://schemas.microsoft.com/office/drawing/2014/main" id="{ACA98AA7-8E47-733D-0697-84756F20EFEA}"/>
                    </a:ext>
                  </a:extLst>
                </p14:cNvPr>
                <p14:cNvContentPartPr/>
                <p14:nvPr/>
              </p14:nvContentPartPr>
              <p14:xfrm>
                <a:off x="5189305" y="249545"/>
                <a:ext cx="1867680" cy="1174680"/>
              </p14:xfrm>
            </p:contentPart>
          </mc:Choice>
          <mc:Fallback xmlns="">
            <p:pic>
              <p:nvPicPr>
                <p:cNvPr id="259" name="잉크 258">
                  <a:extLst>
                    <a:ext uri="{FF2B5EF4-FFF2-40B4-BE49-F238E27FC236}">
                      <a16:creationId xmlns:a16="http://schemas.microsoft.com/office/drawing/2014/main" id="{ACA98AA7-8E47-733D-0697-84756F20EFEA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5180665" y="240905"/>
                  <a:ext cx="1885320" cy="11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261" name="잉크 260">
                  <a:extLst>
                    <a:ext uri="{FF2B5EF4-FFF2-40B4-BE49-F238E27FC236}">
                      <a16:creationId xmlns:a16="http://schemas.microsoft.com/office/drawing/2014/main" id="{9E8C541D-1831-9581-4E0E-0617062DA661}"/>
                    </a:ext>
                  </a:extLst>
                </p14:cNvPr>
                <p14:cNvContentPartPr/>
                <p14:nvPr/>
              </p14:nvContentPartPr>
              <p14:xfrm>
                <a:off x="235705" y="92585"/>
                <a:ext cx="1918440" cy="1478520"/>
              </p14:xfrm>
            </p:contentPart>
          </mc:Choice>
          <mc:Fallback xmlns="">
            <p:pic>
              <p:nvPicPr>
                <p:cNvPr id="261" name="잉크 260">
                  <a:extLst>
                    <a:ext uri="{FF2B5EF4-FFF2-40B4-BE49-F238E27FC236}">
                      <a16:creationId xmlns:a16="http://schemas.microsoft.com/office/drawing/2014/main" id="{9E8C541D-1831-9581-4E0E-0617062DA661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226705" y="83585"/>
                  <a:ext cx="1936080" cy="149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63" name="잉크 262">
                  <a:extLst>
                    <a:ext uri="{FF2B5EF4-FFF2-40B4-BE49-F238E27FC236}">
                      <a16:creationId xmlns:a16="http://schemas.microsoft.com/office/drawing/2014/main" id="{EEF33531-21B2-60B0-1219-9FB79CEB929B}"/>
                    </a:ext>
                  </a:extLst>
                </p14:cNvPr>
                <p14:cNvContentPartPr/>
                <p14:nvPr/>
              </p14:nvContentPartPr>
              <p14:xfrm>
                <a:off x="359905" y="1801145"/>
                <a:ext cx="147600" cy="360"/>
              </p14:xfrm>
            </p:contentPart>
          </mc:Choice>
          <mc:Fallback xmlns="">
            <p:pic>
              <p:nvPicPr>
                <p:cNvPr id="263" name="잉크 262">
                  <a:extLst>
                    <a:ext uri="{FF2B5EF4-FFF2-40B4-BE49-F238E27FC236}">
                      <a16:creationId xmlns:a16="http://schemas.microsoft.com/office/drawing/2014/main" id="{EEF33531-21B2-60B0-1219-9FB79CEB929B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351265" y="1792145"/>
                  <a:ext cx="1652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264" name="잉크 263">
                  <a:extLst>
                    <a:ext uri="{FF2B5EF4-FFF2-40B4-BE49-F238E27FC236}">
                      <a16:creationId xmlns:a16="http://schemas.microsoft.com/office/drawing/2014/main" id="{5F3147FE-1A50-C82B-D9B5-EEEAA8095EF6}"/>
                    </a:ext>
                  </a:extLst>
                </p14:cNvPr>
                <p14:cNvContentPartPr/>
                <p14:nvPr/>
              </p14:nvContentPartPr>
              <p14:xfrm>
                <a:off x="284665" y="1847225"/>
                <a:ext cx="239040" cy="296640"/>
              </p14:xfrm>
            </p:contentPart>
          </mc:Choice>
          <mc:Fallback xmlns="">
            <p:pic>
              <p:nvPicPr>
                <p:cNvPr id="264" name="잉크 263">
                  <a:extLst>
                    <a:ext uri="{FF2B5EF4-FFF2-40B4-BE49-F238E27FC236}">
                      <a16:creationId xmlns:a16="http://schemas.microsoft.com/office/drawing/2014/main" id="{5F3147FE-1A50-C82B-D9B5-EEEAA8095EF6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275665" y="1838225"/>
                  <a:ext cx="25668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265" name="잉크 264">
                  <a:extLst>
                    <a:ext uri="{FF2B5EF4-FFF2-40B4-BE49-F238E27FC236}">
                      <a16:creationId xmlns:a16="http://schemas.microsoft.com/office/drawing/2014/main" id="{60F07595-B26F-EC1C-41C4-F7BF511B5F7D}"/>
                    </a:ext>
                  </a:extLst>
                </p14:cNvPr>
                <p14:cNvContentPartPr/>
                <p14:nvPr/>
              </p14:nvContentPartPr>
              <p14:xfrm>
                <a:off x="323185" y="1860185"/>
                <a:ext cx="840960" cy="204840"/>
              </p14:xfrm>
            </p:contentPart>
          </mc:Choice>
          <mc:Fallback xmlns="">
            <p:pic>
              <p:nvPicPr>
                <p:cNvPr id="265" name="잉크 264">
                  <a:extLst>
                    <a:ext uri="{FF2B5EF4-FFF2-40B4-BE49-F238E27FC236}">
                      <a16:creationId xmlns:a16="http://schemas.microsoft.com/office/drawing/2014/main" id="{60F07595-B26F-EC1C-41C4-F7BF511B5F7D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314545" y="1851545"/>
                  <a:ext cx="85860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266" name="잉크 265">
                  <a:extLst>
                    <a:ext uri="{FF2B5EF4-FFF2-40B4-BE49-F238E27FC236}">
                      <a16:creationId xmlns:a16="http://schemas.microsoft.com/office/drawing/2014/main" id="{85CB4607-F7AC-28D1-D71A-7A8B8794C7F4}"/>
                    </a:ext>
                  </a:extLst>
                </p14:cNvPr>
                <p14:cNvContentPartPr/>
                <p14:nvPr/>
              </p14:nvContentPartPr>
              <p14:xfrm>
                <a:off x="1217785" y="1828505"/>
                <a:ext cx="160200" cy="178920"/>
              </p14:xfrm>
            </p:contentPart>
          </mc:Choice>
          <mc:Fallback xmlns="">
            <p:pic>
              <p:nvPicPr>
                <p:cNvPr id="266" name="잉크 265">
                  <a:extLst>
                    <a:ext uri="{FF2B5EF4-FFF2-40B4-BE49-F238E27FC236}">
                      <a16:creationId xmlns:a16="http://schemas.microsoft.com/office/drawing/2014/main" id="{85CB4607-F7AC-28D1-D71A-7A8B8794C7F4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1208785" y="1819865"/>
                  <a:ext cx="17784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267" name="잉크 266">
                  <a:extLst>
                    <a:ext uri="{FF2B5EF4-FFF2-40B4-BE49-F238E27FC236}">
                      <a16:creationId xmlns:a16="http://schemas.microsoft.com/office/drawing/2014/main" id="{23F7CEBE-682D-4D4C-9748-2757D3D02F0F}"/>
                    </a:ext>
                  </a:extLst>
                </p14:cNvPr>
                <p14:cNvContentPartPr/>
                <p14:nvPr/>
              </p14:nvContentPartPr>
              <p14:xfrm>
                <a:off x="1172785" y="1810145"/>
                <a:ext cx="434520" cy="390240"/>
              </p14:xfrm>
            </p:contentPart>
          </mc:Choice>
          <mc:Fallback xmlns="">
            <p:pic>
              <p:nvPicPr>
                <p:cNvPr id="267" name="잉크 266">
                  <a:extLst>
                    <a:ext uri="{FF2B5EF4-FFF2-40B4-BE49-F238E27FC236}">
                      <a16:creationId xmlns:a16="http://schemas.microsoft.com/office/drawing/2014/main" id="{23F7CEBE-682D-4D4C-9748-2757D3D02F0F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1164145" y="1801145"/>
                  <a:ext cx="452160" cy="40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269" name="잉크 268">
                  <a:extLst>
                    <a:ext uri="{FF2B5EF4-FFF2-40B4-BE49-F238E27FC236}">
                      <a16:creationId xmlns:a16="http://schemas.microsoft.com/office/drawing/2014/main" id="{8A146B79-51F5-26BE-FA3E-1452BCD32EDC}"/>
                    </a:ext>
                  </a:extLst>
                </p14:cNvPr>
                <p14:cNvContentPartPr/>
                <p14:nvPr/>
              </p14:nvContentPartPr>
              <p14:xfrm>
                <a:off x="2465545" y="1615025"/>
                <a:ext cx="3575880" cy="3033000"/>
              </p14:xfrm>
            </p:contentPart>
          </mc:Choice>
          <mc:Fallback xmlns="">
            <p:pic>
              <p:nvPicPr>
                <p:cNvPr id="269" name="잉크 268">
                  <a:extLst>
                    <a:ext uri="{FF2B5EF4-FFF2-40B4-BE49-F238E27FC236}">
                      <a16:creationId xmlns:a16="http://schemas.microsoft.com/office/drawing/2014/main" id="{8A146B79-51F5-26BE-FA3E-1452BCD32EDC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2456545" y="1606385"/>
                  <a:ext cx="3593520" cy="3050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1">
            <p14:nvContentPartPr>
              <p14:cNvPr id="271" name="잉크 270">
                <a:extLst>
                  <a:ext uri="{FF2B5EF4-FFF2-40B4-BE49-F238E27FC236}">
                    <a16:creationId xmlns:a16="http://schemas.microsoft.com/office/drawing/2014/main" id="{957DBE31-370C-2EAD-9492-6D903F89D268}"/>
                  </a:ext>
                </a:extLst>
              </p14:cNvPr>
              <p14:cNvContentPartPr/>
              <p14:nvPr/>
            </p14:nvContentPartPr>
            <p14:xfrm>
              <a:off x="1976665" y="1403705"/>
              <a:ext cx="1927080" cy="259200"/>
            </p14:xfrm>
          </p:contentPart>
        </mc:Choice>
        <mc:Fallback xmlns="">
          <p:pic>
            <p:nvPicPr>
              <p:cNvPr id="271" name="잉크 270">
                <a:extLst>
                  <a:ext uri="{FF2B5EF4-FFF2-40B4-BE49-F238E27FC236}">
                    <a16:creationId xmlns:a16="http://schemas.microsoft.com/office/drawing/2014/main" id="{957DBE31-370C-2EAD-9492-6D903F89D268}"/>
                  </a:ext>
                </a:extLst>
              </p:cNvPr>
              <p:cNvPicPr/>
              <p:nvPr/>
            </p:nvPicPr>
            <p:blipFill>
              <a:blip r:embed="rId362"/>
              <a:stretch>
                <a:fillRect/>
              </a:stretch>
            </p:blipFill>
            <p:spPr>
              <a:xfrm>
                <a:off x="1967665" y="1395065"/>
                <a:ext cx="1944720" cy="27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3">
            <p14:nvContentPartPr>
              <p14:cNvPr id="272" name="잉크 271">
                <a:extLst>
                  <a:ext uri="{FF2B5EF4-FFF2-40B4-BE49-F238E27FC236}">
                    <a16:creationId xmlns:a16="http://schemas.microsoft.com/office/drawing/2014/main" id="{513E3448-EF1D-2683-4FE6-2A0BBF3A9E52}"/>
                  </a:ext>
                </a:extLst>
              </p14:cNvPr>
              <p14:cNvContentPartPr/>
              <p14:nvPr/>
            </p14:nvContentPartPr>
            <p14:xfrm>
              <a:off x="1126705" y="302825"/>
              <a:ext cx="3751920" cy="1509120"/>
            </p14:xfrm>
          </p:contentPart>
        </mc:Choice>
        <mc:Fallback xmlns="">
          <p:pic>
            <p:nvPicPr>
              <p:cNvPr id="272" name="잉크 271">
                <a:extLst>
                  <a:ext uri="{FF2B5EF4-FFF2-40B4-BE49-F238E27FC236}">
                    <a16:creationId xmlns:a16="http://schemas.microsoft.com/office/drawing/2014/main" id="{513E3448-EF1D-2683-4FE6-2A0BBF3A9E52}"/>
                  </a:ext>
                </a:extLst>
              </p:cNvPr>
              <p:cNvPicPr/>
              <p:nvPr/>
            </p:nvPicPr>
            <p:blipFill>
              <a:blip r:embed="rId364"/>
              <a:stretch>
                <a:fillRect/>
              </a:stretch>
            </p:blipFill>
            <p:spPr>
              <a:xfrm>
                <a:off x="1118065" y="294185"/>
                <a:ext cx="3769560" cy="152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5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1D0DC464-8525-6A3A-22AC-80A724556A5B}"/>
                  </a:ext>
                </a:extLst>
              </p14:cNvPr>
              <p14:cNvContentPartPr/>
              <p14:nvPr/>
            </p14:nvContentPartPr>
            <p14:xfrm>
              <a:off x="10686753" y="5365865"/>
              <a:ext cx="441360" cy="41436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1D0DC464-8525-6A3A-22AC-80A724556A5B}"/>
                  </a:ext>
                </a:extLst>
              </p:cNvPr>
              <p:cNvPicPr/>
              <p:nvPr/>
            </p:nvPicPr>
            <p:blipFill>
              <a:blip r:embed="rId366"/>
              <a:stretch>
                <a:fillRect/>
              </a:stretch>
            </p:blipFill>
            <p:spPr>
              <a:xfrm>
                <a:off x="10677753" y="5357225"/>
                <a:ext cx="45900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7">
            <p14:nvContentPartPr>
              <p14:cNvPr id="25" name="잉크 24">
                <a:extLst>
                  <a:ext uri="{FF2B5EF4-FFF2-40B4-BE49-F238E27FC236}">
                    <a16:creationId xmlns:a16="http://schemas.microsoft.com/office/drawing/2014/main" id="{584BD7DA-3EF9-04BF-6D54-0CB62422DCB9}"/>
                  </a:ext>
                </a:extLst>
              </p14:cNvPr>
              <p14:cNvContentPartPr/>
              <p14:nvPr/>
            </p14:nvContentPartPr>
            <p14:xfrm>
              <a:off x="45873" y="3526985"/>
              <a:ext cx="4137120" cy="3233520"/>
            </p14:xfrm>
          </p:contentPart>
        </mc:Choice>
        <mc:Fallback xmlns="">
          <p:pic>
            <p:nvPicPr>
              <p:cNvPr id="25" name="잉크 24">
                <a:extLst>
                  <a:ext uri="{FF2B5EF4-FFF2-40B4-BE49-F238E27FC236}">
                    <a16:creationId xmlns:a16="http://schemas.microsoft.com/office/drawing/2014/main" id="{584BD7DA-3EF9-04BF-6D54-0CB62422DCB9}"/>
                  </a:ext>
                </a:extLst>
              </p:cNvPr>
              <p:cNvPicPr/>
              <p:nvPr/>
            </p:nvPicPr>
            <p:blipFill>
              <a:blip r:embed="rId368"/>
              <a:stretch>
                <a:fillRect/>
              </a:stretch>
            </p:blipFill>
            <p:spPr>
              <a:xfrm>
                <a:off x="37233" y="3518345"/>
                <a:ext cx="4154760" cy="3251160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그룹 46">
            <a:extLst>
              <a:ext uri="{FF2B5EF4-FFF2-40B4-BE49-F238E27FC236}">
                <a16:creationId xmlns:a16="http://schemas.microsoft.com/office/drawing/2014/main" id="{C7964BBF-F521-C38D-E49E-6375A40C95CE}"/>
              </a:ext>
            </a:extLst>
          </p:cNvPr>
          <p:cNvGrpSpPr/>
          <p:nvPr/>
        </p:nvGrpSpPr>
        <p:grpSpPr>
          <a:xfrm>
            <a:off x="4590513" y="6031145"/>
            <a:ext cx="1728000" cy="572040"/>
            <a:chOff x="4590513" y="6031145"/>
            <a:chExt cx="1728000" cy="57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DBBFB97C-1B81-2B84-E34D-C70B6F453743}"/>
                    </a:ext>
                  </a:extLst>
                </p14:cNvPr>
                <p14:cNvContentPartPr/>
                <p14:nvPr/>
              </p14:nvContentPartPr>
              <p14:xfrm>
                <a:off x="4590513" y="6234185"/>
                <a:ext cx="28440" cy="369000"/>
              </p14:xfrm>
            </p:contentPart>
          </mc:Choice>
          <mc:Fallback xmlns=""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DBBFB97C-1B81-2B84-E34D-C70B6F453743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4581513" y="6225545"/>
                  <a:ext cx="4608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32" name="잉크 31">
                  <a:extLst>
                    <a:ext uri="{FF2B5EF4-FFF2-40B4-BE49-F238E27FC236}">
                      <a16:creationId xmlns:a16="http://schemas.microsoft.com/office/drawing/2014/main" id="{830EFE38-E6FA-612F-6756-7B0431C02E4B}"/>
                    </a:ext>
                  </a:extLst>
                </p14:cNvPr>
                <p14:cNvContentPartPr/>
                <p14:nvPr/>
              </p14:nvContentPartPr>
              <p14:xfrm>
                <a:off x="4620753" y="6196025"/>
                <a:ext cx="302400" cy="382680"/>
              </p14:xfrm>
            </p:contentPart>
          </mc:Choice>
          <mc:Fallback xmlns="">
            <p:pic>
              <p:nvPicPr>
                <p:cNvPr id="32" name="잉크 31">
                  <a:extLst>
                    <a:ext uri="{FF2B5EF4-FFF2-40B4-BE49-F238E27FC236}">
                      <a16:creationId xmlns:a16="http://schemas.microsoft.com/office/drawing/2014/main" id="{830EFE38-E6FA-612F-6756-7B0431C02E4B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4611753" y="6187025"/>
                  <a:ext cx="32004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38" name="잉크 37">
                  <a:extLst>
                    <a:ext uri="{FF2B5EF4-FFF2-40B4-BE49-F238E27FC236}">
                      <a16:creationId xmlns:a16="http://schemas.microsoft.com/office/drawing/2014/main" id="{74D44DA8-F98A-DE70-49A2-6FC27E24EA30}"/>
                    </a:ext>
                  </a:extLst>
                </p14:cNvPr>
                <p14:cNvContentPartPr/>
                <p14:nvPr/>
              </p14:nvContentPartPr>
              <p14:xfrm>
                <a:off x="5123673" y="6292865"/>
                <a:ext cx="326160" cy="276840"/>
              </p14:xfrm>
            </p:contentPart>
          </mc:Choice>
          <mc:Fallback xmlns="">
            <p:pic>
              <p:nvPicPr>
                <p:cNvPr id="38" name="잉크 37">
                  <a:extLst>
                    <a:ext uri="{FF2B5EF4-FFF2-40B4-BE49-F238E27FC236}">
                      <a16:creationId xmlns:a16="http://schemas.microsoft.com/office/drawing/2014/main" id="{74D44DA8-F98A-DE70-49A2-6FC27E24EA30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5115033" y="6283865"/>
                  <a:ext cx="34380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39" name="잉크 38">
                  <a:extLst>
                    <a:ext uri="{FF2B5EF4-FFF2-40B4-BE49-F238E27FC236}">
                      <a16:creationId xmlns:a16="http://schemas.microsoft.com/office/drawing/2014/main" id="{B99BC342-D4A6-ADFA-9452-E7E0AD02BC20}"/>
                    </a:ext>
                  </a:extLst>
                </p14:cNvPr>
                <p14:cNvContentPartPr/>
                <p14:nvPr/>
              </p14:nvContentPartPr>
              <p14:xfrm>
                <a:off x="5532633" y="6419225"/>
                <a:ext cx="119160" cy="360"/>
              </p14:xfrm>
            </p:contentPart>
          </mc:Choice>
          <mc:Fallback xmlns="">
            <p:pic>
              <p:nvPicPr>
                <p:cNvPr id="39" name="잉크 38">
                  <a:extLst>
                    <a:ext uri="{FF2B5EF4-FFF2-40B4-BE49-F238E27FC236}">
                      <a16:creationId xmlns:a16="http://schemas.microsoft.com/office/drawing/2014/main" id="{B99BC342-D4A6-ADFA-9452-E7E0AD02BC20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5523633" y="6410225"/>
                  <a:ext cx="1368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40" name="잉크 39">
                  <a:extLst>
                    <a:ext uri="{FF2B5EF4-FFF2-40B4-BE49-F238E27FC236}">
                      <a16:creationId xmlns:a16="http://schemas.microsoft.com/office/drawing/2014/main" id="{7D56CFB3-D9B5-5EC0-81AE-14C54211BC7C}"/>
                    </a:ext>
                  </a:extLst>
                </p14:cNvPr>
                <p14:cNvContentPartPr/>
                <p14:nvPr/>
              </p14:nvContentPartPr>
              <p14:xfrm>
                <a:off x="5596713" y="6216185"/>
                <a:ext cx="264240" cy="316080"/>
              </p14:xfrm>
            </p:contentPart>
          </mc:Choice>
          <mc:Fallback xmlns="">
            <p:pic>
              <p:nvPicPr>
                <p:cNvPr id="40" name="잉크 39">
                  <a:extLst>
                    <a:ext uri="{FF2B5EF4-FFF2-40B4-BE49-F238E27FC236}">
                      <a16:creationId xmlns:a16="http://schemas.microsoft.com/office/drawing/2014/main" id="{7D56CFB3-D9B5-5EC0-81AE-14C54211BC7C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5587713" y="6207185"/>
                  <a:ext cx="28188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42" name="잉크 41">
                  <a:extLst>
                    <a:ext uri="{FF2B5EF4-FFF2-40B4-BE49-F238E27FC236}">
                      <a16:creationId xmlns:a16="http://schemas.microsoft.com/office/drawing/2014/main" id="{42FC73CB-0E1F-9C7E-2CEE-8DCE4B0E8F5D}"/>
                    </a:ext>
                  </a:extLst>
                </p14:cNvPr>
                <p14:cNvContentPartPr/>
                <p14:nvPr/>
              </p14:nvContentPartPr>
              <p14:xfrm>
                <a:off x="5954913" y="6031145"/>
                <a:ext cx="363600" cy="572040"/>
              </p14:xfrm>
            </p:contentPart>
          </mc:Choice>
          <mc:Fallback xmlns="">
            <p:pic>
              <p:nvPicPr>
                <p:cNvPr id="42" name="잉크 41">
                  <a:extLst>
                    <a:ext uri="{FF2B5EF4-FFF2-40B4-BE49-F238E27FC236}">
                      <a16:creationId xmlns:a16="http://schemas.microsoft.com/office/drawing/2014/main" id="{42FC73CB-0E1F-9C7E-2CEE-8DCE4B0E8F5D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5945913" y="6022145"/>
                  <a:ext cx="381240" cy="589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1">
            <p14:nvContentPartPr>
              <p14:cNvPr id="91" name="잉크 90">
                <a:extLst>
                  <a:ext uri="{FF2B5EF4-FFF2-40B4-BE49-F238E27FC236}">
                    <a16:creationId xmlns:a16="http://schemas.microsoft.com/office/drawing/2014/main" id="{18A83795-1AE1-72DC-EC82-F35EC6A572E0}"/>
                  </a:ext>
                </a:extLst>
              </p14:cNvPr>
              <p14:cNvContentPartPr/>
              <p14:nvPr/>
            </p14:nvContentPartPr>
            <p14:xfrm>
              <a:off x="394353" y="5272265"/>
              <a:ext cx="1463400" cy="1665360"/>
            </p14:xfrm>
          </p:contentPart>
        </mc:Choice>
        <mc:Fallback xmlns="">
          <p:pic>
            <p:nvPicPr>
              <p:cNvPr id="91" name="잉크 90">
                <a:extLst>
                  <a:ext uri="{FF2B5EF4-FFF2-40B4-BE49-F238E27FC236}">
                    <a16:creationId xmlns:a16="http://schemas.microsoft.com/office/drawing/2014/main" id="{18A83795-1AE1-72DC-EC82-F35EC6A572E0}"/>
                  </a:ext>
                </a:extLst>
              </p:cNvPr>
              <p:cNvPicPr/>
              <p:nvPr/>
            </p:nvPicPr>
            <p:blipFill>
              <a:blip r:embed="rId382"/>
              <a:stretch>
                <a:fillRect/>
              </a:stretch>
            </p:blipFill>
            <p:spPr>
              <a:xfrm>
                <a:off x="385713" y="5263265"/>
                <a:ext cx="1481040" cy="168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3">
            <p14:nvContentPartPr>
              <p14:cNvPr id="128" name="잉크 127">
                <a:extLst>
                  <a:ext uri="{FF2B5EF4-FFF2-40B4-BE49-F238E27FC236}">
                    <a16:creationId xmlns:a16="http://schemas.microsoft.com/office/drawing/2014/main" id="{1E155CB6-B7DA-75FE-976D-C1F11AC7A952}"/>
                  </a:ext>
                </a:extLst>
              </p14:cNvPr>
              <p14:cNvContentPartPr/>
              <p14:nvPr/>
            </p14:nvContentPartPr>
            <p14:xfrm>
              <a:off x="479313" y="5365145"/>
              <a:ext cx="1580400" cy="1452600"/>
            </p14:xfrm>
          </p:contentPart>
        </mc:Choice>
        <mc:Fallback xmlns="">
          <p:pic>
            <p:nvPicPr>
              <p:cNvPr id="128" name="잉크 127">
                <a:extLst>
                  <a:ext uri="{FF2B5EF4-FFF2-40B4-BE49-F238E27FC236}">
                    <a16:creationId xmlns:a16="http://schemas.microsoft.com/office/drawing/2014/main" id="{1E155CB6-B7DA-75FE-976D-C1F11AC7A952}"/>
                  </a:ext>
                </a:extLst>
              </p:cNvPr>
              <p:cNvPicPr/>
              <p:nvPr/>
            </p:nvPicPr>
            <p:blipFill>
              <a:blip r:embed="rId384"/>
              <a:stretch>
                <a:fillRect/>
              </a:stretch>
            </p:blipFill>
            <p:spPr>
              <a:xfrm>
                <a:off x="470673" y="5356145"/>
                <a:ext cx="1598040" cy="147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5">
            <p14:nvContentPartPr>
              <p14:cNvPr id="67" name="잉크 66">
                <a:extLst>
                  <a:ext uri="{FF2B5EF4-FFF2-40B4-BE49-F238E27FC236}">
                    <a16:creationId xmlns:a16="http://schemas.microsoft.com/office/drawing/2014/main" id="{4085DA94-A1C4-2004-C47C-4F72A9F6D510}"/>
                  </a:ext>
                </a:extLst>
              </p14:cNvPr>
              <p14:cNvContentPartPr/>
              <p14:nvPr/>
            </p14:nvContentPartPr>
            <p14:xfrm>
              <a:off x="1120833" y="5920265"/>
              <a:ext cx="80280" cy="122400"/>
            </p14:xfrm>
          </p:contentPart>
        </mc:Choice>
        <mc:Fallback xmlns="">
          <p:pic>
            <p:nvPicPr>
              <p:cNvPr id="67" name="잉크 66">
                <a:extLst>
                  <a:ext uri="{FF2B5EF4-FFF2-40B4-BE49-F238E27FC236}">
                    <a16:creationId xmlns:a16="http://schemas.microsoft.com/office/drawing/2014/main" id="{4085DA94-A1C4-2004-C47C-4F72A9F6D510}"/>
                  </a:ext>
                </a:extLst>
              </p:cNvPr>
              <p:cNvPicPr/>
              <p:nvPr/>
            </p:nvPicPr>
            <p:blipFill>
              <a:blip r:embed="rId386"/>
              <a:stretch>
                <a:fillRect/>
              </a:stretch>
            </p:blipFill>
            <p:spPr>
              <a:xfrm>
                <a:off x="1112193" y="5911625"/>
                <a:ext cx="9792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7">
            <p14:nvContentPartPr>
              <p14:cNvPr id="72" name="잉크 71">
                <a:extLst>
                  <a:ext uri="{FF2B5EF4-FFF2-40B4-BE49-F238E27FC236}">
                    <a16:creationId xmlns:a16="http://schemas.microsoft.com/office/drawing/2014/main" id="{14783F0A-9745-69A5-ADF6-1F53C4E2D710}"/>
                  </a:ext>
                </a:extLst>
              </p14:cNvPr>
              <p14:cNvContentPartPr/>
              <p14:nvPr/>
            </p14:nvContentPartPr>
            <p14:xfrm>
              <a:off x="1135593" y="5929265"/>
              <a:ext cx="63360" cy="360"/>
            </p14:xfrm>
          </p:contentPart>
        </mc:Choice>
        <mc:Fallback xmlns="">
          <p:pic>
            <p:nvPicPr>
              <p:cNvPr id="72" name="잉크 71">
                <a:extLst>
                  <a:ext uri="{FF2B5EF4-FFF2-40B4-BE49-F238E27FC236}">
                    <a16:creationId xmlns:a16="http://schemas.microsoft.com/office/drawing/2014/main" id="{14783F0A-9745-69A5-ADF6-1F53C4E2D710}"/>
                  </a:ext>
                </a:extLst>
              </p:cNvPr>
              <p:cNvPicPr/>
              <p:nvPr/>
            </p:nvPicPr>
            <p:blipFill>
              <a:blip r:embed="rId388"/>
              <a:stretch>
                <a:fillRect/>
              </a:stretch>
            </p:blipFill>
            <p:spPr>
              <a:xfrm>
                <a:off x="1126953" y="5920625"/>
                <a:ext cx="81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9">
            <p14:nvContentPartPr>
              <p14:cNvPr id="73" name="잉크 72">
                <a:extLst>
                  <a:ext uri="{FF2B5EF4-FFF2-40B4-BE49-F238E27FC236}">
                    <a16:creationId xmlns:a16="http://schemas.microsoft.com/office/drawing/2014/main" id="{E4D05059-004C-4766-6D86-AA8B82675AFF}"/>
                  </a:ext>
                </a:extLst>
              </p14:cNvPr>
              <p14:cNvContentPartPr/>
              <p14:nvPr/>
            </p14:nvContentPartPr>
            <p14:xfrm>
              <a:off x="1209753" y="5957345"/>
              <a:ext cx="119520" cy="8640"/>
            </p14:xfrm>
          </p:contentPart>
        </mc:Choice>
        <mc:Fallback xmlns="">
          <p:pic>
            <p:nvPicPr>
              <p:cNvPr id="73" name="잉크 72">
                <a:extLst>
                  <a:ext uri="{FF2B5EF4-FFF2-40B4-BE49-F238E27FC236}">
                    <a16:creationId xmlns:a16="http://schemas.microsoft.com/office/drawing/2014/main" id="{E4D05059-004C-4766-6D86-AA8B82675AFF}"/>
                  </a:ext>
                </a:extLst>
              </p:cNvPr>
              <p:cNvPicPr/>
              <p:nvPr/>
            </p:nvPicPr>
            <p:blipFill>
              <a:blip r:embed="rId390"/>
              <a:stretch>
                <a:fillRect/>
              </a:stretch>
            </p:blipFill>
            <p:spPr>
              <a:xfrm>
                <a:off x="1201113" y="5948705"/>
                <a:ext cx="13716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1">
            <p14:nvContentPartPr>
              <p14:cNvPr id="74" name="잉크 73">
                <a:extLst>
                  <a:ext uri="{FF2B5EF4-FFF2-40B4-BE49-F238E27FC236}">
                    <a16:creationId xmlns:a16="http://schemas.microsoft.com/office/drawing/2014/main" id="{17E73F7A-29E5-1D26-A77B-C453EFE2CE40}"/>
                  </a:ext>
                </a:extLst>
              </p14:cNvPr>
              <p14:cNvContentPartPr/>
              <p14:nvPr/>
            </p14:nvContentPartPr>
            <p14:xfrm>
              <a:off x="1218753" y="5966345"/>
              <a:ext cx="133560" cy="470880"/>
            </p14:xfrm>
          </p:contentPart>
        </mc:Choice>
        <mc:Fallback xmlns="">
          <p:pic>
            <p:nvPicPr>
              <p:cNvPr id="74" name="잉크 73">
                <a:extLst>
                  <a:ext uri="{FF2B5EF4-FFF2-40B4-BE49-F238E27FC236}">
                    <a16:creationId xmlns:a16="http://schemas.microsoft.com/office/drawing/2014/main" id="{17E73F7A-29E5-1D26-A77B-C453EFE2CE40}"/>
                  </a:ext>
                </a:extLst>
              </p:cNvPr>
              <p:cNvPicPr/>
              <p:nvPr/>
            </p:nvPicPr>
            <p:blipFill>
              <a:blip r:embed="rId392"/>
              <a:stretch>
                <a:fillRect/>
              </a:stretch>
            </p:blipFill>
            <p:spPr>
              <a:xfrm>
                <a:off x="1210113" y="5957705"/>
                <a:ext cx="151200" cy="48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3">
            <p14:nvContentPartPr>
              <p14:cNvPr id="79" name="잉크 78">
                <a:extLst>
                  <a:ext uri="{FF2B5EF4-FFF2-40B4-BE49-F238E27FC236}">
                    <a16:creationId xmlns:a16="http://schemas.microsoft.com/office/drawing/2014/main" id="{87744285-20B7-8969-0799-2983F8183A93}"/>
                  </a:ext>
                </a:extLst>
              </p14:cNvPr>
              <p14:cNvContentPartPr/>
              <p14:nvPr/>
            </p14:nvContentPartPr>
            <p14:xfrm>
              <a:off x="1237473" y="6257225"/>
              <a:ext cx="207720" cy="222840"/>
            </p14:xfrm>
          </p:contentPart>
        </mc:Choice>
        <mc:Fallback xmlns="">
          <p:pic>
            <p:nvPicPr>
              <p:cNvPr id="79" name="잉크 78">
                <a:extLst>
                  <a:ext uri="{FF2B5EF4-FFF2-40B4-BE49-F238E27FC236}">
                    <a16:creationId xmlns:a16="http://schemas.microsoft.com/office/drawing/2014/main" id="{87744285-20B7-8969-0799-2983F8183A93}"/>
                  </a:ext>
                </a:extLst>
              </p:cNvPr>
              <p:cNvPicPr/>
              <p:nvPr/>
            </p:nvPicPr>
            <p:blipFill>
              <a:blip r:embed="rId394"/>
              <a:stretch>
                <a:fillRect/>
              </a:stretch>
            </p:blipFill>
            <p:spPr>
              <a:xfrm>
                <a:off x="1228473" y="6248585"/>
                <a:ext cx="225360" cy="24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5">
            <p14:nvContentPartPr>
              <p14:cNvPr id="134" name="잉크 133">
                <a:extLst>
                  <a:ext uri="{FF2B5EF4-FFF2-40B4-BE49-F238E27FC236}">
                    <a16:creationId xmlns:a16="http://schemas.microsoft.com/office/drawing/2014/main" id="{E87BC20B-3CB7-C962-DBE3-568D6829E25B}"/>
                  </a:ext>
                </a:extLst>
              </p14:cNvPr>
              <p14:cNvContentPartPr/>
              <p14:nvPr/>
            </p14:nvContentPartPr>
            <p14:xfrm>
              <a:off x="571113" y="5301065"/>
              <a:ext cx="1297080" cy="1294200"/>
            </p14:xfrm>
          </p:contentPart>
        </mc:Choice>
        <mc:Fallback xmlns="">
          <p:pic>
            <p:nvPicPr>
              <p:cNvPr id="134" name="잉크 133">
                <a:extLst>
                  <a:ext uri="{FF2B5EF4-FFF2-40B4-BE49-F238E27FC236}">
                    <a16:creationId xmlns:a16="http://schemas.microsoft.com/office/drawing/2014/main" id="{E87BC20B-3CB7-C962-DBE3-568D6829E25B}"/>
                  </a:ext>
                </a:extLst>
              </p:cNvPr>
              <p:cNvPicPr/>
              <p:nvPr/>
            </p:nvPicPr>
            <p:blipFill>
              <a:blip r:embed="rId396"/>
              <a:stretch>
                <a:fillRect/>
              </a:stretch>
            </p:blipFill>
            <p:spPr>
              <a:xfrm>
                <a:off x="562113" y="5292065"/>
                <a:ext cx="1314720" cy="1311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6" name="그룹 135">
            <a:extLst>
              <a:ext uri="{FF2B5EF4-FFF2-40B4-BE49-F238E27FC236}">
                <a16:creationId xmlns:a16="http://schemas.microsoft.com/office/drawing/2014/main" id="{C272894C-2C12-4068-0967-D53057A7462F}"/>
              </a:ext>
            </a:extLst>
          </p:cNvPr>
          <p:cNvGrpSpPr/>
          <p:nvPr/>
        </p:nvGrpSpPr>
        <p:grpSpPr>
          <a:xfrm>
            <a:off x="3038553" y="1929305"/>
            <a:ext cx="2097360" cy="1811880"/>
            <a:chOff x="3038553" y="1929305"/>
            <a:chExt cx="2097360" cy="181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81" name="잉크 80">
                  <a:extLst>
                    <a:ext uri="{FF2B5EF4-FFF2-40B4-BE49-F238E27FC236}">
                      <a16:creationId xmlns:a16="http://schemas.microsoft.com/office/drawing/2014/main" id="{E6B7B0A2-522F-BA96-26B7-9CDCEC100E63}"/>
                    </a:ext>
                  </a:extLst>
                </p14:cNvPr>
                <p14:cNvContentPartPr/>
                <p14:nvPr/>
              </p14:nvContentPartPr>
              <p14:xfrm>
                <a:off x="3373713" y="2456705"/>
                <a:ext cx="62640" cy="212400"/>
              </p14:xfrm>
            </p:contentPart>
          </mc:Choice>
          <mc:Fallback xmlns="">
            <p:pic>
              <p:nvPicPr>
                <p:cNvPr id="81" name="잉크 80">
                  <a:extLst>
                    <a:ext uri="{FF2B5EF4-FFF2-40B4-BE49-F238E27FC236}">
                      <a16:creationId xmlns:a16="http://schemas.microsoft.com/office/drawing/2014/main" id="{E6B7B0A2-522F-BA96-26B7-9CDCEC100E63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3365073" y="2447705"/>
                  <a:ext cx="8028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82" name="잉크 81">
                  <a:extLst>
                    <a:ext uri="{FF2B5EF4-FFF2-40B4-BE49-F238E27FC236}">
                      <a16:creationId xmlns:a16="http://schemas.microsoft.com/office/drawing/2014/main" id="{95304330-800F-4222-6A2F-CA010CD8C732}"/>
                    </a:ext>
                  </a:extLst>
                </p14:cNvPr>
                <p14:cNvContentPartPr/>
                <p14:nvPr/>
              </p14:nvContentPartPr>
              <p14:xfrm>
                <a:off x="3453993" y="2456705"/>
                <a:ext cx="317880" cy="135360"/>
              </p14:xfrm>
            </p:contentPart>
          </mc:Choice>
          <mc:Fallback xmlns="">
            <p:pic>
              <p:nvPicPr>
                <p:cNvPr id="82" name="잉크 81">
                  <a:extLst>
                    <a:ext uri="{FF2B5EF4-FFF2-40B4-BE49-F238E27FC236}">
                      <a16:creationId xmlns:a16="http://schemas.microsoft.com/office/drawing/2014/main" id="{95304330-800F-4222-6A2F-CA010CD8C732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3445353" y="2447705"/>
                  <a:ext cx="33552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83" name="잉크 82">
                  <a:extLst>
                    <a:ext uri="{FF2B5EF4-FFF2-40B4-BE49-F238E27FC236}">
                      <a16:creationId xmlns:a16="http://schemas.microsoft.com/office/drawing/2014/main" id="{EA702C9A-C588-67B3-23D0-254DF16ECF3F}"/>
                    </a:ext>
                  </a:extLst>
                </p14:cNvPr>
                <p14:cNvContentPartPr/>
                <p14:nvPr/>
              </p14:nvContentPartPr>
              <p14:xfrm>
                <a:off x="3601953" y="2976545"/>
                <a:ext cx="324360" cy="173520"/>
              </p14:xfrm>
            </p:contentPart>
          </mc:Choice>
          <mc:Fallback xmlns="">
            <p:pic>
              <p:nvPicPr>
                <p:cNvPr id="83" name="잉크 82">
                  <a:extLst>
                    <a:ext uri="{FF2B5EF4-FFF2-40B4-BE49-F238E27FC236}">
                      <a16:creationId xmlns:a16="http://schemas.microsoft.com/office/drawing/2014/main" id="{EA702C9A-C588-67B3-23D0-254DF16ECF3F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3593313" y="2967905"/>
                  <a:ext cx="34200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102" name="잉크 101">
                  <a:extLst>
                    <a:ext uri="{FF2B5EF4-FFF2-40B4-BE49-F238E27FC236}">
                      <a16:creationId xmlns:a16="http://schemas.microsoft.com/office/drawing/2014/main" id="{E96D546D-00EE-7414-F730-A852E1CF196D}"/>
                    </a:ext>
                  </a:extLst>
                </p14:cNvPr>
                <p14:cNvContentPartPr/>
                <p14:nvPr/>
              </p14:nvContentPartPr>
              <p14:xfrm>
                <a:off x="3038553" y="2252225"/>
                <a:ext cx="1770840" cy="1488960"/>
              </p14:xfrm>
            </p:contentPart>
          </mc:Choice>
          <mc:Fallback xmlns="">
            <p:pic>
              <p:nvPicPr>
                <p:cNvPr id="102" name="잉크 101">
                  <a:extLst>
                    <a:ext uri="{FF2B5EF4-FFF2-40B4-BE49-F238E27FC236}">
                      <a16:creationId xmlns:a16="http://schemas.microsoft.com/office/drawing/2014/main" id="{E96D546D-00EE-7414-F730-A852E1CF196D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3029913" y="2243225"/>
                  <a:ext cx="1788480" cy="150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111" name="잉크 110">
                  <a:extLst>
                    <a:ext uri="{FF2B5EF4-FFF2-40B4-BE49-F238E27FC236}">
                      <a16:creationId xmlns:a16="http://schemas.microsoft.com/office/drawing/2014/main" id="{D5488323-BB52-CC25-611D-DA1D20E1A522}"/>
                    </a:ext>
                  </a:extLst>
                </p14:cNvPr>
                <p14:cNvContentPartPr/>
                <p14:nvPr/>
              </p14:nvContentPartPr>
              <p14:xfrm>
                <a:off x="4719393" y="1930385"/>
                <a:ext cx="130680" cy="209520"/>
              </p14:xfrm>
            </p:contentPart>
          </mc:Choice>
          <mc:Fallback xmlns="">
            <p:pic>
              <p:nvPicPr>
                <p:cNvPr id="111" name="잉크 110">
                  <a:extLst>
                    <a:ext uri="{FF2B5EF4-FFF2-40B4-BE49-F238E27FC236}">
                      <a16:creationId xmlns:a16="http://schemas.microsoft.com/office/drawing/2014/main" id="{D5488323-BB52-CC25-611D-DA1D20E1A522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4710753" y="1921385"/>
                  <a:ext cx="14832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121" name="잉크 120">
                  <a:extLst>
                    <a:ext uri="{FF2B5EF4-FFF2-40B4-BE49-F238E27FC236}">
                      <a16:creationId xmlns:a16="http://schemas.microsoft.com/office/drawing/2014/main" id="{D43DF9DB-7432-05F4-63B4-F28C88B66E59}"/>
                    </a:ext>
                  </a:extLst>
                </p14:cNvPr>
                <p14:cNvContentPartPr/>
                <p14:nvPr/>
              </p14:nvContentPartPr>
              <p14:xfrm>
                <a:off x="4802553" y="1929305"/>
                <a:ext cx="333360" cy="594000"/>
              </p14:xfrm>
            </p:contentPart>
          </mc:Choice>
          <mc:Fallback xmlns="">
            <p:pic>
              <p:nvPicPr>
                <p:cNvPr id="121" name="잉크 120">
                  <a:extLst>
                    <a:ext uri="{FF2B5EF4-FFF2-40B4-BE49-F238E27FC236}">
                      <a16:creationId xmlns:a16="http://schemas.microsoft.com/office/drawing/2014/main" id="{D43DF9DB-7432-05F4-63B4-F28C88B66E59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4793913" y="1920305"/>
                  <a:ext cx="351000" cy="61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131" name="잉크 130">
                  <a:extLst>
                    <a:ext uri="{FF2B5EF4-FFF2-40B4-BE49-F238E27FC236}">
                      <a16:creationId xmlns:a16="http://schemas.microsoft.com/office/drawing/2014/main" id="{FCDAC31D-7790-9F61-A3BA-85DD074015AA}"/>
                    </a:ext>
                  </a:extLst>
                </p14:cNvPr>
                <p14:cNvContentPartPr/>
                <p14:nvPr/>
              </p14:nvContentPartPr>
              <p14:xfrm>
                <a:off x="3066273" y="2421065"/>
                <a:ext cx="1958760" cy="1181520"/>
              </p14:xfrm>
            </p:contentPart>
          </mc:Choice>
          <mc:Fallback xmlns="">
            <p:pic>
              <p:nvPicPr>
                <p:cNvPr id="131" name="잉크 130">
                  <a:extLst>
                    <a:ext uri="{FF2B5EF4-FFF2-40B4-BE49-F238E27FC236}">
                      <a16:creationId xmlns:a16="http://schemas.microsoft.com/office/drawing/2014/main" id="{FCDAC31D-7790-9F61-A3BA-85DD074015AA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3057273" y="2412065"/>
                  <a:ext cx="1976400" cy="11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132" name="잉크 131">
                  <a:extLst>
                    <a:ext uri="{FF2B5EF4-FFF2-40B4-BE49-F238E27FC236}">
                      <a16:creationId xmlns:a16="http://schemas.microsoft.com/office/drawing/2014/main" id="{D5B37EAB-AAC7-9E3A-18E0-A77DEF711E0C}"/>
                    </a:ext>
                  </a:extLst>
                </p14:cNvPr>
                <p14:cNvContentPartPr/>
                <p14:nvPr/>
              </p14:nvContentPartPr>
              <p14:xfrm>
                <a:off x="4857993" y="2317745"/>
                <a:ext cx="39960" cy="159840"/>
              </p14:xfrm>
            </p:contentPart>
          </mc:Choice>
          <mc:Fallback xmlns="">
            <p:pic>
              <p:nvPicPr>
                <p:cNvPr id="132" name="잉크 131">
                  <a:extLst>
                    <a:ext uri="{FF2B5EF4-FFF2-40B4-BE49-F238E27FC236}">
                      <a16:creationId xmlns:a16="http://schemas.microsoft.com/office/drawing/2014/main" id="{D5B37EAB-AAC7-9E3A-18E0-A77DEF711E0C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4849353" y="2309105"/>
                  <a:ext cx="5760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135" name="잉크 134">
                  <a:extLst>
                    <a:ext uri="{FF2B5EF4-FFF2-40B4-BE49-F238E27FC236}">
                      <a16:creationId xmlns:a16="http://schemas.microsoft.com/office/drawing/2014/main" id="{E7EDF6AB-8972-09C7-D4B4-756110DF0325}"/>
                    </a:ext>
                  </a:extLst>
                </p14:cNvPr>
                <p14:cNvContentPartPr/>
                <p14:nvPr/>
              </p14:nvContentPartPr>
              <p14:xfrm>
                <a:off x="3284793" y="2272025"/>
                <a:ext cx="1758240" cy="1081800"/>
              </p14:xfrm>
            </p:contentPart>
          </mc:Choice>
          <mc:Fallback xmlns="">
            <p:pic>
              <p:nvPicPr>
                <p:cNvPr id="135" name="잉크 134">
                  <a:extLst>
                    <a:ext uri="{FF2B5EF4-FFF2-40B4-BE49-F238E27FC236}">
                      <a16:creationId xmlns:a16="http://schemas.microsoft.com/office/drawing/2014/main" id="{E7EDF6AB-8972-09C7-D4B4-756110DF0325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3276153" y="2263025"/>
                  <a:ext cx="1775880" cy="109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4DE9A5BE-C03D-D1E7-C0D7-8DFC30D4D10C}"/>
              </a:ext>
            </a:extLst>
          </p:cNvPr>
          <p:cNvGrpSpPr/>
          <p:nvPr/>
        </p:nvGrpSpPr>
        <p:grpSpPr>
          <a:xfrm>
            <a:off x="1828953" y="4294505"/>
            <a:ext cx="9605880" cy="1454400"/>
            <a:chOff x="1828953" y="4294505"/>
            <a:chExt cx="9605880" cy="145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2" name="잉크 1">
                  <a:extLst>
                    <a:ext uri="{FF2B5EF4-FFF2-40B4-BE49-F238E27FC236}">
                      <a16:creationId xmlns:a16="http://schemas.microsoft.com/office/drawing/2014/main" id="{0358035A-AC89-F267-8263-D9C209B4F620}"/>
                    </a:ext>
                  </a:extLst>
                </p14:cNvPr>
                <p14:cNvContentPartPr/>
                <p14:nvPr/>
              </p14:nvContentPartPr>
              <p14:xfrm>
                <a:off x="2974113" y="5569625"/>
                <a:ext cx="8127720" cy="149040"/>
              </p14:xfrm>
            </p:contentPart>
          </mc:Choice>
          <mc:Fallback xmlns="">
            <p:pic>
              <p:nvPicPr>
                <p:cNvPr id="2" name="잉크 1">
                  <a:extLst>
                    <a:ext uri="{FF2B5EF4-FFF2-40B4-BE49-F238E27FC236}">
                      <a16:creationId xmlns:a16="http://schemas.microsoft.com/office/drawing/2014/main" id="{0358035A-AC89-F267-8263-D9C209B4F620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2965113" y="5560625"/>
                  <a:ext cx="814536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ABE1A8A8-EE63-7EC4-AA72-9120D39D6032}"/>
                    </a:ext>
                  </a:extLst>
                </p14:cNvPr>
                <p14:cNvContentPartPr/>
                <p14:nvPr/>
              </p14:nvContentPartPr>
              <p14:xfrm>
                <a:off x="10931913" y="5347865"/>
                <a:ext cx="290520" cy="401040"/>
              </p14:xfrm>
            </p:contentPart>
          </mc:Choice>
          <mc:Fallback xmlns=""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ABE1A8A8-EE63-7EC4-AA72-9120D39D6032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10922913" y="5338865"/>
                  <a:ext cx="308160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BD865319-1F51-530B-598D-4A293C62BBFF}"/>
                    </a:ext>
                  </a:extLst>
                </p14:cNvPr>
                <p14:cNvContentPartPr/>
                <p14:nvPr/>
              </p14:nvContentPartPr>
              <p14:xfrm>
                <a:off x="11026953" y="5375585"/>
                <a:ext cx="407880" cy="350640"/>
              </p14:xfrm>
            </p:contentPart>
          </mc:Choice>
          <mc:Fallback xmlns=""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BD865319-1F51-530B-598D-4A293C62BBFF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11017953" y="5366585"/>
                  <a:ext cx="42552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55" name="잉크 54">
                  <a:extLst>
                    <a:ext uri="{FF2B5EF4-FFF2-40B4-BE49-F238E27FC236}">
                      <a16:creationId xmlns:a16="http://schemas.microsoft.com/office/drawing/2014/main" id="{EDDD4671-DEB8-5BA9-98E7-71B6BDBD61FB}"/>
                    </a:ext>
                  </a:extLst>
                </p14:cNvPr>
                <p14:cNvContentPartPr/>
                <p14:nvPr/>
              </p14:nvContentPartPr>
              <p14:xfrm>
                <a:off x="1828953" y="4959785"/>
                <a:ext cx="303480" cy="479880"/>
              </p14:xfrm>
            </p:contentPart>
          </mc:Choice>
          <mc:Fallback xmlns="">
            <p:pic>
              <p:nvPicPr>
                <p:cNvPr id="55" name="잉크 54">
                  <a:extLst>
                    <a:ext uri="{FF2B5EF4-FFF2-40B4-BE49-F238E27FC236}">
                      <a16:creationId xmlns:a16="http://schemas.microsoft.com/office/drawing/2014/main" id="{EDDD4671-DEB8-5BA9-98E7-71B6BDBD61FB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1819953" y="4950785"/>
                  <a:ext cx="321120" cy="49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56" name="잉크 55">
                  <a:extLst>
                    <a:ext uri="{FF2B5EF4-FFF2-40B4-BE49-F238E27FC236}">
                      <a16:creationId xmlns:a16="http://schemas.microsoft.com/office/drawing/2014/main" id="{9A700A72-B8B5-A2C4-2124-B2225F54C92B}"/>
                    </a:ext>
                  </a:extLst>
                </p14:cNvPr>
                <p14:cNvContentPartPr/>
                <p14:nvPr/>
              </p14:nvContentPartPr>
              <p14:xfrm>
                <a:off x="1930473" y="4438505"/>
                <a:ext cx="1150920" cy="909720"/>
              </p14:xfrm>
            </p:contentPart>
          </mc:Choice>
          <mc:Fallback xmlns="">
            <p:pic>
              <p:nvPicPr>
                <p:cNvPr id="56" name="잉크 55">
                  <a:extLst>
                    <a:ext uri="{FF2B5EF4-FFF2-40B4-BE49-F238E27FC236}">
                      <a16:creationId xmlns:a16="http://schemas.microsoft.com/office/drawing/2014/main" id="{9A700A72-B8B5-A2C4-2124-B2225F54C92B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1921473" y="4429505"/>
                  <a:ext cx="1168560" cy="9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58" name="잉크 57">
                  <a:extLst>
                    <a:ext uri="{FF2B5EF4-FFF2-40B4-BE49-F238E27FC236}">
                      <a16:creationId xmlns:a16="http://schemas.microsoft.com/office/drawing/2014/main" id="{E94D790D-C55C-328D-7845-8BA6E3916206}"/>
                    </a:ext>
                  </a:extLst>
                </p14:cNvPr>
                <p14:cNvContentPartPr/>
                <p14:nvPr/>
              </p14:nvContentPartPr>
              <p14:xfrm>
                <a:off x="2918673" y="4294505"/>
                <a:ext cx="549360" cy="495000"/>
              </p14:xfrm>
            </p:contentPart>
          </mc:Choice>
          <mc:Fallback xmlns="">
            <p:pic>
              <p:nvPicPr>
                <p:cNvPr id="58" name="잉크 57">
                  <a:extLst>
                    <a:ext uri="{FF2B5EF4-FFF2-40B4-BE49-F238E27FC236}">
                      <a16:creationId xmlns:a16="http://schemas.microsoft.com/office/drawing/2014/main" id="{E94D790D-C55C-328D-7845-8BA6E3916206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2909673" y="4285865"/>
                  <a:ext cx="567000" cy="51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138" name="잉크 137">
                  <a:extLst>
                    <a:ext uri="{FF2B5EF4-FFF2-40B4-BE49-F238E27FC236}">
                      <a16:creationId xmlns:a16="http://schemas.microsoft.com/office/drawing/2014/main" id="{3A48E126-63E2-CB68-6686-6E35CE460B5B}"/>
                    </a:ext>
                  </a:extLst>
                </p14:cNvPr>
                <p14:cNvContentPartPr/>
                <p14:nvPr/>
              </p14:nvContentPartPr>
              <p14:xfrm>
                <a:off x="2668833" y="4673585"/>
                <a:ext cx="8571240" cy="157320"/>
              </p14:xfrm>
            </p:contentPart>
          </mc:Choice>
          <mc:Fallback xmlns="">
            <p:pic>
              <p:nvPicPr>
                <p:cNvPr id="138" name="잉크 137">
                  <a:extLst>
                    <a:ext uri="{FF2B5EF4-FFF2-40B4-BE49-F238E27FC236}">
                      <a16:creationId xmlns:a16="http://schemas.microsoft.com/office/drawing/2014/main" id="{3A48E126-63E2-CB68-6686-6E35CE460B5B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2660193" y="4664585"/>
                  <a:ext cx="858888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139" name="잉크 138">
                  <a:extLst>
                    <a:ext uri="{FF2B5EF4-FFF2-40B4-BE49-F238E27FC236}">
                      <a16:creationId xmlns:a16="http://schemas.microsoft.com/office/drawing/2014/main" id="{1BE0FE44-BC95-F973-46A0-2DF4CB6DABE7}"/>
                    </a:ext>
                  </a:extLst>
                </p14:cNvPr>
                <p14:cNvContentPartPr/>
                <p14:nvPr/>
              </p14:nvContentPartPr>
              <p14:xfrm>
                <a:off x="10732833" y="4461185"/>
                <a:ext cx="573840" cy="471960"/>
              </p14:xfrm>
            </p:contentPart>
          </mc:Choice>
          <mc:Fallback xmlns="">
            <p:pic>
              <p:nvPicPr>
                <p:cNvPr id="139" name="잉크 138">
                  <a:extLst>
                    <a:ext uri="{FF2B5EF4-FFF2-40B4-BE49-F238E27FC236}">
                      <a16:creationId xmlns:a16="http://schemas.microsoft.com/office/drawing/2014/main" id="{1BE0FE44-BC95-F973-46A0-2DF4CB6DABE7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10724193" y="4452185"/>
                  <a:ext cx="591480" cy="48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31">
            <p14:nvContentPartPr>
              <p14:cNvPr id="141" name="잉크 140">
                <a:extLst>
                  <a:ext uri="{FF2B5EF4-FFF2-40B4-BE49-F238E27FC236}">
                    <a16:creationId xmlns:a16="http://schemas.microsoft.com/office/drawing/2014/main" id="{154EFB38-4CA4-B7F0-B48A-7C1E5794E0AC}"/>
                  </a:ext>
                </a:extLst>
              </p14:cNvPr>
              <p14:cNvContentPartPr/>
              <p14:nvPr/>
            </p14:nvContentPartPr>
            <p14:xfrm>
              <a:off x="5576553" y="165305"/>
              <a:ext cx="1581480" cy="1258200"/>
            </p14:xfrm>
          </p:contentPart>
        </mc:Choice>
        <mc:Fallback xmlns="">
          <p:pic>
            <p:nvPicPr>
              <p:cNvPr id="141" name="잉크 140">
                <a:extLst>
                  <a:ext uri="{FF2B5EF4-FFF2-40B4-BE49-F238E27FC236}">
                    <a16:creationId xmlns:a16="http://schemas.microsoft.com/office/drawing/2014/main" id="{154EFB38-4CA4-B7F0-B48A-7C1E5794E0AC}"/>
                  </a:ext>
                </a:extLst>
              </p:cNvPr>
              <p:cNvPicPr/>
              <p:nvPr/>
            </p:nvPicPr>
            <p:blipFill>
              <a:blip r:embed="rId432"/>
              <a:stretch>
                <a:fillRect/>
              </a:stretch>
            </p:blipFill>
            <p:spPr>
              <a:xfrm>
                <a:off x="5567913" y="156665"/>
                <a:ext cx="1599120" cy="127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3">
            <p14:nvContentPartPr>
              <p14:cNvPr id="142" name="잉크 141">
                <a:extLst>
                  <a:ext uri="{FF2B5EF4-FFF2-40B4-BE49-F238E27FC236}">
                    <a16:creationId xmlns:a16="http://schemas.microsoft.com/office/drawing/2014/main" id="{FD47ADEC-9959-0B4A-D0CC-64642098EAE1}"/>
                  </a:ext>
                </a:extLst>
              </p14:cNvPr>
              <p14:cNvContentPartPr/>
              <p14:nvPr/>
            </p14:nvContentPartPr>
            <p14:xfrm>
              <a:off x="1578033" y="4007945"/>
              <a:ext cx="2126160" cy="1599840"/>
            </p14:xfrm>
          </p:contentPart>
        </mc:Choice>
        <mc:Fallback xmlns="">
          <p:pic>
            <p:nvPicPr>
              <p:cNvPr id="142" name="잉크 141">
                <a:extLst>
                  <a:ext uri="{FF2B5EF4-FFF2-40B4-BE49-F238E27FC236}">
                    <a16:creationId xmlns:a16="http://schemas.microsoft.com/office/drawing/2014/main" id="{FD47ADEC-9959-0B4A-D0CC-64642098EAE1}"/>
                  </a:ext>
                </a:extLst>
              </p:cNvPr>
              <p:cNvPicPr/>
              <p:nvPr/>
            </p:nvPicPr>
            <p:blipFill>
              <a:blip r:embed="rId434"/>
              <a:stretch>
                <a:fillRect/>
              </a:stretch>
            </p:blipFill>
            <p:spPr>
              <a:xfrm>
                <a:off x="1569033" y="3998945"/>
                <a:ext cx="2143800" cy="161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5">
            <p14:nvContentPartPr>
              <p14:cNvPr id="143" name="잉크 142">
                <a:extLst>
                  <a:ext uri="{FF2B5EF4-FFF2-40B4-BE49-F238E27FC236}">
                    <a16:creationId xmlns:a16="http://schemas.microsoft.com/office/drawing/2014/main" id="{DF80A319-1C9B-035B-4B46-5A0B51D8016A}"/>
                  </a:ext>
                </a:extLst>
              </p14:cNvPr>
              <p14:cNvContentPartPr/>
              <p14:nvPr/>
            </p14:nvContentPartPr>
            <p14:xfrm>
              <a:off x="580113" y="5513465"/>
              <a:ext cx="974160" cy="1109880"/>
            </p14:xfrm>
          </p:contentPart>
        </mc:Choice>
        <mc:Fallback xmlns="">
          <p:pic>
            <p:nvPicPr>
              <p:cNvPr id="143" name="잉크 142">
                <a:extLst>
                  <a:ext uri="{FF2B5EF4-FFF2-40B4-BE49-F238E27FC236}">
                    <a16:creationId xmlns:a16="http://schemas.microsoft.com/office/drawing/2014/main" id="{DF80A319-1C9B-035B-4B46-5A0B51D8016A}"/>
                  </a:ext>
                </a:extLst>
              </p:cNvPr>
              <p:cNvPicPr/>
              <p:nvPr/>
            </p:nvPicPr>
            <p:blipFill>
              <a:blip r:embed="rId436"/>
              <a:stretch>
                <a:fillRect/>
              </a:stretch>
            </p:blipFill>
            <p:spPr>
              <a:xfrm>
                <a:off x="571113" y="5504465"/>
                <a:ext cx="991800" cy="11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7">
            <p14:nvContentPartPr>
              <p14:cNvPr id="146" name="잉크 145">
                <a:extLst>
                  <a:ext uri="{FF2B5EF4-FFF2-40B4-BE49-F238E27FC236}">
                    <a16:creationId xmlns:a16="http://schemas.microsoft.com/office/drawing/2014/main" id="{E93DD7FE-B157-FCB7-E82F-C5E1241776B7}"/>
                  </a:ext>
                </a:extLst>
              </p14:cNvPr>
              <p14:cNvContentPartPr/>
              <p14:nvPr/>
            </p14:nvContentPartPr>
            <p14:xfrm>
              <a:off x="127953" y="4293785"/>
              <a:ext cx="1047240" cy="796320"/>
            </p14:xfrm>
          </p:contentPart>
        </mc:Choice>
        <mc:Fallback xmlns="">
          <p:pic>
            <p:nvPicPr>
              <p:cNvPr id="146" name="잉크 145">
                <a:extLst>
                  <a:ext uri="{FF2B5EF4-FFF2-40B4-BE49-F238E27FC236}">
                    <a16:creationId xmlns:a16="http://schemas.microsoft.com/office/drawing/2014/main" id="{E93DD7FE-B157-FCB7-E82F-C5E1241776B7}"/>
                  </a:ext>
                </a:extLst>
              </p:cNvPr>
              <p:cNvPicPr/>
              <p:nvPr/>
            </p:nvPicPr>
            <p:blipFill>
              <a:blip r:embed="rId438"/>
              <a:stretch>
                <a:fillRect/>
              </a:stretch>
            </p:blipFill>
            <p:spPr>
              <a:xfrm>
                <a:off x="119313" y="4284785"/>
                <a:ext cx="1064880" cy="813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77" name="그룹 176">
            <a:extLst>
              <a:ext uri="{FF2B5EF4-FFF2-40B4-BE49-F238E27FC236}">
                <a16:creationId xmlns:a16="http://schemas.microsoft.com/office/drawing/2014/main" id="{A35DBFAB-4E64-281C-C631-C87294F3A7DD}"/>
              </a:ext>
            </a:extLst>
          </p:cNvPr>
          <p:cNvGrpSpPr/>
          <p:nvPr/>
        </p:nvGrpSpPr>
        <p:grpSpPr>
          <a:xfrm>
            <a:off x="7314993" y="5772665"/>
            <a:ext cx="1053360" cy="806040"/>
            <a:chOff x="7314993" y="5772665"/>
            <a:chExt cx="1053360" cy="80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147" name="잉크 146">
                  <a:extLst>
                    <a:ext uri="{FF2B5EF4-FFF2-40B4-BE49-F238E27FC236}">
                      <a16:creationId xmlns:a16="http://schemas.microsoft.com/office/drawing/2014/main" id="{3E174053-B4C1-4D63-71E4-1A9005C17384}"/>
                    </a:ext>
                  </a:extLst>
                </p14:cNvPr>
                <p14:cNvContentPartPr/>
                <p14:nvPr/>
              </p14:nvContentPartPr>
              <p14:xfrm>
                <a:off x="7498953" y="5772665"/>
                <a:ext cx="372600" cy="351720"/>
              </p14:xfrm>
            </p:contentPart>
          </mc:Choice>
          <mc:Fallback xmlns="">
            <p:pic>
              <p:nvPicPr>
                <p:cNvPr id="147" name="잉크 146">
                  <a:extLst>
                    <a:ext uri="{FF2B5EF4-FFF2-40B4-BE49-F238E27FC236}">
                      <a16:creationId xmlns:a16="http://schemas.microsoft.com/office/drawing/2014/main" id="{3E174053-B4C1-4D63-71E4-1A9005C17384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7490313" y="5763665"/>
                  <a:ext cx="39024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148" name="잉크 147">
                  <a:extLst>
                    <a:ext uri="{FF2B5EF4-FFF2-40B4-BE49-F238E27FC236}">
                      <a16:creationId xmlns:a16="http://schemas.microsoft.com/office/drawing/2014/main" id="{1E817D62-A64E-3794-FF99-4DBA910C8CCB}"/>
                    </a:ext>
                  </a:extLst>
                </p14:cNvPr>
                <p14:cNvContentPartPr/>
                <p14:nvPr/>
              </p14:nvContentPartPr>
              <p14:xfrm>
                <a:off x="7471953" y="6225185"/>
                <a:ext cx="49680" cy="3960"/>
              </p14:xfrm>
            </p:contentPart>
          </mc:Choice>
          <mc:Fallback xmlns="">
            <p:pic>
              <p:nvPicPr>
                <p:cNvPr id="148" name="잉크 147">
                  <a:extLst>
                    <a:ext uri="{FF2B5EF4-FFF2-40B4-BE49-F238E27FC236}">
                      <a16:creationId xmlns:a16="http://schemas.microsoft.com/office/drawing/2014/main" id="{1E817D62-A64E-3794-FF99-4DBA910C8CCB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7463313" y="6216185"/>
                  <a:ext cx="6732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149" name="잉크 148">
                  <a:extLst>
                    <a:ext uri="{FF2B5EF4-FFF2-40B4-BE49-F238E27FC236}">
                      <a16:creationId xmlns:a16="http://schemas.microsoft.com/office/drawing/2014/main" id="{DC9C5D80-D595-4DD8-2F56-D18AA852166F}"/>
                    </a:ext>
                  </a:extLst>
                </p14:cNvPr>
                <p14:cNvContentPartPr/>
                <p14:nvPr/>
              </p14:nvContentPartPr>
              <p14:xfrm>
                <a:off x="7340553" y="6252545"/>
                <a:ext cx="112320" cy="187920"/>
              </p14:xfrm>
            </p:contentPart>
          </mc:Choice>
          <mc:Fallback xmlns="">
            <p:pic>
              <p:nvPicPr>
                <p:cNvPr id="149" name="잉크 148">
                  <a:extLst>
                    <a:ext uri="{FF2B5EF4-FFF2-40B4-BE49-F238E27FC236}">
                      <a16:creationId xmlns:a16="http://schemas.microsoft.com/office/drawing/2014/main" id="{DC9C5D80-D595-4DD8-2F56-D18AA852166F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7331913" y="6243905"/>
                  <a:ext cx="12996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150" name="잉크 149">
                  <a:extLst>
                    <a:ext uri="{FF2B5EF4-FFF2-40B4-BE49-F238E27FC236}">
                      <a16:creationId xmlns:a16="http://schemas.microsoft.com/office/drawing/2014/main" id="{A713DCA3-731A-6F5D-74B2-23B2F87F93A5}"/>
                    </a:ext>
                  </a:extLst>
                </p14:cNvPr>
                <p14:cNvContentPartPr/>
                <p14:nvPr/>
              </p14:nvContentPartPr>
              <p14:xfrm>
                <a:off x="7314993" y="6336065"/>
                <a:ext cx="138600" cy="18000"/>
              </p14:xfrm>
            </p:contentPart>
          </mc:Choice>
          <mc:Fallback xmlns="">
            <p:pic>
              <p:nvPicPr>
                <p:cNvPr id="150" name="잉크 149">
                  <a:extLst>
                    <a:ext uri="{FF2B5EF4-FFF2-40B4-BE49-F238E27FC236}">
                      <a16:creationId xmlns:a16="http://schemas.microsoft.com/office/drawing/2014/main" id="{A713DCA3-731A-6F5D-74B2-23B2F87F93A5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7306353" y="6327425"/>
                  <a:ext cx="15624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154" name="잉크 153">
                  <a:extLst>
                    <a:ext uri="{FF2B5EF4-FFF2-40B4-BE49-F238E27FC236}">
                      <a16:creationId xmlns:a16="http://schemas.microsoft.com/office/drawing/2014/main" id="{60B49614-2491-C241-3935-9CD59D517531}"/>
                    </a:ext>
                  </a:extLst>
                </p14:cNvPr>
                <p14:cNvContentPartPr/>
                <p14:nvPr/>
              </p14:nvContentPartPr>
              <p14:xfrm>
                <a:off x="7536753" y="6336065"/>
                <a:ext cx="204120" cy="182880"/>
              </p14:xfrm>
            </p:contentPart>
          </mc:Choice>
          <mc:Fallback xmlns="">
            <p:pic>
              <p:nvPicPr>
                <p:cNvPr id="154" name="잉크 153">
                  <a:extLst>
                    <a:ext uri="{FF2B5EF4-FFF2-40B4-BE49-F238E27FC236}">
                      <a16:creationId xmlns:a16="http://schemas.microsoft.com/office/drawing/2014/main" id="{60B49614-2491-C241-3935-9CD59D517531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7527753" y="6327425"/>
                  <a:ext cx="22176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162" name="잉크 161">
                  <a:extLst>
                    <a:ext uri="{FF2B5EF4-FFF2-40B4-BE49-F238E27FC236}">
                      <a16:creationId xmlns:a16="http://schemas.microsoft.com/office/drawing/2014/main" id="{3CA92C0F-316D-4591-8D74-E725B564FE74}"/>
                    </a:ext>
                  </a:extLst>
                </p14:cNvPr>
                <p14:cNvContentPartPr/>
                <p14:nvPr/>
              </p14:nvContentPartPr>
              <p14:xfrm>
                <a:off x="7776873" y="6372785"/>
                <a:ext cx="112680" cy="176760"/>
              </p14:xfrm>
            </p:contentPart>
          </mc:Choice>
          <mc:Fallback xmlns="">
            <p:pic>
              <p:nvPicPr>
                <p:cNvPr id="162" name="잉크 161">
                  <a:extLst>
                    <a:ext uri="{FF2B5EF4-FFF2-40B4-BE49-F238E27FC236}">
                      <a16:creationId xmlns:a16="http://schemas.microsoft.com/office/drawing/2014/main" id="{3CA92C0F-316D-4591-8D74-E725B564FE74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7767873" y="6364145"/>
                  <a:ext cx="1303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165" name="잉크 164">
                  <a:extLst>
                    <a:ext uri="{FF2B5EF4-FFF2-40B4-BE49-F238E27FC236}">
                      <a16:creationId xmlns:a16="http://schemas.microsoft.com/office/drawing/2014/main" id="{965111C4-F823-3F4B-7BC4-D20E01C04D0A}"/>
                    </a:ext>
                  </a:extLst>
                </p14:cNvPr>
                <p14:cNvContentPartPr/>
                <p14:nvPr/>
              </p14:nvContentPartPr>
              <p14:xfrm>
                <a:off x="7961193" y="6399065"/>
                <a:ext cx="240840" cy="179640"/>
              </p14:xfrm>
            </p:contentPart>
          </mc:Choice>
          <mc:Fallback xmlns="">
            <p:pic>
              <p:nvPicPr>
                <p:cNvPr id="165" name="잉크 164">
                  <a:extLst>
                    <a:ext uri="{FF2B5EF4-FFF2-40B4-BE49-F238E27FC236}">
                      <a16:creationId xmlns:a16="http://schemas.microsoft.com/office/drawing/2014/main" id="{965111C4-F823-3F4B-7BC4-D20E01C04D0A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7952553" y="6390065"/>
                  <a:ext cx="25848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3">
              <p14:nvContentPartPr>
                <p14:cNvPr id="175" name="잉크 174">
                  <a:extLst>
                    <a:ext uri="{FF2B5EF4-FFF2-40B4-BE49-F238E27FC236}">
                      <a16:creationId xmlns:a16="http://schemas.microsoft.com/office/drawing/2014/main" id="{B5F32BFE-8ED7-C8FA-136B-99025D0C5AB5}"/>
                    </a:ext>
                  </a:extLst>
                </p14:cNvPr>
                <p14:cNvContentPartPr/>
                <p14:nvPr/>
              </p14:nvContentPartPr>
              <p14:xfrm>
                <a:off x="8079633" y="6243545"/>
                <a:ext cx="207720" cy="307800"/>
              </p14:xfrm>
            </p:contentPart>
          </mc:Choice>
          <mc:Fallback xmlns="">
            <p:pic>
              <p:nvPicPr>
                <p:cNvPr id="175" name="잉크 174">
                  <a:extLst>
                    <a:ext uri="{FF2B5EF4-FFF2-40B4-BE49-F238E27FC236}">
                      <a16:creationId xmlns:a16="http://schemas.microsoft.com/office/drawing/2014/main" id="{B5F32BFE-8ED7-C8FA-136B-99025D0C5AB5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8070633" y="6234905"/>
                  <a:ext cx="22536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5">
              <p14:nvContentPartPr>
                <p14:cNvPr id="176" name="잉크 175">
                  <a:extLst>
                    <a:ext uri="{FF2B5EF4-FFF2-40B4-BE49-F238E27FC236}">
                      <a16:creationId xmlns:a16="http://schemas.microsoft.com/office/drawing/2014/main" id="{98826061-0B59-8F22-0138-E1C92071B111}"/>
                    </a:ext>
                  </a:extLst>
                </p14:cNvPr>
                <p14:cNvContentPartPr/>
                <p14:nvPr/>
              </p14:nvContentPartPr>
              <p14:xfrm>
                <a:off x="8209593" y="6262265"/>
                <a:ext cx="158760" cy="259920"/>
              </p14:xfrm>
            </p:contentPart>
          </mc:Choice>
          <mc:Fallback xmlns="">
            <p:pic>
              <p:nvPicPr>
                <p:cNvPr id="176" name="잉크 175">
                  <a:extLst>
                    <a:ext uri="{FF2B5EF4-FFF2-40B4-BE49-F238E27FC236}">
                      <a16:creationId xmlns:a16="http://schemas.microsoft.com/office/drawing/2014/main" id="{98826061-0B59-8F22-0138-E1C92071B111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8200593" y="6253265"/>
                  <a:ext cx="176400" cy="277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2352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CAD5FC2F-45C4-2D25-65A9-A1724A0487BC}"/>
                  </a:ext>
                </a:extLst>
              </p14:cNvPr>
              <p14:cNvContentPartPr/>
              <p14:nvPr/>
            </p14:nvContentPartPr>
            <p14:xfrm>
              <a:off x="3118833" y="2354949"/>
              <a:ext cx="6229440" cy="246672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CAD5FC2F-45C4-2D25-65A9-A1724A0487B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10193" y="2345949"/>
                <a:ext cx="6247080" cy="248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0" name="잉크 39">
                <a:extLst>
                  <a:ext uri="{FF2B5EF4-FFF2-40B4-BE49-F238E27FC236}">
                    <a16:creationId xmlns:a16="http://schemas.microsoft.com/office/drawing/2014/main" id="{8A9B02E9-6C86-3D7A-B0B1-7286EE8660EF}"/>
                  </a:ext>
                </a:extLst>
              </p14:cNvPr>
              <p14:cNvContentPartPr/>
              <p14:nvPr/>
            </p14:nvContentPartPr>
            <p14:xfrm>
              <a:off x="4588353" y="4054509"/>
              <a:ext cx="178200" cy="213120"/>
            </p14:xfrm>
          </p:contentPart>
        </mc:Choice>
        <mc:Fallback xmlns="">
          <p:pic>
            <p:nvPicPr>
              <p:cNvPr id="40" name="잉크 39">
                <a:extLst>
                  <a:ext uri="{FF2B5EF4-FFF2-40B4-BE49-F238E27FC236}">
                    <a16:creationId xmlns:a16="http://schemas.microsoft.com/office/drawing/2014/main" id="{8A9B02E9-6C86-3D7A-B0B1-7286EE8660E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79713" y="4045509"/>
                <a:ext cx="195840" cy="23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2" name="잉크 41">
                <a:extLst>
                  <a:ext uri="{FF2B5EF4-FFF2-40B4-BE49-F238E27FC236}">
                    <a16:creationId xmlns:a16="http://schemas.microsoft.com/office/drawing/2014/main" id="{8DD5C6BB-12A1-A9E2-001D-DE3C81B40E0D}"/>
                  </a:ext>
                </a:extLst>
              </p14:cNvPr>
              <p14:cNvContentPartPr/>
              <p14:nvPr/>
            </p14:nvContentPartPr>
            <p14:xfrm>
              <a:off x="5576913" y="451989"/>
              <a:ext cx="307440" cy="269280"/>
            </p14:xfrm>
          </p:contentPart>
        </mc:Choice>
        <mc:Fallback xmlns="">
          <p:pic>
            <p:nvPicPr>
              <p:cNvPr id="42" name="잉크 41">
                <a:extLst>
                  <a:ext uri="{FF2B5EF4-FFF2-40B4-BE49-F238E27FC236}">
                    <a16:creationId xmlns:a16="http://schemas.microsoft.com/office/drawing/2014/main" id="{8DD5C6BB-12A1-A9E2-001D-DE3C81B40E0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568273" y="443349"/>
                <a:ext cx="325080" cy="286920"/>
              </a:xfrm>
              <a:prstGeom prst="rect">
                <a:avLst/>
              </a:prstGeom>
            </p:spPr>
          </p:pic>
        </mc:Fallback>
      </mc:AlternateContent>
      <p:grpSp>
        <p:nvGrpSpPr>
          <p:cNvPr id="72" name="그룹 71">
            <a:extLst>
              <a:ext uri="{FF2B5EF4-FFF2-40B4-BE49-F238E27FC236}">
                <a16:creationId xmlns:a16="http://schemas.microsoft.com/office/drawing/2014/main" id="{DBB4CC10-4A0F-960D-7606-DAC8580735A4}"/>
              </a:ext>
            </a:extLst>
          </p:cNvPr>
          <p:cNvGrpSpPr/>
          <p:nvPr/>
        </p:nvGrpSpPr>
        <p:grpSpPr>
          <a:xfrm>
            <a:off x="4256073" y="3085029"/>
            <a:ext cx="3291120" cy="975600"/>
            <a:chOff x="4256073" y="3085029"/>
            <a:chExt cx="3291120" cy="97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C3CC611E-80D0-8D34-A492-F9DCCA792253}"/>
                    </a:ext>
                  </a:extLst>
                </p14:cNvPr>
                <p14:cNvContentPartPr/>
                <p14:nvPr/>
              </p14:nvContentPartPr>
              <p14:xfrm>
                <a:off x="4256073" y="3085029"/>
                <a:ext cx="152280" cy="224280"/>
              </p14:xfrm>
            </p:contentPart>
          </mc:Choice>
          <mc:Fallback xmlns=""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C3CC611E-80D0-8D34-A492-F9DCCA79225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247433" y="3076029"/>
                  <a:ext cx="16992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6EE9336D-2260-8E8A-39E7-1B231E109A49}"/>
                    </a:ext>
                  </a:extLst>
                </p14:cNvPr>
                <p14:cNvContentPartPr/>
                <p14:nvPr/>
              </p14:nvContentPartPr>
              <p14:xfrm>
                <a:off x="5725593" y="3158469"/>
                <a:ext cx="242280" cy="205560"/>
              </p14:xfrm>
            </p:contentPart>
          </mc:Choice>
          <mc:Fallback xmlns=""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6EE9336D-2260-8E8A-39E7-1B231E109A4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716593" y="3149829"/>
                  <a:ext cx="25992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47" name="잉크 46">
                  <a:extLst>
                    <a:ext uri="{FF2B5EF4-FFF2-40B4-BE49-F238E27FC236}">
                      <a16:creationId xmlns:a16="http://schemas.microsoft.com/office/drawing/2014/main" id="{19270D7C-CDF1-AA1D-C659-27EDCCDB28FB}"/>
                    </a:ext>
                  </a:extLst>
                </p14:cNvPr>
                <p14:cNvContentPartPr/>
                <p14:nvPr/>
              </p14:nvContentPartPr>
              <p14:xfrm>
                <a:off x="4433193" y="3148389"/>
                <a:ext cx="1080720" cy="10440"/>
              </p14:xfrm>
            </p:contentPart>
          </mc:Choice>
          <mc:Fallback xmlns="">
            <p:pic>
              <p:nvPicPr>
                <p:cNvPr id="47" name="잉크 46">
                  <a:extLst>
                    <a:ext uri="{FF2B5EF4-FFF2-40B4-BE49-F238E27FC236}">
                      <a16:creationId xmlns:a16="http://schemas.microsoft.com/office/drawing/2014/main" id="{19270D7C-CDF1-AA1D-C659-27EDCCDB28F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424553" y="3139389"/>
                  <a:ext cx="10983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55" name="잉크 54">
                  <a:extLst>
                    <a:ext uri="{FF2B5EF4-FFF2-40B4-BE49-F238E27FC236}">
                      <a16:creationId xmlns:a16="http://schemas.microsoft.com/office/drawing/2014/main" id="{FD45CE60-2FD9-5385-3DD7-7D1331C2ABD1}"/>
                    </a:ext>
                  </a:extLst>
                </p14:cNvPr>
                <p14:cNvContentPartPr/>
                <p14:nvPr/>
              </p14:nvContentPartPr>
              <p14:xfrm>
                <a:off x="4488633" y="3269709"/>
                <a:ext cx="1214280" cy="790920"/>
              </p14:xfrm>
            </p:contentPart>
          </mc:Choice>
          <mc:Fallback xmlns="">
            <p:pic>
              <p:nvPicPr>
                <p:cNvPr id="55" name="잉크 54">
                  <a:extLst>
                    <a:ext uri="{FF2B5EF4-FFF2-40B4-BE49-F238E27FC236}">
                      <a16:creationId xmlns:a16="http://schemas.microsoft.com/office/drawing/2014/main" id="{FD45CE60-2FD9-5385-3DD7-7D1331C2ABD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479993" y="3260709"/>
                  <a:ext cx="1231920" cy="80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56" name="잉크 55">
                  <a:extLst>
                    <a:ext uri="{FF2B5EF4-FFF2-40B4-BE49-F238E27FC236}">
                      <a16:creationId xmlns:a16="http://schemas.microsoft.com/office/drawing/2014/main" id="{FBE98F11-96C5-CBE4-ECA9-27816EB5F2C1}"/>
                    </a:ext>
                  </a:extLst>
                </p14:cNvPr>
                <p14:cNvContentPartPr/>
                <p14:nvPr/>
              </p14:nvContentPartPr>
              <p14:xfrm>
                <a:off x="7230033" y="3184029"/>
                <a:ext cx="317160" cy="244800"/>
              </p14:xfrm>
            </p:contentPart>
          </mc:Choice>
          <mc:Fallback xmlns="">
            <p:pic>
              <p:nvPicPr>
                <p:cNvPr id="56" name="잉크 55">
                  <a:extLst>
                    <a:ext uri="{FF2B5EF4-FFF2-40B4-BE49-F238E27FC236}">
                      <a16:creationId xmlns:a16="http://schemas.microsoft.com/office/drawing/2014/main" id="{FBE98F11-96C5-CBE4-ECA9-27816EB5F2C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221393" y="3175029"/>
                  <a:ext cx="33480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58" name="잉크 57">
                  <a:extLst>
                    <a:ext uri="{FF2B5EF4-FFF2-40B4-BE49-F238E27FC236}">
                      <a16:creationId xmlns:a16="http://schemas.microsoft.com/office/drawing/2014/main" id="{6029AF14-FD03-74C0-5336-0FC53C17FD78}"/>
                    </a:ext>
                  </a:extLst>
                </p14:cNvPr>
                <p14:cNvContentPartPr/>
                <p14:nvPr/>
              </p14:nvContentPartPr>
              <p14:xfrm>
                <a:off x="6003513" y="3417309"/>
                <a:ext cx="1003680" cy="572040"/>
              </p14:xfrm>
            </p:contentPart>
          </mc:Choice>
          <mc:Fallback xmlns="">
            <p:pic>
              <p:nvPicPr>
                <p:cNvPr id="58" name="잉크 57">
                  <a:extLst>
                    <a:ext uri="{FF2B5EF4-FFF2-40B4-BE49-F238E27FC236}">
                      <a16:creationId xmlns:a16="http://schemas.microsoft.com/office/drawing/2014/main" id="{6029AF14-FD03-74C0-5336-0FC53C17FD7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994513" y="3408309"/>
                  <a:ext cx="1021320" cy="58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60" name="잉크 59">
                  <a:extLst>
                    <a:ext uri="{FF2B5EF4-FFF2-40B4-BE49-F238E27FC236}">
                      <a16:creationId xmlns:a16="http://schemas.microsoft.com/office/drawing/2014/main" id="{C30B3F14-BE80-E4D5-159B-D6A1B2D5C6C3}"/>
                    </a:ext>
                  </a:extLst>
                </p14:cNvPr>
                <p14:cNvContentPartPr/>
                <p14:nvPr/>
              </p14:nvContentPartPr>
              <p14:xfrm>
                <a:off x="6592113" y="3426669"/>
                <a:ext cx="788040" cy="551520"/>
              </p14:xfrm>
            </p:contentPart>
          </mc:Choice>
          <mc:Fallback xmlns="">
            <p:pic>
              <p:nvPicPr>
                <p:cNvPr id="60" name="잉크 59">
                  <a:extLst>
                    <a:ext uri="{FF2B5EF4-FFF2-40B4-BE49-F238E27FC236}">
                      <a16:creationId xmlns:a16="http://schemas.microsoft.com/office/drawing/2014/main" id="{C30B3F14-BE80-E4D5-159B-D6A1B2D5C6C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583113" y="3417669"/>
                  <a:ext cx="805680" cy="56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67" name="잉크 66">
                  <a:extLst>
                    <a:ext uri="{FF2B5EF4-FFF2-40B4-BE49-F238E27FC236}">
                      <a16:creationId xmlns:a16="http://schemas.microsoft.com/office/drawing/2014/main" id="{976AA067-26E8-CA0B-948A-73E5B962C2EE}"/>
                    </a:ext>
                  </a:extLst>
                </p14:cNvPr>
                <p14:cNvContentPartPr/>
                <p14:nvPr/>
              </p14:nvContentPartPr>
              <p14:xfrm>
                <a:off x="5975793" y="3259269"/>
                <a:ext cx="1154520" cy="66600"/>
              </p14:xfrm>
            </p:contentPart>
          </mc:Choice>
          <mc:Fallback xmlns="">
            <p:pic>
              <p:nvPicPr>
                <p:cNvPr id="67" name="잉크 66">
                  <a:extLst>
                    <a:ext uri="{FF2B5EF4-FFF2-40B4-BE49-F238E27FC236}">
                      <a16:creationId xmlns:a16="http://schemas.microsoft.com/office/drawing/2014/main" id="{976AA067-26E8-CA0B-948A-73E5B962C2E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967153" y="3250629"/>
                  <a:ext cx="1172160" cy="8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그룹 136">
            <a:extLst>
              <a:ext uri="{FF2B5EF4-FFF2-40B4-BE49-F238E27FC236}">
                <a16:creationId xmlns:a16="http://schemas.microsoft.com/office/drawing/2014/main" id="{EE3C331B-118B-0E7F-92D2-B68E1DB3A1DC}"/>
              </a:ext>
            </a:extLst>
          </p:cNvPr>
          <p:cNvGrpSpPr/>
          <p:nvPr/>
        </p:nvGrpSpPr>
        <p:grpSpPr>
          <a:xfrm>
            <a:off x="4359393" y="163989"/>
            <a:ext cx="3666240" cy="3259800"/>
            <a:chOff x="4359393" y="163989"/>
            <a:chExt cx="3666240" cy="325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73" name="잉크 72">
                  <a:extLst>
                    <a:ext uri="{FF2B5EF4-FFF2-40B4-BE49-F238E27FC236}">
                      <a16:creationId xmlns:a16="http://schemas.microsoft.com/office/drawing/2014/main" id="{49AA95FE-A026-741C-FA5B-FC2A0C0EB40A}"/>
                    </a:ext>
                  </a:extLst>
                </p14:cNvPr>
                <p14:cNvContentPartPr/>
                <p14:nvPr/>
              </p14:nvContentPartPr>
              <p14:xfrm>
                <a:off x="4359393" y="610029"/>
                <a:ext cx="1539360" cy="2539800"/>
              </p14:xfrm>
            </p:contentPart>
          </mc:Choice>
          <mc:Fallback xmlns="">
            <p:pic>
              <p:nvPicPr>
                <p:cNvPr id="73" name="잉크 72">
                  <a:extLst>
                    <a:ext uri="{FF2B5EF4-FFF2-40B4-BE49-F238E27FC236}">
                      <a16:creationId xmlns:a16="http://schemas.microsoft.com/office/drawing/2014/main" id="{49AA95FE-A026-741C-FA5B-FC2A0C0EB40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350393" y="601029"/>
                  <a:ext cx="1557000" cy="255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74" name="잉크 73">
                  <a:extLst>
                    <a:ext uri="{FF2B5EF4-FFF2-40B4-BE49-F238E27FC236}">
                      <a16:creationId xmlns:a16="http://schemas.microsoft.com/office/drawing/2014/main" id="{32954D1E-8429-B825-EC2E-ACC9519EB833}"/>
                    </a:ext>
                  </a:extLst>
                </p14:cNvPr>
                <p14:cNvContentPartPr/>
                <p14:nvPr/>
              </p14:nvContentPartPr>
              <p14:xfrm>
                <a:off x="5725233" y="738549"/>
                <a:ext cx="113040" cy="2408760"/>
              </p14:xfrm>
            </p:contentPart>
          </mc:Choice>
          <mc:Fallback xmlns="">
            <p:pic>
              <p:nvPicPr>
                <p:cNvPr id="74" name="잉크 73">
                  <a:extLst>
                    <a:ext uri="{FF2B5EF4-FFF2-40B4-BE49-F238E27FC236}">
                      <a16:creationId xmlns:a16="http://schemas.microsoft.com/office/drawing/2014/main" id="{32954D1E-8429-B825-EC2E-ACC9519EB83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716593" y="729909"/>
                  <a:ext cx="130680" cy="242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79" name="잉크 78">
                  <a:extLst>
                    <a:ext uri="{FF2B5EF4-FFF2-40B4-BE49-F238E27FC236}">
                      <a16:creationId xmlns:a16="http://schemas.microsoft.com/office/drawing/2014/main" id="{7B5A7AAF-9DCB-F1AD-248A-AE71EFDC2237}"/>
                    </a:ext>
                  </a:extLst>
                </p14:cNvPr>
                <p14:cNvContentPartPr/>
                <p14:nvPr/>
              </p14:nvContentPartPr>
              <p14:xfrm>
                <a:off x="5873913" y="729549"/>
                <a:ext cx="1636920" cy="2603160"/>
              </p14:xfrm>
            </p:contentPart>
          </mc:Choice>
          <mc:Fallback xmlns="">
            <p:pic>
              <p:nvPicPr>
                <p:cNvPr id="79" name="잉크 78">
                  <a:extLst>
                    <a:ext uri="{FF2B5EF4-FFF2-40B4-BE49-F238E27FC236}">
                      <a16:creationId xmlns:a16="http://schemas.microsoft.com/office/drawing/2014/main" id="{7B5A7AAF-9DCB-F1AD-248A-AE71EFDC223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865273" y="720549"/>
                  <a:ext cx="1654560" cy="262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80" name="잉크 79">
                  <a:extLst>
                    <a:ext uri="{FF2B5EF4-FFF2-40B4-BE49-F238E27FC236}">
                      <a16:creationId xmlns:a16="http://schemas.microsoft.com/office/drawing/2014/main" id="{E5B8E908-5EB2-CFAF-5FF4-C873DF13867D}"/>
                    </a:ext>
                  </a:extLst>
                </p14:cNvPr>
                <p14:cNvContentPartPr/>
                <p14:nvPr/>
              </p14:nvContentPartPr>
              <p14:xfrm>
                <a:off x="5114673" y="163989"/>
                <a:ext cx="1092240" cy="742680"/>
              </p14:xfrm>
            </p:contentPart>
          </mc:Choice>
          <mc:Fallback xmlns="">
            <p:pic>
              <p:nvPicPr>
                <p:cNvPr id="80" name="잉크 79">
                  <a:extLst>
                    <a:ext uri="{FF2B5EF4-FFF2-40B4-BE49-F238E27FC236}">
                      <a16:creationId xmlns:a16="http://schemas.microsoft.com/office/drawing/2014/main" id="{E5B8E908-5EB2-CFAF-5FF4-C873DF13867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106033" y="154989"/>
                  <a:ext cx="1109880" cy="76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81" name="잉크 80">
                  <a:extLst>
                    <a:ext uri="{FF2B5EF4-FFF2-40B4-BE49-F238E27FC236}">
                      <a16:creationId xmlns:a16="http://schemas.microsoft.com/office/drawing/2014/main" id="{67C7B09B-94E2-8C8A-9BCD-4FC52FA399E9}"/>
                    </a:ext>
                  </a:extLst>
                </p14:cNvPr>
                <p14:cNvContentPartPr/>
                <p14:nvPr/>
              </p14:nvContentPartPr>
              <p14:xfrm>
                <a:off x="6696153" y="288189"/>
                <a:ext cx="147960" cy="16920"/>
              </p14:xfrm>
            </p:contentPart>
          </mc:Choice>
          <mc:Fallback xmlns="">
            <p:pic>
              <p:nvPicPr>
                <p:cNvPr id="81" name="잉크 80">
                  <a:extLst>
                    <a:ext uri="{FF2B5EF4-FFF2-40B4-BE49-F238E27FC236}">
                      <a16:creationId xmlns:a16="http://schemas.microsoft.com/office/drawing/2014/main" id="{67C7B09B-94E2-8C8A-9BCD-4FC52FA399E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687153" y="279189"/>
                  <a:ext cx="1656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82" name="잉크 81">
                  <a:extLst>
                    <a:ext uri="{FF2B5EF4-FFF2-40B4-BE49-F238E27FC236}">
                      <a16:creationId xmlns:a16="http://schemas.microsoft.com/office/drawing/2014/main" id="{0F9585E9-1CEB-B378-A544-927EC34C5F27}"/>
                    </a:ext>
                  </a:extLst>
                </p14:cNvPr>
                <p14:cNvContentPartPr/>
                <p14:nvPr/>
              </p14:nvContentPartPr>
              <p14:xfrm>
                <a:off x="6574113" y="286029"/>
                <a:ext cx="269640" cy="417240"/>
              </p14:xfrm>
            </p:contentPart>
          </mc:Choice>
          <mc:Fallback xmlns="">
            <p:pic>
              <p:nvPicPr>
                <p:cNvPr id="82" name="잉크 81">
                  <a:extLst>
                    <a:ext uri="{FF2B5EF4-FFF2-40B4-BE49-F238E27FC236}">
                      <a16:creationId xmlns:a16="http://schemas.microsoft.com/office/drawing/2014/main" id="{0F9585E9-1CEB-B378-A544-927EC34C5F2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565113" y="277389"/>
                  <a:ext cx="287280" cy="43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83" name="잉크 82">
                  <a:extLst>
                    <a:ext uri="{FF2B5EF4-FFF2-40B4-BE49-F238E27FC236}">
                      <a16:creationId xmlns:a16="http://schemas.microsoft.com/office/drawing/2014/main" id="{17D7EBD5-8712-87A0-96EE-1D762B9B2D67}"/>
                    </a:ext>
                  </a:extLst>
                </p14:cNvPr>
                <p14:cNvContentPartPr/>
                <p14:nvPr/>
              </p14:nvContentPartPr>
              <p14:xfrm>
                <a:off x="6705513" y="553869"/>
                <a:ext cx="202320" cy="360"/>
              </p14:xfrm>
            </p:contentPart>
          </mc:Choice>
          <mc:Fallback xmlns="">
            <p:pic>
              <p:nvPicPr>
                <p:cNvPr id="83" name="잉크 82">
                  <a:extLst>
                    <a:ext uri="{FF2B5EF4-FFF2-40B4-BE49-F238E27FC236}">
                      <a16:creationId xmlns:a16="http://schemas.microsoft.com/office/drawing/2014/main" id="{17D7EBD5-8712-87A0-96EE-1D762B9B2D6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696873" y="545229"/>
                  <a:ext cx="2199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84" name="잉크 83">
                  <a:extLst>
                    <a:ext uri="{FF2B5EF4-FFF2-40B4-BE49-F238E27FC236}">
                      <a16:creationId xmlns:a16="http://schemas.microsoft.com/office/drawing/2014/main" id="{1FAC1B93-D8A0-272D-DB38-628CC04E62A3}"/>
                    </a:ext>
                  </a:extLst>
                </p14:cNvPr>
                <p14:cNvContentPartPr/>
                <p14:nvPr/>
              </p14:nvContentPartPr>
              <p14:xfrm>
                <a:off x="6991713" y="478629"/>
                <a:ext cx="290880" cy="244440"/>
              </p14:xfrm>
            </p:contentPart>
          </mc:Choice>
          <mc:Fallback xmlns="">
            <p:pic>
              <p:nvPicPr>
                <p:cNvPr id="84" name="잉크 83">
                  <a:extLst>
                    <a:ext uri="{FF2B5EF4-FFF2-40B4-BE49-F238E27FC236}">
                      <a16:creationId xmlns:a16="http://schemas.microsoft.com/office/drawing/2014/main" id="{1FAC1B93-D8A0-272D-DB38-628CC04E62A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983073" y="469629"/>
                  <a:ext cx="30852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91" name="잉크 90">
                  <a:extLst>
                    <a:ext uri="{FF2B5EF4-FFF2-40B4-BE49-F238E27FC236}">
                      <a16:creationId xmlns:a16="http://schemas.microsoft.com/office/drawing/2014/main" id="{3596A176-BAC8-1289-6F66-ED0C226BFC70}"/>
                    </a:ext>
                  </a:extLst>
                </p14:cNvPr>
                <p14:cNvContentPartPr/>
                <p14:nvPr/>
              </p14:nvContentPartPr>
              <p14:xfrm>
                <a:off x="7257393" y="496269"/>
                <a:ext cx="238320" cy="235440"/>
              </p14:xfrm>
            </p:contentPart>
          </mc:Choice>
          <mc:Fallback xmlns="">
            <p:pic>
              <p:nvPicPr>
                <p:cNvPr id="91" name="잉크 90">
                  <a:extLst>
                    <a:ext uri="{FF2B5EF4-FFF2-40B4-BE49-F238E27FC236}">
                      <a16:creationId xmlns:a16="http://schemas.microsoft.com/office/drawing/2014/main" id="{3596A176-BAC8-1289-6F66-ED0C226BFC7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248753" y="487269"/>
                  <a:ext cx="25596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97" name="잉크 96">
                  <a:extLst>
                    <a:ext uri="{FF2B5EF4-FFF2-40B4-BE49-F238E27FC236}">
                      <a16:creationId xmlns:a16="http://schemas.microsoft.com/office/drawing/2014/main" id="{514D3C16-5E3E-4A89-9030-54A6A9A40540}"/>
                    </a:ext>
                  </a:extLst>
                </p14:cNvPr>
                <p14:cNvContentPartPr/>
                <p14:nvPr/>
              </p14:nvContentPartPr>
              <p14:xfrm>
                <a:off x="7536753" y="525069"/>
                <a:ext cx="264600" cy="191160"/>
              </p14:xfrm>
            </p:contentPart>
          </mc:Choice>
          <mc:Fallback xmlns="">
            <p:pic>
              <p:nvPicPr>
                <p:cNvPr id="97" name="잉크 96">
                  <a:extLst>
                    <a:ext uri="{FF2B5EF4-FFF2-40B4-BE49-F238E27FC236}">
                      <a16:creationId xmlns:a16="http://schemas.microsoft.com/office/drawing/2014/main" id="{514D3C16-5E3E-4A89-9030-54A6A9A4054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527753" y="516069"/>
                  <a:ext cx="28224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102" name="잉크 101">
                  <a:extLst>
                    <a:ext uri="{FF2B5EF4-FFF2-40B4-BE49-F238E27FC236}">
                      <a16:creationId xmlns:a16="http://schemas.microsoft.com/office/drawing/2014/main" id="{F078D7A3-A3AB-00CD-B1E1-425BB7A79623}"/>
                    </a:ext>
                  </a:extLst>
                </p14:cNvPr>
                <p14:cNvContentPartPr/>
                <p14:nvPr/>
              </p14:nvContentPartPr>
              <p14:xfrm>
                <a:off x="7832313" y="572589"/>
                <a:ext cx="150120" cy="360"/>
              </p14:xfrm>
            </p:contentPart>
          </mc:Choice>
          <mc:Fallback xmlns="">
            <p:pic>
              <p:nvPicPr>
                <p:cNvPr id="102" name="잉크 101">
                  <a:extLst>
                    <a:ext uri="{FF2B5EF4-FFF2-40B4-BE49-F238E27FC236}">
                      <a16:creationId xmlns:a16="http://schemas.microsoft.com/office/drawing/2014/main" id="{F078D7A3-A3AB-00CD-B1E1-425BB7A7962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823673" y="563589"/>
                  <a:ext cx="1677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11" name="잉크 110">
                  <a:extLst>
                    <a:ext uri="{FF2B5EF4-FFF2-40B4-BE49-F238E27FC236}">
                      <a16:creationId xmlns:a16="http://schemas.microsoft.com/office/drawing/2014/main" id="{660D0054-869E-E00C-A312-6218A0911FCB}"/>
                    </a:ext>
                  </a:extLst>
                </p14:cNvPr>
                <p14:cNvContentPartPr/>
                <p14:nvPr/>
              </p14:nvContentPartPr>
              <p14:xfrm>
                <a:off x="7848513" y="452349"/>
                <a:ext cx="177120" cy="390600"/>
              </p14:xfrm>
            </p:contentPart>
          </mc:Choice>
          <mc:Fallback xmlns="">
            <p:pic>
              <p:nvPicPr>
                <p:cNvPr id="111" name="잉크 110">
                  <a:extLst>
                    <a:ext uri="{FF2B5EF4-FFF2-40B4-BE49-F238E27FC236}">
                      <a16:creationId xmlns:a16="http://schemas.microsoft.com/office/drawing/2014/main" id="{660D0054-869E-E00C-A312-6218A0911FC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839873" y="443349"/>
                  <a:ext cx="194760" cy="40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22" name="잉크 121">
                  <a:extLst>
                    <a:ext uri="{FF2B5EF4-FFF2-40B4-BE49-F238E27FC236}">
                      <a16:creationId xmlns:a16="http://schemas.microsoft.com/office/drawing/2014/main" id="{94C356C1-6E2E-D1F8-33B8-FD8A9EE4C8B8}"/>
                    </a:ext>
                  </a:extLst>
                </p14:cNvPr>
                <p14:cNvContentPartPr/>
                <p14:nvPr/>
              </p14:nvContentPartPr>
              <p14:xfrm>
                <a:off x="5210793" y="1976589"/>
                <a:ext cx="100440" cy="78840"/>
              </p14:xfrm>
            </p:contentPart>
          </mc:Choice>
          <mc:Fallback xmlns="">
            <p:pic>
              <p:nvPicPr>
                <p:cNvPr id="122" name="잉크 121">
                  <a:extLst>
                    <a:ext uri="{FF2B5EF4-FFF2-40B4-BE49-F238E27FC236}">
                      <a16:creationId xmlns:a16="http://schemas.microsoft.com/office/drawing/2014/main" id="{94C356C1-6E2E-D1F8-33B8-FD8A9EE4C8B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202153" y="1967589"/>
                  <a:ext cx="11808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28" name="잉크 127">
                  <a:extLst>
                    <a:ext uri="{FF2B5EF4-FFF2-40B4-BE49-F238E27FC236}">
                      <a16:creationId xmlns:a16="http://schemas.microsoft.com/office/drawing/2014/main" id="{276D7B33-8F04-9E20-091F-9AE751B26E09}"/>
                    </a:ext>
                  </a:extLst>
                </p14:cNvPr>
                <p14:cNvContentPartPr/>
                <p14:nvPr/>
              </p14:nvContentPartPr>
              <p14:xfrm>
                <a:off x="5116833" y="2059029"/>
                <a:ext cx="451800" cy="75600"/>
              </p14:xfrm>
            </p:contentPart>
          </mc:Choice>
          <mc:Fallback xmlns="">
            <p:pic>
              <p:nvPicPr>
                <p:cNvPr id="128" name="잉크 127">
                  <a:extLst>
                    <a:ext uri="{FF2B5EF4-FFF2-40B4-BE49-F238E27FC236}">
                      <a16:creationId xmlns:a16="http://schemas.microsoft.com/office/drawing/2014/main" id="{276D7B33-8F04-9E20-091F-9AE751B26E0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107833" y="2050389"/>
                  <a:ext cx="46944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30" name="잉크 129">
                  <a:extLst>
                    <a:ext uri="{FF2B5EF4-FFF2-40B4-BE49-F238E27FC236}">
                      <a16:creationId xmlns:a16="http://schemas.microsoft.com/office/drawing/2014/main" id="{55CB2455-CC18-C455-38B7-1D0C2359A330}"/>
                    </a:ext>
                  </a:extLst>
                </p14:cNvPr>
                <p14:cNvContentPartPr/>
                <p14:nvPr/>
              </p14:nvContentPartPr>
              <p14:xfrm>
                <a:off x="5338953" y="2041029"/>
                <a:ext cx="250560" cy="249480"/>
              </p14:xfrm>
            </p:contentPart>
          </mc:Choice>
          <mc:Fallback xmlns="">
            <p:pic>
              <p:nvPicPr>
                <p:cNvPr id="130" name="잉크 129">
                  <a:extLst>
                    <a:ext uri="{FF2B5EF4-FFF2-40B4-BE49-F238E27FC236}">
                      <a16:creationId xmlns:a16="http://schemas.microsoft.com/office/drawing/2014/main" id="{55CB2455-CC18-C455-38B7-1D0C2359A33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329953" y="2032389"/>
                  <a:ext cx="26820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131" name="잉크 130">
                  <a:extLst>
                    <a:ext uri="{FF2B5EF4-FFF2-40B4-BE49-F238E27FC236}">
                      <a16:creationId xmlns:a16="http://schemas.microsoft.com/office/drawing/2014/main" id="{C647DF07-D5B3-28EC-2FEC-B862AA45AB08}"/>
                    </a:ext>
                  </a:extLst>
                </p14:cNvPr>
                <p14:cNvContentPartPr/>
                <p14:nvPr/>
              </p14:nvContentPartPr>
              <p14:xfrm>
                <a:off x="5955993" y="1957869"/>
                <a:ext cx="712800" cy="329760"/>
              </p14:xfrm>
            </p:contentPart>
          </mc:Choice>
          <mc:Fallback xmlns="">
            <p:pic>
              <p:nvPicPr>
                <p:cNvPr id="131" name="잉크 130">
                  <a:extLst>
                    <a:ext uri="{FF2B5EF4-FFF2-40B4-BE49-F238E27FC236}">
                      <a16:creationId xmlns:a16="http://schemas.microsoft.com/office/drawing/2014/main" id="{C647DF07-D5B3-28EC-2FEC-B862AA45AB0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947353" y="1949229"/>
                  <a:ext cx="73044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132" name="잉크 131">
                  <a:extLst>
                    <a:ext uri="{FF2B5EF4-FFF2-40B4-BE49-F238E27FC236}">
                      <a16:creationId xmlns:a16="http://schemas.microsoft.com/office/drawing/2014/main" id="{206A4B7D-69F3-F1A0-B349-5744405E44FA}"/>
                    </a:ext>
                  </a:extLst>
                </p14:cNvPr>
                <p14:cNvContentPartPr/>
                <p14:nvPr/>
              </p14:nvContentPartPr>
              <p14:xfrm>
                <a:off x="5809833" y="2031669"/>
                <a:ext cx="397080" cy="316800"/>
              </p14:xfrm>
            </p:contentPart>
          </mc:Choice>
          <mc:Fallback xmlns="">
            <p:pic>
              <p:nvPicPr>
                <p:cNvPr id="132" name="잉크 131">
                  <a:extLst>
                    <a:ext uri="{FF2B5EF4-FFF2-40B4-BE49-F238E27FC236}">
                      <a16:creationId xmlns:a16="http://schemas.microsoft.com/office/drawing/2014/main" id="{206A4B7D-69F3-F1A0-B349-5744405E44F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801193" y="2022669"/>
                  <a:ext cx="41472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33" name="잉크 132">
                  <a:extLst>
                    <a:ext uri="{FF2B5EF4-FFF2-40B4-BE49-F238E27FC236}">
                      <a16:creationId xmlns:a16="http://schemas.microsoft.com/office/drawing/2014/main" id="{75DF5DA4-5657-0713-1D36-F8839ACF9B8F}"/>
                    </a:ext>
                  </a:extLst>
                </p14:cNvPr>
                <p14:cNvContentPartPr/>
                <p14:nvPr/>
              </p14:nvContentPartPr>
              <p14:xfrm>
                <a:off x="5624793" y="1246869"/>
                <a:ext cx="138960" cy="625320"/>
              </p14:xfrm>
            </p:contentPart>
          </mc:Choice>
          <mc:Fallback xmlns="">
            <p:pic>
              <p:nvPicPr>
                <p:cNvPr id="133" name="잉크 132">
                  <a:extLst>
                    <a:ext uri="{FF2B5EF4-FFF2-40B4-BE49-F238E27FC236}">
                      <a16:creationId xmlns:a16="http://schemas.microsoft.com/office/drawing/2014/main" id="{75DF5DA4-5657-0713-1D36-F8839ACF9B8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615793" y="1238229"/>
                  <a:ext cx="156600" cy="64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34" name="잉크 133">
                  <a:extLst>
                    <a:ext uri="{FF2B5EF4-FFF2-40B4-BE49-F238E27FC236}">
                      <a16:creationId xmlns:a16="http://schemas.microsoft.com/office/drawing/2014/main" id="{B72DADE0-FC5D-5AEB-4568-9DA6CE3D334D}"/>
                    </a:ext>
                  </a:extLst>
                </p14:cNvPr>
                <p14:cNvContentPartPr/>
                <p14:nvPr/>
              </p14:nvContentPartPr>
              <p14:xfrm>
                <a:off x="5549553" y="1690389"/>
                <a:ext cx="228600" cy="410040"/>
              </p14:xfrm>
            </p:contentPart>
          </mc:Choice>
          <mc:Fallback xmlns="">
            <p:pic>
              <p:nvPicPr>
                <p:cNvPr id="134" name="잉크 133">
                  <a:extLst>
                    <a:ext uri="{FF2B5EF4-FFF2-40B4-BE49-F238E27FC236}">
                      <a16:creationId xmlns:a16="http://schemas.microsoft.com/office/drawing/2014/main" id="{B72DADE0-FC5D-5AEB-4568-9DA6CE3D334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540553" y="1681389"/>
                  <a:ext cx="246240" cy="42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35" name="잉크 134">
                  <a:extLst>
                    <a:ext uri="{FF2B5EF4-FFF2-40B4-BE49-F238E27FC236}">
                      <a16:creationId xmlns:a16="http://schemas.microsoft.com/office/drawing/2014/main" id="{9A9D24EA-AC71-E8C2-5A7D-F469BFDECD7F}"/>
                    </a:ext>
                  </a:extLst>
                </p14:cNvPr>
                <p14:cNvContentPartPr/>
                <p14:nvPr/>
              </p14:nvContentPartPr>
              <p14:xfrm>
                <a:off x="5135193" y="2955429"/>
                <a:ext cx="326520" cy="353520"/>
              </p14:xfrm>
            </p:contentPart>
          </mc:Choice>
          <mc:Fallback xmlns="">
            <p:pic>
              <p:nvPicPr>
                <p:cNvPr id="135" name="잉크 134">
                  <a:extLst>
                    <a:ext uri="{FF2B5EF4-FFF2-40B4-BE49-F238E27FC236}">
                      <a16:creationId xmlns:a16="http://schemas.microsoft.com/office/drawing/2014/main" id="{9A9D24EA-AC71-E8C2-5A7D-F469BFDECD7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126553" y="2946429"/>
                  <a:ext cx="34416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36" name="잉크 135">
                  <a:extLst>
                    <a:ext uri="{FF2B5EF4-FFF2-40B4-BE49-F238E27FC236}">
                      <a16:creationId xmlns:a16="http://schemas.microsoft.com/office/drawing/2014/main" id="{C5978694-5497-DDB1-78A9-79F423C863E3}"/>
                    </a:ext>
                  </a:extLst>
                </p14:cNvPr>
                <p14:cNvContentPartPr/>
                <p14:nvPr/>
              </p14:nvContentPartPr>
              <p14:xfrm>
                <a:off x="6297993" y="3020229"/>
                <a:ext cx="352440" cy="403560"/>
              </p14:xfrm>
            </p:contentPart>
          </mc:Choice>
          <mc:Fallback xmlns="">
            <p:pic>
              <p:nvPicPr>
                <p:cNvPr id="136" name="잉크 135">
                  <a:extLst>
                    <a:ext uri="{FF2B5EF4-FFF2-40B4-BE49-F238E27FC236}">
                      <a16:creationId xmlns:a16="http://schemas.microsoft.com/office/drawing/2014/main" id="{C5978694-5497-DDB1-78A9-79F423C863E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289353" y="3011589"/>
                  <a:ext cx="370080" cy="42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65206D33-5B5F-C5DF-FED5-15E265D57B1E}"/>
              </a:ext>
            </a:extLst>
          </p:cNvPr>
          <p:cNvGrpSpPr/>
          <p:nvPr/>
        </p:nvGrpSpPr>
        <p:grpSpPr>
          <a:xfrm>
            <a:off x="552033" y="165429"/>
            <a:ext cx="1276920" cy="973440"/>
            <a:chOff x="552033" y="165429"/>
            <a:chExt cx="1276920" cy="97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38" name="잉크 137">
                  <a:extLst>
                    <a:ext uri="{FF2B5EF4-FFF2-40B4-BE49-F238E27FC236}">
                      <a16:creationId xmlns:a16="http://schemas.microsoft.com/office/drawing/2014/main" id="{7F445C43-4A0A-E111-5B42-12456925BB45}"/>
                    </a:ext>
                  </a:extLst>
                </p14:cNvPr>
                <p14:cNvContentPartPr/>
                <p14:nvPr/>
              </p14:nvContentPartPr>
              <p14:xfrm>
                <a:off x="994833" y="535509"/>
                <a:ext cx="631800" cy="603360"/>
              </p14:xfrm>
            </p:contentPart>
          </mc:Choice>
          <mc:Fallback xmlns="">
            <p:pic>
              <p:nvPicPr>
                <p:cNvPr id="138" name="잉크 137">
                  <a:extLst>
                    <a:ext uri="{FF2B5EF4-FFF2-40B4-BE49-F238E27FC236}">
                      <a16:creationId xmlns:a16="http://schemas.microsoft.com/office/drawing/2014/main" id="{7F445C43-4A0A-E111-5B42-12456925BB4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86193" y="526509"/>
                  <a:ext cx="649440" cy="62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39" name="잉크 138">
                  <a:extLst>
                    <a:ext uri="{FF2B5EF4-FFF2-40B4-BE49-F238E27FC236}">
                      <a16:creationId xmlns:a16="http://schemas.microsoft.com/office/drawing/2014/main" id="{3AF7094B-43DA-BBA2-AF38-5674A97F3EDA}"/>
                    </a:ext>
                  </a:extLst>
                </p14:cNvPr>
                <p14:cNvContentPartPr/>
                <p14:nvPr/>
              </p14:nvContentPartPr>
              <p14:xfrm>
                <a:off x="1034433" y="175149"/>
                <a:ext cx="208800" cy="310680"/>
              </p14:xfrm>
            </p:contentPart>
          </mc:Choice>
          <mc:Fallback xmlns="">
            <p:pic>
              <p:nvPicPr>
                <p:cNvPr id="139" name="잉크 138">
                  <a:extLst>
                    <a:ext uri="{FF2B5EF4-FFF2-40B4-BE49-F238E27FC236}">
                      <a16:creationId xmlns:a16="http://schemas.microsoft.com/office/drawing/2014/main" id="{3AF7094B-43DA-BBA2-AF38-5674A97F3ED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25433" y="166509"/>
                  <a:ext cx="22644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40" name="잉크 139">
                  <a:extLst>
                    <a:ext uri="{FF2B5EF4-FFF2-40B4-BE49-F238E27FC236}">
                      <a16:creationId xmlns:a16="http://schemas.microsoft.com/office/drawing/2014/main" id="{61BE2284-3ED6-6D2D-3051-ACF09B25DB9F}"/>
                    </a:ext>
                  </a:extLst>
                </p14:cNvPr>
                <p14:cNvContentPartPr/>
                <p14:nvPr/>
              </p14:nvContentPartPr>
              <p14:xfrm>
                <a:off x="1172673" y="369189"/>
                <a:ext cx="161640" cy="131400"/>
              </p14:xfrm>
            </p:contentPart>
          </mc:Choice>
          <mc:Fallback xmlns="">
            <p:pic>
              <p:nvPicPr>
                <p:cNvPr id="140" name="잉크 139">
                  <a:extLst>
                    <a:ext uri="{FF2B5EF4-FFF2-40B4-BE49-F238E27FC236}">
                      <a16:creationId xmlns:a16="http://schemas.microsoft.com/office/drawing/2014/main" id="{61BE2284-3ED6-6D2D-3051-ACF09B25DB9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64033" y="360549"/>
                  <a:ext cx="17928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41" name="잉크 140">
                  <a:extLst>
                    <a:ext uri="{FF2B5EF4-FFF2-40B4-BE49-F238E27FC236}">
                      <a16:creationId xmlns:a16="http://schemas.microsoft.com/office/drawing/2014/main" id="{37C0808F-96A5-0489-6FB4-AAE10EA6E498}"/>
                    </a:ext>
                  </a:extLst>
                </p14:cNvPr>
                <p14:cNvContentPartPr/>
                <p14:nvPr/>
              </p14:nvContentPartPr>
              <p14:xfrm>
                <a:off x="1393353" y="165429"/>
                <a:ext cx="435600" cy="306000"/>
              </p14:xfrm>
            </p:contentPart>
          </mc:Choice>
          <mc:Fallback xmlns="">
            <p:pic>
              <p:nvPicPr>
                <p:cNvPr id="141" name="잉크 140">
                  <a:extLst>
                    <a:ext uri="{FF2B5EF4-FFF2-40B4-BE49-F238E27FC236}">
                      <a16:creationId xmlns:a16="http://schemas.microsoft.com/office/drawing/2014/main" id="{37C0808F-96A5-0489-6FB4-AAE10EA6E49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384353" y="156789"/>
                  <a:ext cx="45324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42" name="잉크 141">
                  <a:extLst>
                    <a:ext uri="{FF2B5EF4-FFF2-40B4-BE49-F238E27FC236}">
                      <a16:creationId xmlns:a16="http://schemas.microsoft.com/office/drawing/2014/main" id="{6D0217D9-3C25-8D43-704D-3AA7972A9231}"/>
                    </a:ext>
                  </a:extLst>
                </p14:cNvPr>
                <p14:cNvContentPartPr/>
                <p14:nvPr/>
              </p14:nvContentPartPr>
              <p14:xfrm>
                <a:off x="1579113" y="332109"/>
                <a:ext cx="175680" cy="360"/>
              </p14:xfrm>
            </p:contentPart>
          </mc:Choice>
          <mc:Fallback xmlns="">
            <p:pic>
              <p:nvPicPr>
                <p:cNvPr id="142" name="잉크 141">
                  <a:extLst>
                    <a:ext uri="{FF2B5EF4-FFF2-40B4-BE49-F238E27FC236}">
                      <a16:creationId xmlns:a16="http://schemas.microsoft.com/office/drawing/2014/main" id="{6D0217D9-3C25-8D43-704D-3AA7972A923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570113" y="323469"/>
                  <a:ext cx="1933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43" name="잉크 142">
                  <a:extLst>
                    <a:ext uri="{FF2B5EF4-FFF2-40B4-BE49-F238E27FC236}">
                      <a16:creationId xmlns:a16="http://schemas.microsoft.com/office/drawing/2014/main" id="{C79F9CAE-D2DF-779A-2AAC-C8C1BE70D8C7}"/>
                    </a:ext>
                  </a:extLst>
                </p14:cNvPr>
                <p14:cNvContentPartPr/>
                <p14:nvPr/>
              </p14:nvContentPartPr>
              <p14:xfrm>
                <a:off x="1594593" y="360189"/>
                <a:ext cx="40320" cy="189000"/>
              </p14:xfrm>
            </p:contentPart>
          </mc:Choice>
          <mc:Fallback xmlns="">
            <p:pic>
              <p:nvPicPr>
                <p:cNvPr id="143" name="잉크 142">
                  <a:extLst>
                    <a:ext uri="{FF2B5EF4-FFF2-40B4-BE49-F238E27FC236}">
                      <a16:creationId xmlns:a16="http://schemas.microsoft.com/office/drawing/2014/main" id="{C79F9CAE-D2DF-779A-2AAC-C8C1BE70D8C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585593" y="351189"/>
                  <a:ext cx="5796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45" name="잉크 144">
                  <a:extLst>
                    <a:ext uri="{FF2B5EF4-FFF2-40B4-BE49-F238E27FC236}">
                      <a16:creationId xmlns:a16="http://schemas.microsoft.com/office/drawing/2014/main" id="{FB8587BC-CFE9-9224-252F-F6F2E17545F2}"/>
                    </a:ext>
                  </a:extLst>
                </p14:cNvPr>
                <p14:cNvContentPartPr/>
                <p14:nvPr/>
              </p14:nvContentPartPr>
              <p14:xfrm>
                <a:off x="552033" y="230229"/>
                <a:ext cx="363600" cy="306360"/>
              </p14:xfrm>
            </p:contentPart>
          </mc:Choice>
          <mc:Fallback xmlns="">
            <p:pic>
              <p:nvPicPr>
                <p:cNvPr id="145" name="잉크 144">
                  <a:extLst>
                    <a:ext uri="{FF2B5EF4-FFF2-40B4-BE49-F238E27FC236}">
                      <a16:creationId xmlns:a16="http://schemas.microsoft.com/office/drawing/2014/main" id="{FB8587BC-CFE9-9224-252F-F6F2E17545F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43033" y="221229"/>
                  <a:ext cx="38124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46" name="잉크 145">
                  <a:extLst>
                    <a:ext uri="{FF2B5EF4-FFF2-40B4-BE49-F238E27FC236}">
                      <a16:creationId xmlns:a16="http://schemas.microsoft.com/office/drawing/2014/main" id="{6D1F6D23-8BD3-F720-2B6A-D54716595AE9}"/>
                    </a:ext>
                  </a:extLst>
                </p14:cNvPr>
                <p14:cNvContentPartPr/>
                <p14:nvPr/>
              </p14:nvContentPartPr>
              <p14:xfrm>
                <a:off x="618633" y="428229"/>
                <a:ext cx="258120" cy="5760"/>
              </p14:xfrm>
            </p:contentPart>
          </mc:Choice>
          <mc:Fallback xmlns="">
            <p:pic>
              <p:nvPicPr>
                <p:cNvPr id="146" name="잉크 145">
                  <a:extLst>
                    <a:ext uri="{FF2B5EF4-FFF2-40B4-BE49-F238E27FC236}">
                      <a16:creationId xmlns:a16="http://schemas.microsoft.com/office/drawing/2014/main" id="{6D1F6D23-8BD3-F720-2B6A-D54716595AE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09993" y="419589"/>
                  <a:ext cx="2757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47" name="잉크 146">
                  <a:extLst>
                    <a:ext uri="{FF2B5EF4-FFF2-40B4-BE49-F238E27FC236}">
                      <a16:creationId xmlns:a16="http://schemas.microsoft.com/office/drawing/2014/main" id="{02016FAD-8200-F320-B3D6-5148C63BCB69}"/>
                    </a:ext>
                  </a:extLst>
                </p14:cNvPr>
                <p14:cNvContentPartPr/>
                <p14:nvPr/>
              </p14:nvContentPartPr>
              <p14:xfrm>
                <a:off x="765873" y="424629"/>
                <a:ext cx="19440" cy="237960"/>
              </p14:xfrm>
            </p:contentPart>
          </mc:Choice>
          <mc:Fallback xmlns="">
            <p:pic>
              <p:nvPicPr>
                <p:cNvPr id="147" name="잉크 146">
                  <a:extLst>
                    <a:ext uri="{FF2B5EF4-FFF2-40B4-BE49-F238E27FC236}">
                      <a16:creationId xmlns:a16="http://schemas.microsoft.com/office/drawing/2014/main" id="{02016FAD-8200-F320-B3D6-5148C63BCB6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57233" y="415989"/>
                  <a:ext cx="37080" cy="25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3EFAA4CD-CD56-3B1C-BE51-647D6CCD2079}"/>
              </a:ext>
            </a:extLst>
          </p:cNvPr>
          <p:cNvGrpSpPr/>
          <p:nvPr/>
        </p:nvGrpSpPr>
        <p:grpSpPr>
          <a:xfrm>
            <a:off x="2114793" y="212229"/>
            <a:ext cx="703800" cy="335160"/>
            <a:chOff x="2114793" y="212229"/>
            <a:chExt cx="703800" cy="33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49" name="잉크 148">
                  <a:extLst>
                    <a:ext uri="{FF2B5EF4-FFF2-40B4-BE49-F238E27FC236}">
                      <a16:creationId xmlns:a16="http://schemas.microsoft.com/office/drawing/2014/main" id="{7B20DA33-C6E8-D602-467D-49559A49052D}"/>
                    </a:ext>
                  </a:extLst>
                </p14:cNvPr>
                <p14:cNvContentPartPr/>
                <p14:nvPr/>
              </p14:nvContentPartPr>
              <p14:xfrm>
                <a:off x="2114793" y="304749"/>
                <a:ext cx="156240" cy="19080"/>
              </p14:xfrm>
            </p:contentPart>
          </mc:Choice>
          <mc:Fallback xmlns="">
            <p:pic>
              <p:nvPicPr>
                <p:cNvPr id="149" name="잉크 148">
                  <a:extLst>
                    <a:ext uri="{FF2B5EF4-FFF2-40B4-BE49-F238E27FC236}">
                      <a16:creationId xmlns:a16="http://schemas.microsoft.com/office/drawing/2014/main" id="{7B20DA33-C6E8-D602-467D-49559A49052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106153" y="295749"/>
                  <a:ext cx="17388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50" name="잉크 149">
                  <a:extLst>
                    <a:ext uri="{FF2B5EF4-FFF2-40B4-BE49-F238E27FC236}">
                      <a16:creationId xmlns:a16="http://schemas.microsoft.com/office/drawing/2014/main" id="{BDCC3EB5-B84F-EFC1-8C01-63B922E4E531}"/>
                    </a:ext>
                  </a:extLst>
                </p14:cNvPr>
                <p14:cNvContentPartPr/>
                <p14:nvPr/>
              </p14:nvContentPartPr>
              <p14:xfrm>
                <a:off x="2233593" y="239949"/>
                <a:ext cx="94320" cy="257760"/>
              </p14:xfrm>
            </p:contentPart>
          </mc:Choice>
          <mc:Fallback xmlns="">
            <p:pic>
              <p:nvPicPr>
                <p:cNvPr id="150" name="잉크 149">
                  <a:extLst>
                    <a:ext uri="{FF2B5EF4-FFF2-40B4-BE49-F238E27FC236}">
                      <a16:creationId xmlns:a16="http://schemas.microsoft.com/office/drawing/2014/main" id="{BDCC3EB5-B84F-EFC1-8C01-63B922E4E53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224593" y="231309"/>
                  <a:ext cx="11196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54" name="잉크 153">
                  <a:extLst>
                    <a:ext uri="{FF2B5EF4-FFF2-40B4-BE49-F238E27FC236}">
                      <a16:creationId xmlns:a16="http://schemas.microsoft.com/office/drawing/2014/main" id="{087D2DAF-787C-F4C1-373F-56BEDA77C2C4}"/>
                    </a:ext>
                  </a:extLst>
                </p14:cNvPr>
                <p14:cNvContentPartPr/>
                <p14:nvPr/>
              </p14:nvContentPartPr>
              <p14:xfrm>
                <a:off x="2401353" y="360189"/>
                <a:ext cx="125280" cy="3960"/>
              </p14:xfrm>
            </p:contentPart>
          </mc:Choice>
          <mc:Fallback xmlns="">
            <p:pic>
              <p:nvPicPr>
                <p:cNvPr id="154" name="잉크 153">
                  <a:extLst>
                    <a:ext uri="{FF2B5EF4-FFF2-40B4-BE49-F238E27FC236}">
                      <a16:creationId xmlns:a16="http://schemas.microsoft.com/office/drawing/2014/main" id="{087D2DAF-787C-F4C1-373F-56BEDA77C2C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392353" y="351189"/>
                  <a:ext cx="14292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62" name="잉크 161">
                  <a:extLst>
                    <a:ext uri="{FF2B5EF4-FFF2-40B4-BE49-F238E27FC236}">
                      <a16:creationId xmlns:a16="http://schemas.microsoft.com/office/drawing/2014/main" id="{83244D68-4D27-24F8-9C27-8BDF89C02D36}"/>
                    </a:ext>
                  </a:extLst>
                </p14:cNvPr>
                <p14:cNvContentPartPr/>
                <p14:nvPr/>
              </p14:nvContentPartPr>
              <p14:xfrm>
                <a:off x="2419713" y="443349"/>
                <a:ext cx="137880" cy="9360"/>
              </p14:xfrm>
            </p:contentPart>
          </mc:Choice>
          <mc:Fallback xmlns="">
            <p:pic>
              <p:nvPicPr>
                <p:cNvPr id="162" name="잉크 161">
                  <a:extLst>
                    <a:ext uri="{FF2B5EF4-FFF2-40B4-BE49-F238E27FC236}">
                      <a16:creationId xmlns:a16="http://schemas.microsoft.com/office/drawing/2014/main" id="{83244D68-4D27-24F8-9C27-8BDF89C02D3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411073" y="434709"/>
                  <a:ext cx="1555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65" name="잉크 164">
                  <a:extLst>
                    <a:ext uri="{FF2B5EF4-FFF2-40B4-BE49-F238E27FC236}">
                      <a16:creationId xmlns:a16="http://schemas.microsoft.com/office/drawing/2014/main" id="{22E8ADFF-2F97-D5BF-05C2-8284DE133503}"/>
                    </a:ext>
                  </a:extLst>
                </p14:cNvPr>
                <p14:cNvContentPartPr/>
                <p14:nvPr/>
              </p14:nvContentPartPr>
              <p14:xfrm>
                <a:off x="2568393" y="212229"/>
                <a:ext cx="250200" cy="335160"/>
              </p14:xfrm>
            </p:contentPart>
          </mc:Choice>
          <mc:Fallback xmlns="">
            <p:pic>
              <p:nvPicPr>
                <p:cNvPr id="165" name="잉크 164">
                  <a:extLst>
                    <a:ext uri="{FF2B5EF4-FFF2-40B4-BE49-F238E27FC236}">
                      <a16:creationId xmlns:a16="http://schemas.microsoft.com/office/drawing/2014/main" id="{22E8ADFF-2F97-D5BF-05C2-8284DE13350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559753" y="203229"/>
                  <a:ext cx="26784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75" name="잉크 174">
                  <a:extLst>
                    <a:ext uri="{FF2B5EF4-FFF2-40B4-BE49-F238E27FC236}">
                      <a16:creationId xmlns:a16="http://schemas.microsoft.com/office/drawing/2014/main" id="{A940113D-F924-0292-54B4-40188E606831}"/>
                    </a:ext>
                  </a:extLst>
                </p14:cNvPr>
                <p14:cNvContentPartPr/>
                <p14:nvPr/>
              </p14:nvContentPartPr>
              <p14:xfrm>
                <a:off x="2272113" y="341829"/>
                <a:ext cx="63000" cy="360"/>
              </p14:xfrm>
            </p:contentPart>
          </mc:Choice>
          <mc:Fallback xmlns="">
            <p:pic>
              <p:nvPicPr>
                <p:cNvPr id="175" name="잉크 174">
                  <a:extLst>
                    <a:ext uri="{FF2B5EF4-FFF2-40B4-BE49-F238E27FC236}">
                      <a16:creationId xmlns:a16="http://schemas.microsoft.com/office/drawing/2014/main" id="{A940113D-F924-0292-54B4-40188E60683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263113" y="332829"/>
                  <a:ext cx="8064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9" name="그룹 218">
            <a:extLst>
              <a:ext uri="{FF2B5EF4-FFF2-40B4-BE49-F238E27FC236}">
                <a16:creationId xmlns:a16="http://schemas.microsoft.com/office/drawing/2014/main" id="{51B42CB6-3380-3BEB-F152-30D7773BE458}"/>
              </a:ext>
            </a:extLst>
          </p:cNvPr>
          <p:cNvGrpSpPr/>
          <p:nvPr/>
        </p:nvGrpSpPr>
        <p:grpSpPr>
          <a:xfrm>
            <a:off x="395793" y="1126629"/>
            <a:ext cx="2366640" cy="1339560"/>
            <a:chOff x="395793" y="1126629"/>
            <a:chExt cx="2366640" cy="133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77" name="잉크 176">
                  <a:extLst>
                    <a:ext uri="{FF2B5EF4-FFF2-40B4-BE49-F238E27FC236}">
                      <a16:creationId xmlns:a16="http://schemas.microsoft.com/office/drawing/2014/main" id="{8E78544B-FBE2-02F5-29AF-5BBC216DD407}"/>
                    </a:ext>
                  </a:extLst>
                </p14:cNvPr>
                <p14:cNvContentPartPr/>
                <p14:nvPr/>
              </p14:nvContentPartPr>
              <p14:xfrm>
                <a:off x="761553" y="1209789"/>
                <a:ext cx="300600" cy="618120"/>
              </p14:xfrm>
            </p:contentPart>
          </mc:Choice>
          <mc:Fallback xmlns="">
            <p:pic>
              <p:nvPicPr>
                <p:cNvPr id="177" name="잉크 176">
                  <a:extLst>
                    <a:ext uri="{FF2B5EF4-FFF2-40B4-BE49-F238E27FC236}">
                      <a16:creationId xmlns:a16="http://schemas.microsoft.com/office/drawing/2014/main" id="{8E78544B-FBE2-02F5-29AF-5BBC216DD40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52913" y="1201149"/>
                  <a:ext cx="318240" cy="63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79" name="잉크 178">
                  <a:extLst>
                    <a:ext uri="{FF2B5EF4-FFF2-40B4-BE49-F238E27FC236}">
                      <a16:creationId xmlns:a16="http://schemas.microsoft.com/office/drawing/2014/main" id="{C7D3B7DD-2AB9-786C-F105-90C91DDC6279}"/>
                    </a:ext>
                  </a:extLst>
                </p14:cNvPr>
                <p14:cNvContentPartPr/>
                <p14:nvPr/>
              </p14:nvContentPartPr>
              <p14:xfrm>
                <a:off x="663993" y="1690389"/>
                <a:ext cx="502920" cy="151200"/>
              </p14:xfrm>
            </p:contentPart>
          </mc:Choice>
          <mc:Fallback xmlns="">
            <p:pic>
              <p:nvPicPr>
                <p:cNvPr id="179" name="잉크 178">
                  <a:extLst>
                    <a:ext uri="{FF2B5EF4-FFF2-40B4-BE49-F238E27FC236}">
                      <a16:creationId xmlns:a16="http://schemas.microsoft.com/office/drawing/2014/main" id="{C7D3B7DD-2AB9-786C-F105-90C91DDC627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55353" y="1681389"/>
                  <a:ext cx="5205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83" name="잉크 182">
                  <a:extLst>
                    <a:ext uri="{FF2B5EF4-FFF2-40B4-BE49-F238E27FC236}">
                      <a16:creationId xmlns:a16="http://schemas.microsoft.com/office/drawing/2014/main" id="{A755F0C4-FAB3-638C-A874-AE01283BC131}"/>
                    </a:ext>
                  </a:extLst>
                </p14:cNvPr>
                <p14:cNvContentPartPr/>
                <p14:nvPr/>
              </p14:nvContentPartPr>
              <p14:xfrm>
                <a:off x="1459593" y="1218789"/>
                <a:ext cx="46800" cy="579960"/>
              </p14:xfrm>
            </p:contentPart>
          </mc:Choice>
          <mc:Fallback xmlns="">
            <p:pic>
              <p:nvPicPr>
                <p:cNvPr id="183" name="잉크 182">
                  <a:extLst>
                    <a:ext uri="{FF2B5EF4-FFF2-40B4-BE49-F238E27FC236}">
                      <a16:creationId xmlns:a16="http://schemas.microsoft.com/office/drawing/2014/main" id="{A755F0C4-FAB3-638C-A874-AE01283BC13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450953" y="1210149"/>
                  <a:ext cx="64440" cy="59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87" name="잉크 186">
                  <a:extLst>
                    <a:ext uri="{FF2B5EF4-FFF2-40B4-BE49-F238E27FC236}">
                      <a16:creationId xmlns:a16="http://schemas.microsoft.com/office/drawing/2014/main" id="{BAC48FE0-FBA0-74DC-45EF-7680F572F34A}"/>
                    </a:ext>
                  </a:extLst>
                </p14:cNvPr>
                <p14:cNvContentPartPr/>
                <p14:nvPr/>
              </p14:nvContentPartPr>
              <p14:xfrm>
                <a:off x="1348353" y="1663749"/>
                <a:ext cx="425880" cy="158040"/>
              </p14:xfrm>
            </p:contentPart>
          </mc:Choice>
          <mc:Fallback xmlns="">
            <p:pic>
              <p:nvPicPr>
                <p:cNvPr id="187" name="잉크 186">
                  <a:extLst>
                    <a:ext uri="{FF2B5EF4-FFF2-40B4-BE49-F238E27FC236}">
                      <a16:creationId xmlns:a16="http://schemas.microsoft.com/office/drawing/2014/main" id="{BAC48FE0-FBA0-74DC-45EF-7680F572F34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339713" y="1654749"/>
                  <a:ext cx="44352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96" name="잉크 195">
                  <a:extLst>
                    <a:ext uri="{FF2B5EF4-FFF2-40B4-BE49-F238E27FC236}">
                      <a16:creationId xmlns:a16="http://schemas.microsoft.com/office/drawing/2014/main" id="{17920040-9B6A-925F-91D9-645FE42DA595}"/>
                    </a:ext>
                  </a:extLst>
                </p14:cNvPr>
                <p14:cNvContentPartPr/>
                <p14:nvPr/>
              </p14:nvContentPartPr>
              <p14:xfrm>
                <a:off x="1773153" y="1126629"/>
                <a:ext cx="402120" cy="512280"/>
              </p14:xfrm>
            </p:contentPart>
          </mc:Choice>
          <mc:Fallback xmlns="">
            <p:pic>
              <p:nvPicPr>
                <p:cNvPr id="196" name="잉크 195">
                  <a:extLst>
                    <a:ext uri="{FF2B5EF4-FFF2-40B4-BE49-F238E27FC236}">
                      <a16:creationId xmlns:a16="http://schemas.microsoft.com/office/drawing/2014/main" id="{17920040-9B6A-925F-91D9-645FE42DA59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764513" y="1117989"/>
                  <a:ext cx="419760" cy="52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205" name="잉크 204">
                  <a:extLst>
                    <a:ext uri="{FF2B5EF4-FFF2-40B4-BE49-F238E27FC236}">
                      <a16:creationId xmlns:a16="http://schemas.microsoft.com/office/drawing/2014/main" id="{B32E1E01-E3F0-415C-26B2-40D12A446A1E}"/>
                    </a:ext>
                  </a:extLst>
                </p14:cNvPr>
                <p14:cNvContentPartPr/>
                <p14:nvPr/>
              </p14:nvContentPartPr>
              <p14:xfrm>
                <a:off x="2013273" y="1395549"/>
                <a:ext cx="370440" cy="330840"/>
              </p14:xfrm>
            </p:contentPart>
          </mc:Choice>
          <mc:Fallback xmlns="">
            <p:pic>
              <p:nvPicPr>
                <p:cNvPr id="205" name="잉크 204">
                  <a:extLst>
                    <a:ext uri="{FF2B5EF4-FFF2-40B4-BE49-F238E27FC236}">
                      <a16:creationId xmlns:a16="http://schemas.microsoft.com/office/drawing/2014/main" id="{B32E1E01-E3F0-415C-26B2-40D12A446A1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004633" y="1386549"/>
                  <a:ext cx="38808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208" name="잉크 207">
                  <a:extLst>
                    <a:ext uri="{FF2B5EF4-FFF2-40B4-BE49-F238E27FC236}">
                      <a16:creationId xmlns:a16="http://schemas.microsoft.com/office/drawing/2014/main" id="{79A16F4B-1BD0-3DD8-BE09-C5289A767D9A}"/>
                    </a:ext>
                  </a:extLst>
                </p14:cNvPr>
                <p14:cNvContentPartPr/>
                <p14:nvPr/>
              </p14:nvContentPartPr>
              <p14:xfrm>
                <a:off x="395793" y="2003229"/>
                <a:ext cx="622800" cy="462960"/>
              </p14:xfrm>
            </p:contentPart>
          </mc:Choice>
          <mc:Fallback xmlns="">
            <p:pic>
              <p:nvPicPr>
                <p:cNvPr id="208" name="잉크 207">
                  <a:extLst>
                    <a:ext uri="{FF2B5EF4-FFF2-40B4-BE49-F238E27FC236}">
                      <a16:creationId xmlns:a16="http://schemas.microsoft.com/office/drawing/2014/main" id="{79A16F4B-1BD0-3DD8-BE09-C5289A767D9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86793" y="1994589"/>
                  <a:ext cx="640440" cy="48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217" name="잉크 216">
                  <a:extLst>
                    <a:ext uri="{FF2B5EF4-FFF2-40B4-BE49-F238E27FC236}">
                      <a16:creationId xmlns:a16="http://schemas.microsoft.com/office/drawing/2014/main" id="{01BCC41C-6282-947E-AA54-3E93C303377B}"/>
                    </a:ext>
                  </a:extLst>
                </p14:cNvPr>
                <p14:cNvContentPartPr/>
                <p14:nvPr/>
              </p14:nvContentPartPr>
              <p14:xfrm>
                <a:off x="1494873" y="2013309"/>
                <a:ext cx="409680" cy="417240"/>
              </p14:xfrm>
            </p:contentPart>
          </mc:Choice>
          <mc:Fallback xmlns="">
            <p:pic>
              <p:nvPicPr>
                <p:cNvPr id="217" name="잉크 216">
                  <a:extLst>
                    <a:ext uri="{FF2B5EF4-FFF2-40B4-BE49-F238E27FC236}">
                      <a16:creationId xmlns:a16="http://schemas.microsoft.com/office/drawing/2014/main" id="{01BCC41C-6282-947E-AA54-3E93C303377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486233" y="2004309"/>
                  <a:ext cx="427320" cy="43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218" name="잉크 217">
                  <a:extLst>
                    <a:ext uri="{FF2B5EF4-FFF2-40B4-BE49-F238E27FC236}">
                      <a16:creationId xmlns:a16="http://schemas.microsoft.com/office/drawing/2014/main" id="{EA0AEB05-C47A-EFA9-8297-36B4E132EF65}"/>
                    </a:ext>
                  </a:extLst>
                </p14:cNvPr>
                <p14:cNvContentPartPr/>
                <p14:nvPr/>
              </p14:nvContentPartPr>
              <p14:xfrm>
                <a:off x="2243313" y="1891269"/>
                <a:ext cx="519120" cy="520920"/>
              </p14:xfrm>
            </p:contentPart>
          </mc:Choice>
          <mc:Fallback xmlns="">
            <p:pic>
              <p:nvPicPr>
                <p:cNvPr id="218" name="잉크 217">
                  <a:extLst>
                    <a:ext uri="{FF2B5EF4-FFF2-40B4-BE49-F238E27FC236}">
                      <a16:creationId xmlns:a16="http://schemas.microsoft.com/office/drawing/2014/main" id="{EA0AEB05-C47A-EFA9-8297-36B4E132EF6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234313" y="1882629"/>
                  <a:ext cx="536760" cy="538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220" name="잉크 219">
                <a:extLst>
                  <a:ext uri="{FF2B5EF4-FFF2-40B4-BE49-F238E27FC236}">
                    <a16:creationId xmlns:a16="http://schemas.microsoft.com/office/drawing/2014/main" id="{5735F007-9149-1AA0-B286-1D7DFA0EDF5E}"/>
                  </a:ext>
                </a:extLst>
              </p14:cNvPr>
              <p14:cNvContentPartPr/>
              <p14:nvPr/>
            </p14:nvContentPartPr>
            <p14:xfrm>
              <a:off x="720513" y="2003589"/>
              <a:ext cx="128520" cy="10080"/>
            </p14:xfrm>
          </p:contentPart>
        </mc:Choice>
        <mc:Fallback xmlns="">
          <p:pic>
            <p:nvPicPr>
              <p:cNvPr id="220" name="잉크 219">
                <a:extLst>
                  <a:ext uri="{FF2B5EF4-FFF2-40B4-BE49-F238E27FC236}">
                    <a16:creationId xmlns:a16="http://schemas.microsoft.com/office/drawing/2014/main" id="{5735F007-9149-1AA0-B286-1D7DFA0EDF5E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711513" y="1994949"/>
                <a:ext cx="146160" cy="27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11999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6" name="잉크 85">
                <a:extLst>
                  <a:ext uri="{FF2B5EF4-FFF2-40B4-BE49-F238E27FC236}">
                    <a16:creationId xmlns:a16="http://schemas.microsoft.com/office/drawing/2014/main" id="{FB816B5C-2B4F-B664-FAD4-95573733841B}"/>
                  </a:ext>
                </a:extLst>
              </p14:cNvPr>
              <p14:cNvContentPartPr/>
              <p14:nvPr/>
            </p14:nvContentPartPr>
            <p14:xfrm>
              <a:off x="7008685" y="3262719"/>
              <a:ext cx="92160" cy="401040"/>
            </p14:xfrm>
          </p:contentPart>
        </mc:Choice>
        <mc:Fallback xmlns="">
          <p:pic>
            <p:nvPicPr>
              <p:cNvPr id="86" name="잉크 85">
                <a:extLst>
                  <a:ext uri="{FF2B5EF4-FFF2-40B4-BE49-F238E27FC236}">
                    <a16:creationId xmlns:a16="http://schemas.microsoft.com/office/drawing/2014/main" id="{FB816B5C-2B4F-B664-FAD4-95573733841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99685" y="3254079"/>
                <a:ext cx="109800" cy="41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7" name="잉크 86">
                <a:extLst>
                  <a:ext uri="{FF2B5EF4-FFF2-40B4-BE49-F238E27FC236}">
                    <a16:creationId xmlns:a16="http://schemas.microsoft.com/office/drawing/2014/main" id="{102368D1-0B85-9D4B-CF2B-28C4EB931B6D}"/>
                  </a:ext>
                </a:extLst>
              </p14:cNvPr>
              <p14:cNvContentPartPr/>
              <p14:nvPr/>
            </p14:nvContentPartPr>
            <p14:xfrm>
              <a:off x="7131085" y="3270639"/>
              <a:ext cx="187920" cy="138240"/>
            </p14:xfrm>
          </p:contentPart>
        </mc:Choice>
        <mc:Fallback xmlns="">
          <p:pic>
            <p:nvPicPr>
              <p:cNvPr id="87" name="잉크 86">
                <a:extLst>
                  <a:ext uri="{FF2B5EF4-FFF2-40B4-BE49-F238E27FC236}">
                    <a16:creationId xmlns:a16="http://schemas.microsoft.com/office/drawing/2014/main" id="{102368D1-0B85-9D4B-CF2B-28C4EB931B6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22085" y="3261639"/>
                <a:ext cx="205560" cy="1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9" name="잉크 88">
                <a:extLst>
                  <a:ext uri="{FF2B5EF4-FFF2-40B4-BE49-F238E27FC236}">
                    <a16:creationId xmlns:a16="http://schemas.microsoft.com/office/drawing/2014/main" id="{123950A9-2A14-82EB-CF73-72D8FFA7EB10}"/>
                  </a:ext>
                </a:extLst>
              </p14:cNvPr>
              <p14:cNvContentPartPr/>
              <p14:nvPr/>
            </p14:nvContentPartPr>
            <p14:xfrm>
              <a:off x="6774685" y="2092359"/>
              <a:ext cx="216360" cy="196920"/>
            </p14:xfrm>
          </p:contentPart>
        </mc:Choice>
        <mc:Fallback xmlns="">
          <p:pic>
            <p:nvPicPr>
              <p:cNvPr id="89" name="잉크 88">
                <a:extLst>
                  <a:ext uri="{FF2B5EF4-FFF2-40B4-BE49-F238E27FC236}">
                    <a16:creationId xmlns:a16="http://schemas.microsoft.com/office/drawing/2014/main" id="{123950A9-2A14-82EB-CF73-72D8FFA7EB1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766045" y="2083719"/>
                <a:ext cx="234000" cy="21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0" name="잉크 89">
                <a:extLst>
                  <a:ext uri="{FF2B5EF4-FFF2-40B4-BE49-F238E27FC236}">
                    <a16:creationId xmlns:a16="http://schemas.microsoft.com/office/drawing/2014/main" id="{B3B0C783-8DFF-9D57-50A5-369ECC95DA7F}"/>
                  </a:ext>
                </a:extLst>
              </p14:cNvPr>
              <p14:cNvContentPartPr/>
              <p14:nvPr/>
            </p14:nvContentPartPr>
            <p14:xfrm>
              <a:off x="6295885" y="2521479"/>
              <a:ext cx="180000" cy="191520"/>
            </p14:xfrm>
          </p:contentPart>
        </mc:Choice>
        <mc:Fallback xmlns="">
          <p:pic>
            <p:nvPicPr>
              <p:cNvPr id="90" name="잉크 89">
                <a:extLst>
                  <a:ext uri="{FF2B5EF4-FFF2-40B4-BE49-F238E27FC236}">
                    <a16:creationId xmlns:a16="http://schemas.microsoft.com/office/drawing/2014/main" id="{B3B0C783-8DFF-9D57-50A5-369ECC95DA7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286885" y="2512839"/>
                <a:ext cx="197640" cy="20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1" name="잉크 90">
                <a:extLst>
                  <a:ext uri="{FF2B5EF4-FFF2-40B4-BE49-F238E27FC236}">
                    <a16:creationId xmlns:a16="http://schemas.microsoft.com/office/drawing/2014/main" id="{9B2678E3-0764-9E32-0B98-9207AC230634}"/>
                  </a:ext>
                </a:extLst>
              </p14:cNvPr>
              <p14:cNvContentPartPr/>
              <p14:nvPr/>
            </p14:nvContentPartPr>
            <p14:xfrm>
              <a:off x="6760645" y="2842959"/>
              <a:ext cx="248760" cy="251640"/>
            </p14:xfrm>
          </p:contentPart>
        </mc:Choice>
        <mc:Fallback xmlns="">
          <p:pic>
            <p:nvPicPr>
              <p:cNvPr id="91" name="잉크 90">
                <a:extLst>
                  <a:ext uri="{FF2B5EF4-FFF2-40B4-BE49-F238E27FC236}">
                    <a16:creationId xmlns:a16="http://schemas.microsoft.com/office/drawing/2014/main" id="{9B2678E3-0764-9E32-0B98-9207AC23063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752005" y="2834319"/>
                <a:ext cx="266400" cy="26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3" name="잉크 92">
                <a:extLst>
                  <a:ext uri="{FF2B5EF4-FFF2-40B4-BE49-F238E27FC236}">
                    <a16:creationId xmlns:a16="http://schemas.microsoft.com/office/drawing/2014/main" id="{865C1293-58F3-B702-EFF1-EC4543F07083}"/>
                  </a:ext>
                </a:extLst>
              </p14:cNvPr>
              <p14:cNvContentPartPr/>
              <p14:nvPr/>
            </p14:nvContentPartPr>
            <p14:xfrm>
              <a:off x="7497925" y="2313039"/>
              <a:ext cx="210960" cy="204480"/>
            </p14:xfrm>
          </p:contentPart>
        </mc:Choice>
        <mc:Fallback xmlns="">
          <p:pic>
            <p:nvPicPr>
              <p:cNvPr id="93" name="잉크 92">
                <a:extLst>
                  <a:ext uri="{FF2B5EF4-FFF2-40B4-BE49-F238E27FC236}">
                    <a16:creationId xmlns:a16="http://schemas.microsoft.com/office/drawing/2014/main" id="{865C1293-58F3-B702-EFF1-EC4543F0708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488925" y="2304039"/>
                <a:ext cx="22860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94" name="잉크 93">
                <a:extLst>
                  <a:ext uri="{FF2B5EF4-FFF2-40B4-BE49-F238E27FC236}">
                    <a16:creationId xmlns:a16="http://schemas.microsoft.com/office/drawing/2014/main" id="{619CA6E9-6DCF-F5BE-460B-E228C511811C}"/>
                  </a:ext>
                </a:extLst>
              </p14:cNvPr>
              <p14:cNvContentPartPr/>
              <p14:nvPr/>
            </p14:nvContentPartPr>
            <p14:xfrm>
              <a:off x="7437445" y="2736039"/>
              <a:ext cx="203400" cy="235440"/>
            </p14:xfrm>
          </p:contentPart>
        </mc:Choice>
        <mc:Fallback xmlns="">
          <p:pic>
            <p:nvPicPr>
              <p:cNvPr id="94" name="잉크 93">
                <a:extLst>
                  <a:ext uri="{FF2B5EF4-FFF2-40B4-BE49-F238E27FC236}">
                    <a16:creationId xmlns:a16="http://schemas.microsoft.com/office/drawing/2014/main" id="{619CA6E9-6DCF-F5BE-460B-E228C511811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428805" y="2727039"/>
                <a:ext cx="221040" cy="2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5" name="잉크 94">
                <a:extLst>
                  <a:ext uri="{FF2B5EF4-FFF2-40B4-BE49-F238E27FC236}">
                    <a16:creationId xmlns:a16="http://schemas.microsoft.com/office/drawing/2014/main" id="{B2C72214-DD0D-65BB-826E-B2A6C4D8A491}"/>
                  </a:ext>
                </a:extLst>
              </p14:cNvPr>
              <p14:cNvContentPartPr/>
              <p14:nvPr/>
            </p14:nvContentPartPr>
            <p14:xfrm>
              <a:off x="6952885" y="2468559"/>
              <a:ext cx="131040" cy="153360"/>
            </p14:xfrm>
          </p:contentPart>
        </mc:Choice>
        <mc:Fallback xmlns="">
          <p:pic>
            <p:nvPicPr>
              <p:cNvPr id="95" name="잉크 94">
                <a:extLst>
                  <a:ext uri="{FF2B5EF4-FFF2-40B4-BE49-F238E27FC236}">
                    <a16:creationId xmlns:a16="http://schemas.microsoft.com/office/drawing/2014/main" id="{B2C72214-DD0D-65BB-826E-B2A6C4D8A49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943885" y="2459559"/>
                <a:ext cx="148680" cy="17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96" name="잉크 95">
                <a:extLst>
                  <a:ext uri="{FF2B5EF4-FFF2-40B4-BE49-F238E27FC236}">
                    <a16:creationId xmlns:a16="http://schemas.microsoft.com/office/drawing/2014/main" id="{476FC0BA-5B6B-8AF7-186E-9D51E892BF59}"/>
                  </a:ext>
                </a:extLst>
              </p14:cNvPr>
              <p14:cNvContentPartPr/>
              <p14:nvPr/>
            </p14:nvContentPartPr>
            <p14:xfrm>
              <a:off x="6410005" y="2276679"/>
              <a:ext cx="610920" cy="350640"/>
            </p14:xfrm>
          </p:contentPart>
        </mc:Choice>
        <mc:Fallback xmlns="">
          <p:pic>
            <p:nvPicPr>
              <p:cNvPr id="96" name="잉크 95">
                <a:extLst>
                  <a:ext uri="{FF2B5EF4-FFF2-40B4-BE49-F238E27FC236}">
                    <a16:creationId xmlns:a16="http://schemas.microsoft.com/office/drawing/2014/main" id="{476FC0BA-5B6B-8AF7-186E-9D51E892BF5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401365" y="2267679"/>
                <a:ext cx="628560" cy="36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97" name="잉크 96">
                <a:extLst>
                  <a:ext uri="{FF2B5EF4-FFF2-40B4-BE49-F238E27FC236}">
                    <a16:creationId xmlns:a16="http://schemas.microsoft.com/office/drawing/2014/main" id="{433279DE-A80F-8EF3-D3C5-B802AD95BA64}"/>
                  </a:ext>
                </a:extLst>
              </p14:cNvPr>
              <p14:cNvContentPartPr/>
              <p14:nvPr/>
            </p14:nvContentPartPr>
            <p14:xfrm>
              <a:off x="7007965" y="2307279"/>
              <a:ext cx="61920" cy="324720"/>
            </p14:xfrm>
          </p:contentPart>
        </mc:Choice>
        <mc:Fallback xmlns="">
          <p:pic>
            <p:nvPicPr>
              <p:cNvPr id="97" name="잉크 96">
                <a:extLst>
                  <a:ext uri="{FF2B5EF4-FFF2-40B4-BE49-F238E27FC236}">
                    <a16:creationId xmlns:a16="http://schemas.microsoft.com/office/drawing/2014/main" id="{433279DE-A80F-8EF3-D3C5-B802AD95BA6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999325" y="2298279"/>
                <a:ext cx="79560" cy="34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98" name="잉크 97">
                <a:extLst>
                  <a:ext uri="{FF2B5EF4-FFF2-40B4-BE49-F238E27FC236}">
                    <a16:creationId xmlns:a16="http://schemas.microsoft.com/office/drawing/2014/main" id="{81D6D8E6-72FD-9A0E-15A7-EB01E1D0ACA3}"/>
                  </a:ext>
                </a:extLst>
              </p14:cNvPr>
              <p14:cNvContentPartPr/>
              <p14:nvPr/>
            </p14:nvContentPartPr>
            <p14:xfrm>
              <a:off x="6419005" y="2586279"/>
              <a:ext cx="610200" cy="286560"/>
            </p14:xfrm>
          </p:contentPart>
        </mc:Choice>
        <mc:Fallback xmlns="">
          <p:pic>
            <p:nvPicPr>
              <p:cNvPr id="98" name="잉크 97">
                <a:extLst>
                  <a:ext uri="{FF2B5EF4-FFF2-40B4-BE49-F238E27FC236}">
                    <a16:creationId xmlns:a16="http://schemas.microsoft.com/office/drawing/2014/main" id="{81D6D8E6-72FD-9A0E-15A7-EB01E1D0ACA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410365" y="2577279"/>
                <a:ext cx="627840" cy="30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99" name="잉크 98">
                <a:extLst>
                  <a:ext uri="{FF2B5EF4-FFF2-40B4-BE49-F238E27FC236}">
                    <a16:creationId xmlns:a16="http://schemas.microsoft.com/office/drawing/2014/main" id="{48E16E79-909F-BDAD-6EAD-03098F1E7273}"/>
                  </a:ext>
                </a:extLst>
              </p14:cNvPr>
              <p14:cNvContentPartPr/>
              <p14:nvPr/>
            </p14:nvContentPartPr>
            <p14:xfrm>
              <a:off x="7007965" y="2952759"/>
              <a:ext cx="511920" cy="25200"/>
            </p14:xfrm>
          </p:contentPart>
        </mc:Choice>
        <mc:Fallback xmlns="">
          <p:pic>
            <p:nvPicPr>
              <p:cNvPr id="99" name="잉크 98">
                <a:extLst>
                  <a:ext uri="{FF2B5EF4-FFF2-40B4-BE49-F238E27FC236}">
                    <a16:creationId xmlns:a16="http://schemas.microsoft.com/office/drawing/2014/main" id="{48E16E79-909F-BDAD-6EAD-03098F1E7273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999325" y="2943759"/>
                <a:ext cx="52956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0" name="잉크 99">
                <a:extLst>
                  <a:ext uri="{FF2B5EF4-FFF2-40B4-BE49-F238E27FC236}">
                    <a16:creationId xmlns:a16="http://schemas.microsoft.com/office/drawing/2014/main" id="{26A28996-A4C8-81ED-A4FB-A758C9097F4B}"/>
                  </a:ext>
                </a:extLst>
              </p14:cNvPr>
              <p14:cNvContentPartPr/>
              <p14:nvPr/>
            </p14:nvContentPartPr>
            <p14:xfrm>
              <a:off x="7094005" y="2675199"/>
              <a:ext cx="397440" cy="254880"/>
            </p14:xfrm>
          </p:contentPart>
        </mc:Choice>
        <mc:Fallback xmlns="">
          <p:pic>
            <p:nvPicPr>
              <p:cNvPr id="100" name="잉크 99">
                <a:extLst>
                  <a:ext uri="{FF2B5EF4-FFF2-40B4-BE49-F238E27FC236}">
                    <a16:creationId xmlns:a16="http://schemas.microsoft.com/office/drawing/2014/main" id="{26A28996-A4C8-81ED-A4FB-A758C9097F4B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085365" y="2666559"/>
                <a:ext cx="415080" cy="27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1" name="잉크 100">
                <a:extLst>
                  <a:ext uri="{FF2B5EF4-FFF2-40B4-BE49-F238E27FC236}">
                    <a16:creationId xmlns:a16="http://schemas.microsoft.com/office/drawing/2014/main" id="{5EFCAF47-8BAE-9E6F-4B35-31BF0360D59D}"/>
                  </a:ext>
                </a:extLst>
              </p14:cNvPr>
              <p14:cNvContentPartPr/>
              <p14:nvPr/>
            </p14:nvContentPartPr>
            <p14:xfrm>
              <a:off x="7106245" y="2458119"/>
              <a:ext cx="482760" cy="113400"/>
            </p14:xfrm>
          </p:contentPart>
        </mc:Choice>
        <mc:Fallback xmlns="">
          <p:pic>
            <p:nvPicPr>
              <p:cNvPr id="101" name="잉크 100">
                <a:extLst>
                  <a:ext uri="{FF2B5EF4-FFF2-40B4-BE49-F238E27FC236}">
                    <a16:creationId xmlns:a16="http://schemas.microsoft.com/office/drawing/2014/main" id="{5EFCAF47-8BAE-9E6F-4B35-31BF0360D59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097605" y="2449479"/>
                <a:ext cx="500400" cy="13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2" name="잉크 101">
                <a:extLst>
                  <a:ext uri="{FF2B5EF4-FFF2-40B4-BE49-F238E27FC236}">
                    <a16:creationId xmlns:a16="http://schemas.microsoft.com/office/drawing/2014/main" id="{9F070FFC-4DBA-869D-5573-2A6EEA8A8EC8}"/>
                  </a:ext>
                </a:extLst>
              </p14:cNvPr>
              <p14:cNvContentPartPr/>
              <p14:nvPr/>
            </p14:nvContentPartPr>
            <p14:xfrm>
              <a:off x="6922285" y="2037279"/>
              <a:ext cx="612360" cy="320400"/>
            </p14:xfrm>
          </p:contentPart>
        </mc:Choice>
        <mc:Fallback xmlns="">
          <p:pic>
            <p:nvPicPr>
              <p:cNvPr id="102" name="잉크 101">
                <a:extLst>
                  <a:ext uri="{FF2B5EF4-FFF2-40B4-BE49-F238E27FC236}">
                    <a16:creationId xmlns:a16="http://schemas.microsoft.com/office/drawing/2014/main" id="{9F070FFC-4DBA-869D-5573-2A6EEA8A8EC8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913285" y="2028279"/>
                <a:ext cx="630000" cy="33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3" name="잉크 102">
                <a:extLst>
                  <a:ext uri="{FF2B5EF4-FFF2-40B4-BE49-F238E27FC236}">
                    <a16:creationId xmlns:a16="http://schemas.microsoft.com/office/drawing/2014/main" id="{573A53E8-12C5-7EA4-48BA-D41C41DEC4E9}"/>
                  </a:ext>
                </a:extLst>
              </p14:cNvPr>
              <p14:cNvContentPartPr/>
              <p14:nvPr/>
            </p14:nvContentPartPr>
            <p14:xfrm>
              <a:off x="7610245" y="2528319"/>
              <a:ext cx="19080" cy="178200"/>
            </p14:xfrm>
          </p:contentPart>
        </mc:Choice>
        <mc:Fallback xmlns="">
          <p:pic>
            <p:nvPicPr>
              <p:cNvPr id="103" name="잉크 102">
                <a:extLst>
                  <a:ext uri="{FF2B5EF4-FFF2-40B4-BE49-F238E27FC236}">
                    <a16:creationId xmlns:a16="http://schemas.microsoft.com/office/drawing/2014/main" id="{573A53E8-12C5-7EA4-48BA-D41C41DEC4E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601245" y="2519319"/>
                <a:ext cx="3672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5" name="잉크 104">
                <a:extLst>
                  <a:ext uri="{FF2B5EF4-FFF2-40B4-BE49-F238E27FC236}">
                    <a16:creationId xmlns:a16="http://schemas.microsoft.com/office/drawing/2014/main" id="{567A3E9F-F185-6B26-F2BB-DE3A4A7460AB}"/>
                  </a:ext>
                </a:extLst>
              </p14:cNvPr>
              <p14:cNvContentPartPr/>
              <p14:nvPr/>
            </p14:nvContentPartPr>
            <p14:xfrm>
              <a:off x="7982125" y="3258039"/>
              <a:ext cx="181440" cy="252360"/>
            </p14:xfrm>
          </p:contentPart>
        </mc:Choice>
        <mc:Fallback xmlns="">
          <p:pic>
            <p:nvPicPr>
              <p:cNvPr id="105" name="잉크 104">
                <a:extLst>
                  <a:ext uri="{FF2B5EF4-FFF2-40B4-BE49-F238E27FC236}">
                    <a16:creationId xmlns:a16="http://schemas.microsoft.com/office/drawing/2014/main" id="{567A3E9F-F185-6B26-F2BB-DE3A4A7460AB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973485" y="3249399"/>
                <a:ext cx="199080" cy="27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7" name="잉크 106">
                <a:extLst>
                  <a:ext uri="{FF2B5EF4-FFF2-40B4-BE49-F238E27FC236}">
                    <a16:creationId xmlns:a16="http://schemas.microsoft.com/office/drawing/2014/main" id="{FDEF4D8C-BC16-6C44-6772-2CF90DB4A4ED}"/>
                  </a:ext>
                </a:extLst>
              </p14:cNvPr>
              <p14:cNvContentPartPr/>
              <p14:nvPr/>
            </p14:nvContentPartPr>
            <p14:xfrm>
              <a:off x="8258965" y="3319959"/>
              <a:ext cx="183600" cy="148680"/>
            </p14:xfrm>
          </p:contentPart>
        </mc:Choice>
        <mc:Fallback xmlns="">
          <p:pic>
            <p:nvPicPr>
              <p:cNvPr id="107" name="잉크 106">
                <a:extLst>
                  <a:ext uri="{FF2B5EF4-FFF2-40B4-BE49-F238E27FC236}">
                    <a16:creationId xmlns:a16="http://schemas.microsoft.com/office/drawing/2014/main" id="{FDEF4D8C-BC16-6C44-6772-2CF90DB4A4ED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249965" y="3311319"/>
                <a:ext cx="201240" cy="16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8" name="잉크 107">
                <a:extLst>
                  <a:ext uri="{FF2B5EF4-FFF2-40B4-BE49-F238E27FC236}">
                    <a16:creationId xmlns:a16="http://schemas.microsoft.com/office/drawing/2014/main" id="{7B3AE2C6-691B-39FD-3EAC-D629C2B5C377}"/>
                  </a:ext>
                </a:extLst>
              </p14:cNvPr>
              <p14:cNvContentPartPr/>
              <p14:nvPr/>
            </p14:nvContentPartPr>
            <p14:xfrm>
              <a:off x="8487205" y="3362799"/>
              <a:ext cx="205920" cy="86400"/>
            </p14:xfrm>
          </p:contentPart>
        </mc:Choice>
        <mc:Fallback xmlns="">
          <p:pic>
            <p:nvPicPr>
              <p:cNvPr id="108" name="잉크 107">
                <a:extLst>
                  <a:ext uri="{FF2B5EF4-FFF2-40B4-BE49-F238E27FC236}">
                    <a16:creationId xmlns:a16="http://schemas.microsoft.com/office/drawing/2014/main" id="{7B3AE2C6-691B-39FD-3EAC-D629C2B5C377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478205" y="3354159"/>
                <a:ext cx="223560" cy="10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9" name="잉크 108">
                <a:extLst>
                  <a:ext uri="{FF2B5EF4-FFF2-40B4-BE49-F238E27FC236}">
                    <a16:creationId xmlns:a16="http://schemas.microsoft.com/office/drawing/2014/main" id="{07FCDEC5-7FA4-FB05-7A9E-8D84B1D19521}"/>
                  </a:ext>
                </a:extLst>
              </p14:cNvPr>
              <p14:cNvContentPartPr/>
              <p14:nvPr/>
            </p14:nvContentPartPr>
            <p14:xfrm>
              <a:off x="8763325" y="3369279"/>
              <a:ext cx="61560" cy="362880"/>
            </p14:xfrm>
          </p:contentPart>
        </mc:Choice>
        <mc:Fallback xmlns="">
          <p:pic>
            <p:nvPicPr>
              <p:cNvPr id="109" name="잉크 108">
                <a:extLst>
                  <a:ext uri="{FF2B5EF4-FFF2-40B4-BE49-F238E27FC236}">
                    <a16:creationId xmlns:a16="http://schemas.microsoft.com/office/drawing/2014/main" id="{07FCDEC5-7FA4-FB05-7A9E-8D84B1D19521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754685" y="3360279"/>
                <a:ext cx="79200" cy="38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10" name="잉크 109">
                <a:extLst>
                  <a:ext uri="{FF2B5EF4-FFF2-40B4-BE49-F238E27FC236}">
                    <a16:creationId xmlns:a16="http://schemas.microsoft.com/office/drawing/2014/main" id="{346D5373-E715-D416-C8D8-59AC993462C6}"/>
                  </a:ext>
                </a:extLst>
              </p14:cNvPr>
              <p14:cNvContentPartPr/>
              <p14:nvPr/>
            </p14:nvContentPartPr>
            <p14:xfrm>
              <a:off x="8804005" y="3331839"/>
              <a:ext cx="120600" cy="154800"/>
            </p14:xfrm>
          </p:contentPart>
        </mc:Choice>
        <mc:Fallback xmlns="">
          <p:pic>
            <p:nvPicPr>
              <p:cNvPr id="110" name="잉크 109">
                <a:extLst>
                  <a:ext uri="{FF2B5EF4-FFF2-40B4-BE49-F238E27FC236}">
                    <a16:creationId xmlns:a16="http://schemas.microsoft.com/office/drawing/2014/main" id="{346D5373-E715-D416-C8D8-59AC993462C6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795005" y="3323199"/>
                <a:ext cx="13824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11" name="잉크 110">
                <a:extLst>
                  <a:ext uri="{FF2B5EF4-FFF2-40B4-BE49-F238E27FC236}">
                    <a16:creationId xmlns:a16="http://schemas.microsoft.com/office/drawing/2014/main" id="{58440284-7F55-AA1A-CFAD-A24CF8B90763}"/>
                  </a:ext>
                </a:extLst>
              </p14:cNvPr>
              <p14:cNvContentPartPr/>
              <p14:nvPr/>
            </p14:nvContentPartPr>
            <p14:xfrm>
              <a:off x="9045565" y="3160479"/>
              <a:ext cx="12960" cy="349560"/>
            </p14:xfrm>
          </p:contentPart>
        </mc:Choice>
        <mc:Fallback xmlns="">
          <p:pic>
            <p:nvPicPr>
              <p:cNvPr id="111" name="잉크 110">
                <a:extLst>
                  <a:ext uri="{FF2B5EF4-FFF2-40B4-BE49-F238E27FC236}">
                    <a16:creationId xmlns:a16="http://schemas.microsoft.com/office/drawing/2014/main" id="{58440284-7F55-AA1A-CFAD-A24CF8B90763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036925" y="3151479"/>
                <a:ext cx="30600" cy="36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12" name="잉크 111">
                <a:extLst>
                  <a:ext uri="{FF2B5EF4-FFF2-40B4-BE49-F238E27FC236}">
                    <a16:creationId xmlns:a16="http://schemas.microsoft.com/office/drawing/2014/main" id="{9D903979-ED79-B38D-448A-63C478805A6E}"/>
                  </a:ext>
                </a:extLst>
              </p14:cNvPr>
              <p14:cNvContentPartPr/>
              <p14:nvPr/>
            </p14:nvContentPartPr>
            <p14:xfrm>
              <a:off x="9088765" y="3338319"/>
              <a:ext cx="249840" cy="118440"/>
            </p14:xfrm>
          </p:contentPart>
        </mc:Choice>
        <mc:Fallback xmlns="">
          <p:pic>
            <p:nvPicPr>
              <p:cNvPr id="112" name="잉크 111">
                <a:extLst>
                  <a:ext uri="{FF2B5EF4-FFF2-40B4-BE49-F238E27FC236}">
                    <a16:creationId xmlns:a16="http://schemas.microsoft.com/office/drawing/2014/main" id="{9D903979-ED79-B38D-448A-63C478805A6E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9079765" y="3329679"/>
                <a:ext cx="267480" cy="13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13" name="잉크 112">
                <a:extLst>
                  <a:ext uri="{FF2B5EF4-FFF2-40B4-BE49-F238E27FC236}">
                    <a16:creationId xmlns:a16="http://schemas.microsoft.com/office/drawing/2014/main" id="{4975B0AC-C1E3-60F9-D9E2-233641C2D9CC}"/>
                  </a:ext>
                </a:extLst>
              </p14:cNvPr>
              <p14:cNvContentPartPr/>
              <p14:nvPr/>
            </p14:nvContentPartPr>
            <p14:xfrm>
              <a:off x="9344365" y="3160479"/>
              <a:ext cx="98280" cy="302760"/>
            </p14:xfrm>
          </p:contentPart>
        </mc:Choice>
        <mc:Fallback xmlns="">
          <p:pic>
            <p:nvPicPr>
              <p:cNvPr id="113" name="잉크 112">
                <a:extLst>
                  <a:ext uri="{FF2B5EF4-FFF2-40B4-BE49-F238E27FC236}">
                    <a16:creationId xmlns:a16="http://schemas.microsoft.com/office/drawing/2014/main" id="{4975B0AC-C1E3-60F9-D9E2-233641C2D9CC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9335725" y="3151479"/>
                <a:ext cx="115920" cy="32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17" name="잉크 116">
                <a:extLst>
                  <a:ext uri="{FF2B5EF4-FFF2-40B4-BE49-F238E27FC236}">
                    <a16:creationId xmlns:a16="http://schemas.microsoft.com/office/drawing/2014/main" id="{DD7520D9-5E39-AA60-FC24-2B533DE6CDE3}"/>
                  </a:ext>
                </a:extLst>
              </p14:cNvPr>
              <p14:cNvContentPartPr/>
              <p14:nvPr/>
            </p14:nvContentPartPr>
            <p14:xfrm>
              <a:off x="6056485" y="4933839"/>
              <a:ext cx="221400" cy="240120"/>
            </p14:xfrm>
          </p:contentPart>
        </mc:Choice>
        <mc:Fallback xmlns="">
          <p:pic>
            <p:nvPicPr>
              <p:cNvPr id="117" name="잉크 116">
                <a:extLst>
                  <a:ext uri="{FF2B5EF4-FFF2-40B4-BE49-F238E27FC236}">
                    <a16:creationId xmlns:a16="http://schemas.microsoft.com/office/drawing/2014/main" id="{DD7520D9-5E39-AA60-FC24-2B533DE6CDE3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047485" y="4924839"/>
                <a:ext cx="239040" cy="2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18" name="잉크 117">
                <a:extLst>
                  <a:ext uri="{FF2B5EF4-FFF2-40B4-BE49-F238E27FC236}">
                    <a16:creationId xmlns:a16="http://schemas.microsoft.com/office/drawing/2014/main" id="{FBA08D04-3B7F-91AA-4720-97C7C5FDF560}"/>
                  </a:ext>
                </a:extLst>
              </p14:cNvPr>
              <p14:cNvContentPartPr/>
              <p14:nvPr/>
            </p14:nvContentPartPr>
            <p14:xfrm>
              <a:off x="6258805" y="5017359"/>
              <a:ext cx="82440" cy="90000"/>
            </p14:xfrm>
          </p:contentPart>
        </mc:Choice>
        <mc:Fallback xmlns="">
          <p:pic>
            <p:nvPicPr>
              <p:cNvPr id="118" name="잉크 117">
                <a:extLst>
                  <a:ext uri="{FF2B5EF4-FFF2-40B4-BE49-F238E27FC236}">
                    <a16:creationId xmlns:a16="http://schemas.microsoft.com/office/drawing/2014/main" id="{FBA08D04-3B7F-91AA-4720-97C7C5FDF560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249805" y="5008359"/>
                <a:ext cx="10008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19" name="잉크 118">
                <a:extLst>
                  <a:ext uri="{FF2B5EF4-FFF2-40B4-BE49-F238E27FC236}">
                    <a16:creationId xmlns:a16="http://schemas.microsoft.com/office/drawing/2014/main" id="{CA30E8A6-970B-A55E-93C4-0C8C19A770AB}"/>
                  </a:ext>
                </a:extLst>
              </p14:cNvPr>
              <p14:cNvContentPartPr/>
              <p14:nvPr/>
            </p14:nvContentPartPr>
            <p14:xfrm>
              <a:off x="6468325" y="4983159"/>
              <a:ext cx="181080" cy="84600"/>
            </p14:xfrm>
          </p:contentPart>
        </mc:Choice>
        <mc:Fallback xmlns="">
          <p:pic>
            <p:nvPicPr>
              <p:cNvPr id="119" name="잉크 118">
                <a:extLst>
                  <a:ext uri="{FF2B5EF4-FFF2-40B4-BE49-F238E27FC236}">
                    <a16:creationId xmlns:a16="http://schemas.microsoft.com/office/drawing/2014/main" id="{CA30E8A6-970B-A55E-93C4-0C8C19A770AB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459325" y="4974159"/>
                <a:ext cx="198720" cy="10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20" name="잉크 119">
                <a:extLst>
                  <a:ext uri="{FF2B5EF4-FFF2-40B4-BE49-F238E27FC236}">
                    <a16:creationId xmlns:a16="http://schemas.microsoft.com/office/drawing/2014/main" id="{EF14C145-48ED-D2ED-31BC-8D371B4E288F}"/>
                  </a:ext>
                </a:extLst>
              </p14:cNvPr>
              <p14:cNvContentPartPr/>
              <p14:nvPr/>
            </p14:nvContentPartPr>
            <p14:xfrm>
              <a:off x="6768925" y="4946079"/>
              <a:ext cx="240120" cy="109800"/>
            </p14:xfrm>
          </p:contentPart>
        </mc:Choice>
        <mc:Fallback xmlns="">
          <p:pic>
            <p:nvPicPr>
              <p:cNvPr id="120" name="잉크 119">
                <a:extLst>
                  <a:ext uri="{FF2B5EF4-FFF2-40B4-BE49-F238E27FC236}">
                    <a16:creationId xmlns:a16="http://schemas.microsoft.com/office/drawing/2014/main" id="{EF14C145-48ED-D2ED-31BC-8D371B4E288F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759925" y="4937439"/>
                <a:ext cx="25776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21" name="잉크 120">
                <a:extLst>
                  <a:ext uri="{FF2B5EF4-FFF2-40B4-BE49-F238E27FC236}">
                    <a16:creationId xmlns:a16="http://schemas.microsoft.com/office/drawing/2014/main" id="{A51E3C77-6B9A-A4E7-4508-3FA04374A542}"/>
                  </a:ext>
                </a:extLst>
              </p14:cNvPr>
              <p14:cNvContentPartPr/>
              <p14:nvPr/>
            </p14:nvContentPartPr>
            <p14:xfrm>
              <a:off x="7186165" y="5123919"/>
              <a:ext cx="1440" cy="360"/>
            </p14:xfrm>
          </p:contentPart>
        </mc:Choice>
        <mc:Fallback xmlns="">
          <p:pic>
            <p:nvPicPr>
              <p:cNvPr id="121" name="잉크 120">
                <a:extLst>
                  <a:ext uri="{FF2B5EF4-FFF2-40B4-BE49-F238E27FC236}">
                    <a16:creationId xmlns:a16="http://schemas.microsoft.com/office/drawing/2014/main" id="{A51E3C77-6B9A-A4E7-4508-3FA04374A542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177525" y="5115279"/>
                <a:ext cx="1908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31" name="잉크 130">
                <a:extLst>
                  <a:ext uri="{FF2B5EF4-FFF2-40B4-BE49-F238E27FC236}">
                    <a16:creationId xmlns:a16="http://schemas.microsoft.com/office/drawing/2014/main" id="{B73054BE-6138-B6AC-60E9-C7AA0C72D8A7}"/>
                  </a:ext>
                </a:extLst>
              </p14:cNvPr>
              <p14:cNvContentPartPr/>
              <p14:nvPr/>
            </p14:nvContentPartPr>
            <p14:xfrm>
              <a:off x="3023845" y="5111319"/>
              <a:ext cx="290880" cy="217080"/>
            </p14:xfrm>
          </p:contentPart>
        </mc:Choice>
        <mc:Fallback xmlns="">
          <p:pic>
            <p:nvPicPr>
              <p:cNvPr id="131" name="잉크 130">
                <a:extLst>
                  <a:ext uri="{FF2B5EF4-FFF2-40B4-BE49-F238E27FC236}">
                    <a16:creationId xmlns:a16="http://schemas.microsoft.com/office/drawing/2014/main" id="{B73054BE-6138-B6AC-60E9-C7AA0C72D8A7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015205" y="5102679"/>
                <a:ext cx="30852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32" name="잉크 131">
                <a:extLst>
                  <a:ext uri="{FF2B5EF4-FFF2-40B4-BE49-F238E27FC236}">
                    <a16:creationId xmlns:a16="http://schemas.microsoft.com/office/drawing/2014/main" id="{BD576A5B-75B3-71CA-B078-FC11B48BA8D6}"/>
                  </a:ext>
                </a:extLst>
              </p14:cNvPr>
              <p14:cNvContentPartPr/>
              <p14:nvPr/>
            </p14:nvContentPartPr>
            <p14:xfrm>
              <a:off x="3098725" y="5246679"/>
              <a:ext cx="214920" cy="360"/>
            </p14:xfrm>
          </p:contentPart>
        </mc:Choice>
        <mc:Fallback xmlns="">
          <p:pic>
            <p:nvPicPr>
              <p:cNvPr id="132" name="잉크 131">
                <a:extLst>
                  <a:ext uri="{FF2B5EF4-FFF2-40B4-BE49-F238E27FC236}">
                    <a16:creationId xmlns:a16="http://schemas.microsoft.com/office/drawing/2014/main" id="{BD576A5B-75B3-71CA-B078-FC11B48BA8D6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090085" y="5238039"/>
                <a:ext cx="2325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38" name="잉크 137">
                <a:extLst>
                  <a:ext uri="{FF2B5EF4-FFF2-40B4-BE49-F238E27FC236}">
                    <a16:creationId xmlns:a16="http://schemas.microsoft.com/office/drawing/2014/main" id="{20803BAB-FD0D-EBEC-81F0-E4806BE8B361}"/>
                  </a:ext>
                </a:extLst>
              </p14:cNvPr>
              <p14:cNvContentPartPr/>
              <p14:nvPr/>
            </p14:nvContentPartPr>
            <p14:xfrm>
              <a:off x="3135805" y="5258919"/>
              <a:ext cx="66240" cy="149040"/>
            </p14:xfrm>
          </p:contentPart>
        </mc:Choice>
        <mc:Fallback xmlns="">
          <p:pic>
            <p:nvPicPr>
              <p:cNvPr id="138" name="잉크 137">
                <a:extLst>
                  <a:ext uri="{FF2B5EF4-FFF2-40B4-BE49-F238E27FC236}">
                    <a16:creationId xmlns:a16="http://schemas.microsoft.com/office/drawing/2014/main" id="{20803BAB-FD0D-EBEC-81F0-E4806BE8B361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126805" y="5250279"/>
                <a:ext cx="83880" cy="16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39" name="잉크 138">
                <a:extLst>
                  <a:ext uri="{FF2B5EF4-FFF2-40B4-BE49-F238E27FC236}">
                    <a16:creationId xmlns:a16="http://schemas.microsoft.com/office/drawing/2014/main" id="{031C2BD5-90E0-CE33-486D-58A98254E9FA}"/>
                  </a:ext>
                </a:extLst>
              </p14:cNvPr>
              <p14:cNvContentPartPr/>
              <p14:nvPr/>
            </p14:nvContentPartPr>
            <p14:xfrm>
              <a:off x="3362965" y="5238759"/>
              <a:ext cx="203400" cy="151560"/>
            </p14:xfrm>
          </p:contentPart>
        </mc:Choice>
        <mc:Fallback xmlns="">
          <p:pic>
            <p:nvPicPr>
              <p:cNvPr id="139" name="잉크 138">
                <a:extLst>
                  <a:ext uri="{FF2B5EF4-FFF2-40B4-BE49-F238E27FC236}">
                    <a16:creationId xmlns:a16="http://schemas.microsoft.com/office/drawing/2014/main" id="{031C2BD5-90E0-CE33-486D-58A98254E9FA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353965" y="5229759"/>
                <a:ext cx="221040" cy="1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40" name="잉크 139">
                <a:extLst>
                  <a:ext uri="{FF2B5EF4-FFF2-40B4-BE49-F238E27FC236}">
                    <a16:creationId xmlns:a16="http://schemas.microsoft.com/office/drawing/2014/main" id="{AD03AF3A-56DF-C7C5-B16E-791DC13EADFB}"/>
                  </a:ext>
                </a:extLst>
              </p14:cNvPr>
              <p14:cNvContentPartPr/>
              <p14:nvPr/>
            </p14:nvContentPartPr>
            <p14:xfrm>
              <a:off x="3565285" y="5198079"/>
              <a:ext cx="262800" cy="145440"/>
            </p14:xfrm>
          </p:contentPart>
        </mc:Choice>
        <mc:Fallback xmlns="">
          <p:pic>
            <p:nvPicPr>
              <p:cNvPr id="140" name="잉크 139">
                <a:extLst>
                  <a:ext uri="{FF2B5EF4-FFF2-40B4-BE49-F238E27FC236}">
                    <a16:creationId xmlns:a16="http://schemas.microsoft.com/office/drawing/2014/main" id="{AD03AF3A-56DF-C7C5-B16E-791DC13EADFB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3556645" y="5189079"/>
                <a:ext cx="28044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41" name="잉크 140">
                <a:extLst>
                  <a:ext uri="{FF2B5EF4-FFF2-40B4-BE49-F238E27FC236}">
                    <a16:creationId xmlns:a16="http://schemas.microsoft.com/office/drawing/2014/main" id="{8112161C-C420-8492-82BE-417D7D9A73D5}"/>
                  </a:ext>
                </a:extLst>
              </p14:cNvPr>
              <p14:cNvContentPartPr/>
              <p14:nvPr/>
            </p14:nvContentPartPr>
            <p14:xfrm>
              <a:off x="4000885" y="5332719"/>
              <a:ext cx="360" cy="360"/>
            </p14:xfrm>
          </p:contentPart>
        </mc:Choice>
        <mc:Fallback xmlns="">
          <p:pic>
            <p:nvPicPr>
              <p:cNvPr id="141" name="잉크 140">
                <a:extLst>
                  <a:ext uri="{FF2B5EF4-FFF2-40B4-BE49-F238E27FC236}">
                    <a16:creationId xmlns:a16="http://schemas.microsoft.com/office/drawing/2014/main" id="{8112161C-C420-8492-82BE-417D7D9A73D5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992245" y="5324079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43" name="잉크 142">
                <a:extLst>
                  <a:ext uri="{FF2B5EF4-FFF2-40B4-BE49-F238E27FC236}">
                    <a16:creationId xmlns:a16="http://schemas.microsoft.com/office/drawing/2014/main" id="{0DE46257-15DC-D647-B018-B1FE08B8770D}"/>
                  </a:ext>
                </a:extLst>
              </p14:cNvPr>
              <p14:cNvContentPartPr/>
              <p14:nvPr/>
            </p14:nvContentPartPr>
            <p14:xfrm>
              <a:off x="2786245" y="5553759"/>
              <a:ext cx="196200" cy="360"/>
            </p14:xfrm>
          </p:contentPart>
        </mc:Choice>
        <mc:Fallback xmlns="">
          <p:pic>
            <p:nvPicPr>
              <p:cNvPr id="143" name="잉크 142">
                <a:extLst>
                  <a:ext uri="{FF2B5EF4-FFF2-40B4-BE49-F238E27FC236}">
                    <a16:creationId xmlns:a16="http://schemas.microsoft.com/office/drawing/2014/main" id="{0DE46257-15DC-D647-B018-B1FE08B8770D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2777245" y="5544759"/>
                <a:ext cx="21384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44" name="잉크 143">
                <a:extLst>
                  <a:ext uri="{FF2B5EF4-FFF2-40B4-BE49-F238E27FC236}">
                    <a16:creationId xmlns:a16="http://schemas.microsoft.com/office/drawing/2014/main" id="{34281DDF-0EA1-5935-5138-BB1AB34D6B72}"/>
                  </a:ext>
                </a:extLst>
              </p14:cNvPr>
              <p14:cNvContentPartPr/>
              <p14:nvPr/>
            </p14:nvContentPartPr>
            <p14:xfrm>
              <a:off x="2846005" y="5609199"/>
              <a:ext cx="14040" cy="208080"/>
            </p14:xfrm>
          </p:contentPart>
        </mc:Choice>
        <mc:Fallback xmlns="">
          <p:pic>
            <p:nvPicPr>
              <p:cNvPr id="144" name="잉크 143">
                <a:extLst>
                  <a:ext uri="{FF2B5EF4-FFF2-40B4-BE49-F238E27FC236}">
                    <a16:creationId xmlns:a16="http://schemas.microsoft.com/office/drawing/2014/main" id="{34281DDF-0EA1-5935-5138-BB1AB34D6B72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2837365" y="5600199"/>
                <a:ext cx="31680" cy="22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45" name="잉크 144">
                <a:extLst>
                  <a:ext uri="{FF2B5EF4-FFF2-40B4-BE49-F238E27FC236}">
                    <a16:creationId xmlns:a16="http://schemas.microsoft.com/office/drawing/2014/main" id="{14F4E642-EB0B-8938-543F-C5D63B920612}"/>
                  </a:ext>
                </a:extLst>
              </p14:cNvPr>
              <p14:cNvContentPartPr/>
              <p14:nvPr/>
            </p14:nvContentPartPr>
            <p14:xfrm>
              <a:off x="2933485" y="5724399"/>
              <a:ext cx="75600" cy="63360"/>
            </p14:xfrm>
          </p:contentPart>
        </mc:Choice>
        <mc:Fallback xmlns="">
          <p:pic>
            <p:nvPicPr>
              <p:cNvPr id="145" name="잉크 144">
                <a:extLst>
                  <a:ext uri="{FF2B5EF4-FFF2-40B4-BE49-F238E27FC236}">
                    <a16:creationId xmlns:a16="http://schemas.microsoft.com/office/drawing/2014/main" id="{14F4E642-EB0B-8938-543F-C5D63B920612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2924845" y="5715759"/>
                <a:ext cx="9324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46" name="잉크 145">
                <a:extLst>
                  <a:ext uri="{FF2B5EF4-FFF2-40B4-BE49-F238E27FC236}">
                    <a16:creationId xmlns:a16="http://schemas.microsoft.com/office/drawing/2014/main" id="{C84BF11A-86EA-ABBB-D7B5-E42B9C8D106D}"/>
                  </a:ext>
                </a:extLst>
              </p14:cNvPr>
              <p14:cNvContentPartPr/>
              <p14:nvPr/>
            </p14:nvContentPartPr>
            <p14:xfrm>
              <a:off x="3049765" y="5700999"/>
              <a:ext cx="25200" cy="194760"/>
            </p14:xfrm>
          </p:contentPart>
        </mc:Choice>
        <mc:Fallback xmlns="">
          <p:pic>
            <p:nvPicPr>
              <p:cNvPr id="146" name="잉크 145">
                <a:extLst>
                  <a:ext uri="{FF2B5EF4-FFF2-40B4-BE49-F238E27FC236}">
                    <a16:creationId xmlns:a16="http://schemas.microsoft.com/office/drawing/2014/main" id="{C84BF11A-86EA-ABBB-D7B5-E42B9C8D106D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3041125" y="5691999"/>
                <a:ext cx="4284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47" name="잉크 146">
                <a:extLst>
                  <a:ext uri="{FF2B5EF4-FFF2-40B4-BE49-F238E27FC236}">
                    <a16:creationId xmlns:a16="http://schemas.microsoft.com/office/drawing/2014/main" id="{A6E5C20C-6515-5886-CA91-D1A0B93D5166}"/>
                  </a:ext>
                </a:extLst>
              </p14:cNvPr>
              <p14:cNvContentPartPr/>
              <p14:nvPr/>
            </p14:nvContentPartPr>
            <p14:xfrm>
              <a:off x="3097645" y="5695239"/>
              <a:ext cx="83520" cy="87480"/>
            </p14:xfrm>
          </p:contentPart>
        </mc:Choice>
        <mc:Fallback xmlns="">
          <p:pic>
            <p:nvPicPr>
              <p:cNvPr id="147" name="잉크 146">
                <a:extLst>
                  <a:ext uri="{FF2B5EF4-FFF2-40B4-BE49-F238E27FC236}">
                    <a16:creationId xmlns:a16="http://schemas.microsoft.com/office/drawing/2014/main" id="{A6E5C20C-6515-5886-CA91-D1A0B93D5166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3088645" y="5686239"/>
                <a:ext cx="101160" cy="10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48" name="잉크 147">
                <a:extLst>
                  <a:ext uri="{FF2B5EF4-FFF2-40B4-BE49-F238E27FC236}">
                    <a16:creationId xmlns:a16="http://schemas.microsoft.com/office/drawing/2014/main" id="{D81788BF-D9B7-A0D9-A662-36E8E3107679}"/>
                  </a:ext>
                </a:extLst>
              </p14:cNvPr>
              <p14:cNvContentPartPr/>
              <p14:nvPr/>
            </p14:nvContentPartPr>
            <p14:xfrm>
              <a:off x="3258565" y="5627559"/>
              <a:ext cx="2880" cy="1440"/>
            </p14:xfrm>
          </p:contentPart>
        </mc:Choice>
        <mc:Fallback xmlns="">
          <p:pic>
            <p:nvPicPr>
              <p:cNvPr id="148" name="잉크 147">
                <a:extLst>
                  <a:ext uri="{FF2B5EF4-FFF2-40B4-BE49-F238E27FC236}">
                    <a16:creationId xmlns:a16="http://schemas.microsoft.com/office/drawing/2014/main" id="{D81788BF-D9B7-A0D9-A662-36E8E3107679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249925" y="5618559"/>
                <a:ext cx="2052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49" name="잉크 148">
                <a:extLst>
                  <a:ext uri="{FF2B5EF4-FFF2-40B4-BE49-F238E27FC236}">
                    <a16:creationId xmlns:a16="http://schemas.microsoft.com/office/drawing/2014/main" id="{85105E94-4A7C-B77C-58FF-2E307EF28A79}"/>
                  </a:ext>
                </a:extLst>
              </p14:cNvPr>
              <p14:cNvContentPartPr/>
              <p14:nvPr/>
            </p14:nvContentPartPr>
            <p14:xfrm>
              <a:off x="3276925" y="5700999"/>
              <a:ext cx="360" cy="85680"/>
            </p14:xfrm>
          </p:contentPart>
        </mc:Choice>
        <mc:Fallback xmlns="">
          <p:pic>
            <p:nvPicPr>
              <p:cNvPr id="149" name="잉크 148">
                <a:extLst>
                  <a:ext uri="{FF2B5EF4-FFF2-40B4-BE49-F238E27FC236}">
                    <a16:creationId xmlns:a16="http://schemas.microsoft.com/office/drawing/2014/main" id="{85105E94-4A7C-B77C-58FF-2E307EF28A79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3268285" y="5691999"/>
                <a:ext cx="1800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50" name="잉크 149">
                <a:extLst>
                  <a:ext uri="{FF2B5EF4-FFF2-40B4-BE49-F238E27FC236}">
                    <a16:creationId xmlns:a16="http://schemas.microsoft.com/office/drawing/2014/main" id="{47DAFD1E-A2F7-6AB3-CE3F-47ACDD486A5C}"/>
                  </a:ext>
                </a:extLst>
              </p14:cNvPr>
              <p14:cNvContentPartPr/>
              <p14:nvPr/>
            </p14:nvContentPartPr>
            <p14:xfrm>
              <a:off x="3325885" y="5681919"/>
              <a:ext cx="110160" cy="82800"/>
            </p14:xfrm>
          </p:contentPart>
        </mc:Choice>
        <mc:Fallback xmlns="">
          <p:pic>
            <p:nvPicPr>
              <p:cNvPr id="150" name="잉크 149">
                <a:extLst>
                  <a:ext uri="{FF2B5EF4-FFF2-40B4-BE49-F238E27FC236}">
                    <a16:creationId xmlns:a16="http://schemas.microsoft.com/office/drawing/2014/main" id="{47DAFD1E-A2F7-6AB3-CE3F-47ACDD486A5C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3317245" y="5673279"/>
                <a:ext cx="127800" cy="10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51" name="잉크 150">
                <a:extLst>
                  <a:ext uri="{FF2B5EF4-FFF2-40B4-BE49-F238E27FC236}">
                    <a16:creationId xmlns:a16="http://schemas.microsoft.com/office/drawing/2014/main" id="{1B41021A-AFC3-A95F-4D94-506962EFD657}"/>
                  </a:ext>
                </a:extLst>
              </p14:cNvPr>
              <p14:cNvContentPartPr/>
              <p14:nvPr/>
            </p14:nvContentPartPr>
            <p14:xfrm>
              <a:off x="3615325" y="5627559"/>
              <a:ext cx="91440" cy="148320"/>
            </p14:xfrm>
          </p:contentPart>
        </mc:Choice>
        <mc:Fallback xmlns="">
          <p:pic>
            <p:nvPicPr>
              <p:cNvPr id="151" name="잉크 150">
                <a:extLst>
                  <a:ext uri="{FF2B5EF4-FFF2-40B4-BE49-F238E27FC236}">
                    <a16:creationId xmlns:a16="http://schemas.microsoft.com/office/drawing/2014/main" id="{1B41021A-AFC3-A95F-4D94-506962EFD657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3606325" y="5618559"/>
                <a:ext cx="109080" cy="1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52" name="잉크 151">
                <a:extLst>
                  <a:ext uri="{FF2B5EF4-FFF2-40B4-BE49-F238E27FC236}">
                    <a16:creationId xmlns:a16="http://schemas.microsoft.com/office/drawing/2014/main" id="{7B2E5281-FA65-5BD9-3BA9-7E2CC3A48E28}"/>
                  </a:ext>
                </a:extLst>
              </p14:cNvPr>
              <p14:cNvContentPartPr/>
              <p14:nvPr/>
            </p14:nvContentPartPr>
            <p14:xfrm>
              <a:off x="3792085" y="5694879"/>
              <a:ext cx="19800" cy="268200"/>
            </p14:xfrm>
          </p:contentPart>
        </mc:Choice>
        <mc:Fallback xmlns="">
          <p:pic>
            <p:nvPicPr>
              <p:cNvPr id="152" name="잉크 151">
                <a:extLst>
                  <a:ext uri="{FF2B5EF4-FFF2-40B4-BE49-F238E27FC236}">
                    <a16:creationId xmlns:a16="http://schemas.microsoft.com/office/drawing/2014/main" id="{7B2E5281-FA65-5BD9-3BA9-7E2CC3A48E28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3783085" y="5686239"/>
                <a:ext cx="37440" cy="28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53" name="잉크 152">
                <a:extLst>
                  <a:ext uri="{FF2B5EF4-FFF2-40B4-BE49-F238E27FC236}">
                    <a16:creationId xmlns:a16="http://schemas.microsoft.com/office/drawing/2014/main" id="{F278D3EA-338A-8CC6-A04B-FE2D6654CC21}"/>
                  </a:ext>
                </a:extLst>
              </p14:cNvPr>
              <p14:cNvContentPartPr/>
              <p14:nvPr/>
            </p14:nvContentPartPr>
            <p14:xfrm>
              <a:off x="3823405" y="5670039"/>
              <a:ext cx="129600" cy="117000"/>
            </p14:xfrm>
          </p:contentPart>
        </mc:Choice>
        <mc:Fallback xmlns="">
          <p:pic>
            <p:nvPicPr>
              <p:cNvPr id="153" name="잉크 152">
                <a:extLst>
                  <a:ext uri="{FF2B5EF4-FFF2-40B4-BE49-F238E27FC236}">
                    <a16:creationId xmlns:a16="http://schemas.microsoft.com/office/drawing/2014/main" id="{F278D3EA-338A-8CC6-A04B-FE2D6654CC21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3814405" y="5661039"/>
                <a:ext cx="147240" cy="13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54" name="잉크 153">
                <a:extLst>
                  <a:ext uri="{FF2B5EF4-FFF2-40B4-BE49-F238E27FC236}">
                    <a16:creationId xmlns:a16="http://schemas.microsoft.com/office/drawing/2014/main" id="{F7578FD8-5FFD-2ED3-7D4F-9C36AC13CA70}"/>
                  </a:ext>
                </a:extLst>
              </p14:cNvPr>
              <p14:cNvContentPartPr/>
              <p14:nvPr/>
            </p14:nvContentPartPr>
            <p14:xfrm>
              <a:off x="3957325" y="5676519"/>
              <a:ext cx="233280" cy="105480"/>
            </p14:xfrm>
          </p:contentPart>
        </mc:Choice>
        <mc:Fallback xmlns="">
          <p:pic>
            <p:nvPicPr>
              <p:cNvPr id="154" name="잉크 153">
                <a:extLst>
                  <a:ext uri="{FF2B5EF4-FFF2-40B4-BE49-F238E27FC236}">
                    <a16:creationId xmlns:a16="http://schemas.microsoft.com/office/drawing/2014/main" id="{F7578FD8-5FFD-2ED3-7D4F-9C36AC13CA70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3948325" y="5667519"/>
                <a:ext cx="250920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55" name="잉크 154">
                <a:extLst>
                  <a:ext uri="{FF2B5EF4-FFF2-40B4-BE49-F238E27FC236}">
                    <a16:creationId xmlns:a16="http://schemas.microsoft.com/office/drawing/2014/main" id="{D1B42192-70FB-1DBB-18EF-D64570FA5010}"/>
                  </a:ext>
                </a:extLst>
              </p14:cNvPr>
              <p14:cNvContentPartPr/>
              <p14:nvPr/>
            </p14:nvContentPartPr>
            <p14:xfrm>
              <a:off x="4220845" y="5651679"/>
              <a:ext cx="145440" cy="136800"/>
            </p14:xfrm>
          </p:contentPart>
        </mc:Choice>
        <mc:Fallback xmlns="">
          <p:pic>
            <p:nvPicPr>
              <p:cNvPr id="155" name="잉크 154">
                <a:extLst>
                  <a:ext uri="{FF2B5EF4-FFF2-40B4-BE49-F238E27FC236}">
                    <a16:creationId xmlns:a16="http://schemas.microsoft.com/office/drawing/2014/main" id="{D1B42192-70FB-1DBB-18EF-D64570FA5010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4212205" y="5643039"/>
                <a:ext cx="163080" cy="15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56" name="잉크 155">
                <a:extLst>
                  <a:ext uri="{FF2B5EF4-FFF2-40B4-BE49-F238E27FC236}">
                    <a16:creationId xmlns:a16="http://schemas.microsoft.com/office/drawing/2014/main" id="{0176FB5D-E64E-F0BA-64E9-8F116ED2CFF5}"/>
                  </a:ext>
                </a:extLst>
              </p14:cNvPr>
              <p14:cNvContentPartPr/>
              <p14:nvPr/>
            </p14:nvContentPartPr>
            <p14:xfrm>
              <a:off x="4349005" y="5663559"/>
              <a:ext cx="105480" cy="114120"/>
            </p14:xfrm>
          </p:contentPart>
        </mc:Choice>
        <mc:Fallback xmlns="">
          <p:pic>
            <p:nvPicPr>
              <p:cNvPr id="156" name="잉크 155">
                <a:extLst>
                  <a:ext uri="{FF2B5EF4-FFF2-40B4-BE49-F238E27FC236}">
                    <a16:creationId xmlns:a16="http://schemas.microsoft.com/office/drawing/2014/main" id="{0176FB5D-E64E-F0BA-64E9-8F116ED2CFF5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4340365" y="5654559"/>
                <a:ext cx="123120" cy="13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28" name="잉크 127">
                <a:extLst>
                  <a:ext uri="{FF2B5EF4-FFF2-40B4-BE49-F238E27FC236}">
                    <a16:creationId xmlns:a16="http://schemas.microsoft.com/office/drawing/2014/main" id="{6296428E-CF36-7822-10E1-46BE99C95BE2}"/>
                  </a:ext>
                </a:extLst>
              </p14:cNvPr>
              <p14:cNvContentPartPr/>
              <p14:nvPr/>
            </p14:nvContentPartPr>
            <p14:xfrm>
              <a:off x="6333325" y="5411559"/>
              <a:ext cx="349560" cy="32400"/>
            </p14:xfrm>
          </p:contentPart>
        </mc:Choice>
        <mc:Fallback xmlns="">
          <p:pic>
            <p:nvPicPr>
              <p:cNvPr id="128" name="잉크 127">
                <a:extLst>
                  <a:ext uri="{FF2B5EF4-FFF2-40B4-BE49-F238E27FC236}">
                    <a16:creationId xmlns:a16="http://schemas.microsoft.com/office/drawing/2014/main" id="{6296428E-CF36-7822-10E1-46BE99C95BE2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6324325" y="5402559"/>
                <a:ext cx="36720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29" name="잉크 128">
                <a:extLst>
                  <a:ext uri="{FF2B5EF4-FFF2-40B4-BE49-F238E27FC236}">
                    <a16:creationId xmlns:a16="http://schemas.microsoft.com/office/drawing/2014/main" id="{3E986B3E-C959-E771-5F80-90E5377E05C9}"/>
                  </a:ext>
                </a:extLst>
              </p14:cNvPr>
              <p14:cNvContentPartPr/>
              <p14:nvPr/>
            </p14:nvContentPartPr>
            <p14:xfrm>
              <a:off x="6535285" y="5455479"/>
              <a:ext cx="37800" cy="226800"/>
            </p14:xfrm>
          </p:contentPart>
        </mc:Choice>
        <mc:Fallback xmlns="">
          <p:pic>
            <p:nvPicPr>
              <p:cNvPr id="129" name="잉크 128">
                <a:extLst>
                  <a:ext uri="{FF2B5EF4-FFF2-40B4-BE49-F238E27FC236}">
                    <a16:creationId xmlns:a16="http://schemas.microsoft.com/office/drawing/2014/main" id="{3E986B3E-C959-E771-5F80-90E5377E05C9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6526645" y="5446839"/>
                <a:ext cx="55440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30" name="잉크 129">
                <a:extLst>
                  <a:ext uri="{FF2B5EF4-FFF2-40B4-BE49-F238E27FC236}">
                    <a16:creationId xmlns:a16="http://schemas.microsoft.com/office/drawing/2014/main" id="{D1525727-4925-34E5-BADC-188DC17AC861}"/>
                  </a:ext>
                </a:extLst>
              </p14:cNvPr>
              <p14:cNvContentPartPr/>
              <p14:nvPr/>
            </p14:nvContentPartPr>
            <p14:xfrm>
              <a:off x="6676765" y="5521719"/>
              <a:ext cx="105840" cy="132120"/>
            </p14:xfrm>
          </p:contentPart>
        </mc:Choice>
        <mc:Fallback xmlns="">
          <p:pic>
            <p:nvPicPr>
              <p:cNvPr id="130" name="잉크 129">
                <a:extLst>
                  <a:ext uri="{FF2B5EF4-FFF2-40B4-BE49-F238E27FC236}">
                    <a16:creationId xmlns:a16="http://schemas.microsoft.com/office/drawing/2014/main" id="{D1525727-4925-34E5-BADC-188DC17AC861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6667765" y="5513079"/>
                <a:ext cx="123480" cy="14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58" name="잉크 157">
                <a:extLst>
                  <a:ext uri="{FF2B5EF4-FFF2-40B4-BE49-F238E27FC236}">
                    <a16:creationId xmlns:a16="http://schemas.microsoft.com/office/drawing/2014/main" id="{0A937969-3178-054C-3DC9-CB3385D9B7E1}"/>
                  </a:ext>
                </a:extLst>
              </p14:cNvPr>
              <p14:cNvContentPartPr/>
              <p14:nvPr/>
            </p14:nvContentPartPr>
            <p14:xfrm>
              <a:off x="6910045" y="5510919"/>
              <a:ext cx="25200" cy="448560"/>
            </p14:xfrm>
          </p:contentPart>
        </mc:Choice>
        <mc:Fallback xmlns="">
          <p:pic>
            <p:nvPicPr>
              <p:cNvPr id="158" name="잉크 157">
                <a:extLst>
                  <a:ext uri="{FF2B5EF4-FFF2-40B4-BE49-F238E27FC236}">
                    <a16:creationId xmlns:a16="http://schemas.microsoft.com/office/drawing/2014/main" id="{0A937969-3178-054C-3DC9-CB3385D9B7E1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6901045" y="5502279"/>
                <a:ext cx="42840" cy="46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59" name="잉크 158">
                <a:extLst>
                  <a:ext uri="{FF2B5EF4-FFF2-40B4-BE49-F238E27FC236}">
                    <a16:creationId xmlns:a16="http://schemas.microsoft.com/office/drawing/2014/main" id="{FEBFDA47-518E-BF06-8E02-0797DE86FC45}"/>
                  </a:ext>
                </a:extLst>
              </p14:cNvPr>
              <p14:cNvContentPartPr/>
              <p14:nvPr/>
            </p14:nvContentPartPr>
            <p14:xfrm>
              <a:off x="6903925" y="5571399"/>
              <a:ext cx="112680" cy="80280"/>
            </p14:xfrm>
          </p:contentPart>
        </mc:Choice>
        <mc:Fallback xmlns="">
          <p:pic>
            <p:nvPicPr>
              <p:cNvPr id="159" name="잉크 158">
                <a:extLst>
                  <a:ext uri="{FF2B5EF4-FFF2-40B4-BE49-F238E27FC236}">
                    <a16:creationId xmlns:a16="http://schemas.microsoft.com/office/drawing/2014/main" id="{FEBFDA47-518E-BF06-8E02-0797DE86FC45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6894925" y="5562759"/>
                <a:ext cx="13032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60" name="잉크 159">
                <a:extLst>
                  <a:ext uri="{FF2B5EF4-FFF2-40B4-BE49-F238E27FC236}">
                    <a16:creationId xmlns:a16="http://schemas.microsoft.com/office/drawing/2014/main" id="{F23E00EC-E4E9-8F05-BED8-FF0406072F03}"/>
                  </a:ext>
                </a:extLst>
              </p14:cNvPr>
              <p14:cNvContentPartPr/>
              <p14:nvPr/>
            </p14:nvContentPartPr>
            <p14:xfrm>
              <a:off x="7118845" y="5498319"/>
              <a:ext cx="3600" cy="360"/>
            </p14:xfrm>
          </p:contentPart>
        </mc:Choice>
        <mc:Fallback xmlns="">
          <p:pic>
            <p:nvPicPr>
              <p:cNvPr id="160" name="잉크 159">
                <a:extLst>
                  <a:ext uri="{FF2B5EF4-FFF2-40B4-BE49-F238E27FC236}">
                    <a16:creationId xmlns:a16="http://schemas.microsoft.com/office/drawing/2014/main" id="{F23E00EC-E4E9-8F05-BED8-FF0406072F03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109845" y="5489679"/>
                <a:ext cx="2124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161" name="잉크 160">
                <a:extLst>
                  <a:ext uri="{FF2B5EF4-FFF2-40B4-BE49-F238E27FC236}">
                    <a16:creationId xmlns:a16="http://schemas.microsoft.com/office/drawing/2014/main" id="{3799FC8B-7F39-6053-DB58-C0F7B0C342E8}"/>
                  </a:ext>
                </a:extLst>
              </p14:cNvPr>
              <p14:cNvContentPartPr/>
              <p14:nvPr/>
            </p14:nvContentPartPr>
            <p14:xfrm>
              <a:off x="7167805" y="5639799"/>
              <a:ext cx="35280" cy="81000"/>
            </p14:xfrm>
          </p:contentPart>
        </mc:Choice>
        <mc:Fallback xmlns="">
          <p:pic>
            <p:nvPicPr>
              <p:cNvPr id="161" name="잉크 160">
                <a:extLst>
                  <a:ext uri="{FF2B5EF4-FFF2-40B4-BE49-F238E27FC236}">
                    <a16:creationId xmlns:a16="http://schemas.microsoft.com/office/drawing/2014/main" id="{3799FC8B-7F39-6053-DB58-C0F7B0C342E8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7159165" y="5630799"/>
                <a:ext cx="5292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162" name="잉크 161">
                <a:extLst>
                  <a:ext uri="{FF2B5EF4-FFF2-40B4-BE49-F238E27FC236}">
                    <a16:creationId xmlns:a16="http://schemas.microsoft.com/office/drawing/2014/main" id="{D76F41C0-6B63-64D1-C4EF-3EF2DE87A8FD}"/>
                  </a:ext>
                </a:extLst>
              </p14:cNvPr>
              <p14:cNvContentPartPr/>
              <p14:nvPr/>
            </p14:nvContentPartPr>
            <p14:xfrm>
              <a:off x="7308925" y="5596959"/>
              <a:ext cx="171720" cy="93600"/>
            </p14:xfrm>
          </p:contentPart>
        </mc:Choice>
        <mc:Fallback xmlns="">
          <p:pic>
            <p:nvPicPr>
              <p:cNvPr id="162" name="잉크 161">
                <a:extLst>
                  <a:ext uri="{FF2B5EF4-FFF2-40B4-BE49-F238E27FC236}">
                    <a16:creationId xmlns:a16="http://schemas.microsoft.com/office/drawing/2014/main" id="{D76F41C0-6B63-64D1-C4EF-3EF2DE87A8FD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7299925" y="5587959"/>
                <a:ext cx="189360" cy="11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163" name="잉크 162">
                <a:extLst>
                  <a:ext uri="{FF2B5EF4-FFF2-40B4-BE49-F238E27FC236}">
                    <a16:creationId xmlns:a16="http://schemas.microsoft.com/office/drawing/2014/main" id="{B095BEEC-8FD5-4FB6-902E-2898BDE26B07}"/>
                  </a:ext>
                </a:extLst>
              </p14:cNvPr>
              <p14:cNvContentPartPr/>
              <p14:nvPr/>
            </p14:nvContentPartPr>
            <p14:xfrm>
              <a:off x="7568485" y="5553759"/>
              <a:ext cx="103680" cy="241200"/>
            </p14:xfrm>
          </p:contentPart>
        </mc:Choice>
        <mc:Fallback xmlns="">
          <p:pic>
            <p:nvPicPr>
              <p:cNvPr id="163" name="잉크 162">
                <a:extLst>
                  <a:ext uri="{FF2B5EF4-FFF2-40B4-BE49-F238E27FC236}">
                    <a16:creationId xmlns:a16="http://schemas.microsoft.com/office/drawing/2014/main" id="{B095BEEC-8FD5-4FB6-902E-2898BDE26B07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7559485" y="5544759"/>
                <a:ext cx="121320" cy="25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164" name="잉크 163">
                <a:extLst>
                  <a:ext uri="{FF2B5EF4-FFF2-40B4-BE49-F238E27FC236}">
                    <a16:creationId xmlns:a16="http://schemas.microsoft.com/office/drawing/2014/main" id="{B5F39A3E-3C80-95CB-640A-9E45239414AE}"/>
                  </a:ext>
                </a:extLst>
              </p14:cNvPr>
              <p14:cNvContentPartPr/>
              <p14:nvPr/>
            </p14:nvContentPartPr>
            <p14:xfrm>
              <a:off x="7738405" y="5645919"/>
              <a:ext cx="37440" cy="335160"/>
            </p14:xfrm>
          </p:contentPart>
        </mc:Choice>
        <mc:Fallback xmlns="">
          <p:pic>
            <p:nvPicPr>
              <p:cNvPr id="164" name="잉크 163">
                <a:extLst>
                  <a:ext uri="{FF2B5EF4-FFF2-40B4-BE49-F238E27FC236}">
                    <a16:creationId xmlns:a16="http://schemas.microsoft.com/office/drawing/2014/main" id="{B5F39A3E-3C80-95CB-640A-9E45239414AE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7729765" y="5636919"/>
                <a:ext cx="55080" cy="35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165" name="잉크 164">
                <a:extLst>
                  <a:ext uri="{FF2B5EF4-FFF2-40B4-BE49-F238E27FC236}">
                    <a16:creationId xmlns:a16="http://schemas.microsoft.com/office/drawing/2014/main" id="{F42E73F4-1FE1-2C7A-75FB-A616DE50F81B}"/>
                  </a:ext>
                </a:extLst>
              </p14:cNvPr>
              <p14:cNvContentPartPr/>
              <p14:nvPr/>
            </p14:nvContentPartPr>
            <p14:xfrm>
              <a:off x="7778365" y="5650959"/>
              <a:ext cx="71640" cy="119160"/>
            </p14:xfrm>
          </p:contentPart>
        </mc:Choice>
        <mc:Fallback xmlns="">
          <p:pic>
            <p:nvPicPr>
              <p:cNvPr id="165" name="잉크 164">
                <a:extLst>
                  <a:ext uri="{FF2B5EF4-FFF2-40B4-BE49-F238E27FC236}">
                    <a16:creationId xmlns:a16="http://schemas.microsoft.com/office/drawing/2014/main" id="{F42E73F4-1FE1-2C7A-75FB-A616DE50F81B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7769725" y="5642319"/>
                <a:ext cx="89280" cy="13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166" name="잉크 165">
                <a:extLst>
                  <a:ext uri="{FF2B5EF4-FFF2-40B4-BE49-F238E27FC236}">
                    <a16:creationId xmlns:a16="http://schemas.microsoft.com/office/drawing/2014/main" id="{C9CF26E8-78E6-B7AA-5012-397C51F71A19}"/>
                  </a:ext>
                </a:extLst>
              </p14:cNvPr>
              <p14:cNvContentPartPr/>
              <p14:nvPr/>
            </p14:nvContentPartPr>
            <p14:xfrm>
              <a:off x="7951885" y="5627559"/>
              <a:ext cx="166680" cy="104040"/>
            </p14:xfrm>
          </p:contentPart>
        </mc:Choice>
        <mc:Fallback xmlns="">
          <p:pic>
            <p:nvPicPr>
              <p:cNvPr id="166" name="잉크 165">
                <a:extLst>
                  <a:ext uri="{FF2B5EF4-FFF2-40B4-BE49-F238E27FC236}">
                    <a16:creationId xmlns:a16="http://schemas.microsoft.com/office/drawing/2014/main" id="{C9CF26E8-78E6-B7AA-5012-397C51F71A19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7942885" y="5618559"/>
                <a:ext cx="184320" cy="1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167" name="잉크 166">
                <a:extLst>
                  <a:ext uri="{FF2B5EF4-FFF2-40B4-BE49-F238E27FC236}">
                    <a16:creationId xmlns:a16="http://schemas.microsoft.com/office/drawing/2014/main" id="{D65DC54A-70C4-F4F4-B08E-AB26FB2CE13D}"/>
                  </a:ext>
                </a:extLst>
              </p14:cNvPr>
              <p14:cNvContentPartPr/>
              <p14:nvPr/>
            </p14:nvContentPartPr>
            <p14:xfrm>
              <a:off x="8166445" y="5547279"/>
              <a:ext cx="133920" cy="209880"/>
            </p14:xfrm>
          </p:contentPart>
        </mc:Choice>
        <mc:Fallback xmlns="">
          <p:pic>
            <p:nvPicPr>
              <p:cNvPr id="167" name="잉크 166">
                <a:extLst>
                  <a:ext uri="{FF2B5EF4-FFF2-40B4-BE49-F238E27FC236}">
                    <a16:creationId xmlns:a16="http://schemas.microsoft.com/office/drawing/2014/main" id="{D65DC54A-70C4-F4F4-B08E-AB26FB2CE13D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8157805" y="5538639"/>
                <a:ext cx="15156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168" name="잉크 167">
                <a:extLst>
                  <a:ext uri="{FF2B5EF4-FFF2-40B4-BE49-F238E27FC236}">
                    <a16:creationId xmlns:a16="http://schemas.microsoft.com/office/drawing/2014/main" id="{8FBAEB95-50CC-F93D-38EB-A61A95B33E34}"/>
                  </a:ext>
                </a:extLst>
              </p14:cNvPr>
              <p14:cNvContentPartPr/>
              <p14:nvPr/>
            </p14:nvContentPartPr>
            <p14:xfrm>
              <a:off x="8239885" y="5564199"/>
              <a:ext cx="167400" cy="174960"/>
            </p14:xfrm>
          </p:contentPart>
        </mc:Choice>
        <mc:Fallback xmlns="">
          <p:pic>
            <p:nvPicPr>
              <p:cNvPr id="168" name="잉크 167">
                <a:extLst>
                  <a:ext uri="{FF2B5EF4-FFF2-40B4-BE49-F238E27FC236}">
                    <a16:creationId xmlns:a16="http://schemas.microsoft.com/office/drawing/2014/main" id="{8FBAEB95-50CC-F93D-38EB-A61A95B33E34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8231245" y="5555559"/>
                <a:ext cx="18504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A3079A5E-8CE1-C7DD-3072-A81374E81CD6}"/>
                  </a:ext>
                </a:extLst>
              </p14:cNvPr>
              <p14:cNvContentPartPr/>
              <p14:nvPr/>
            </p14:nvContentPartPr>
            <p14:xfrm>
              <a:off x="2454325" y="4135359"/>
              <a:ext cx="2014200" cy="885240"/>
            </p14:xfrm>
          </p:contentPart>
        </mc:Choice>
        <mc:Fallback xmlns=""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A3079A5E-8CE1-C7DD-3072-A81374E81CD6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2445685" y="4126719"/>
                <a:ext cx="2031840" cy="90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0DC3A6F2-8474-25D6-7007-428BF4002BED}"/>
                  </a:ext>
                </a:extLst>
              </p14:cNvPr>
              <p14:cNvContentPartPr/>
              <p14:nvPr/>
            </p14:nvContentPartPr>
            <p14:xfrm>
              <a:off x="4191325" y="4160559"/>
              <a:ext cx="932760" cy="44244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0DC3A6F2-8474-25D6-7007-428BF4002BED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4182685" y="4151559"/>
                <a:ext cx="950400" cy="46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D5CA8C5C-9563-C5A6-CB18-B27640880AE0}"/>
                  </a:ext>
                </a:extLst>
              </p14:cNvPr>
              <p14:cNvContentPartPr/>
              <p14:nvPr/>
            </p14:nvContentPartPr>
            <p14:xfrm>
              <a:off x="5019685" y="4043919"/>
              <a:ext cx="272520" cy="20124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D5CA8C5C-9563-C5A6-CB18-B27640880AE0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5011045" y="4035279"/>
                <a:ext cx="290160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20" name="잉크 19">
                <a:extLst>
                  <a:ext uri="{FF2B5EF4-FFF2-40B4-BE49-F238E27FC236}">
                    <a16:creationId xmlns:a16="http://schemas.microsoft.com/office/drawing/2014/main" id="{A01BA4DB-5696-9F4C-8245-AD46151B16BB}"/>
                  </a:ext>
                </a:extLst>
              </p14:cNvPr>
              <p14:cNvContentPartPr/>
              <p14:nvPr/>
            </p14:nvContentPartPr>
            <p14:xfrm>
              <a:off x="3428845" y="4293759"/>
              <a:ext cx="137520" cy="107280"/>
            </p14:xfrm>
          </p:contentPart>
        </mc:Choice>
        <mc:Fallback xmlns="">
          <p:pic>
            <p:nvPicPr>
              <p:cNvPr id="20" name="잉크 19">
                <a:extLst>
                  <a:ext uri="{FF2B5EF4-FFF2-40B4-BE49-F238E27FC236}">
                    <a16:creationId xmlns:a16="http://schemas.microsoft.com/office/drawing/2014/main" id="{A01BA4DB-5696-9F4C-8245-AD46151B16BB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3419845" y="4284759"/>
                <a:ext cx="155160" cy="12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21" name="잉크 20">
                <a:extLst>
                  <a:ext uri="{FF2B5EF4-FFF2-40B4-BE49-F238E27FC236}">
                    <a16:creationId xmlns:a16="http://schemas.microsoft.com/office/drawing/2014/main" id="{756D3276-59FC-754F-0B01-9DF5D473C434}"/>
                  </a:ext>
                </a:extLst>
              </p14:cNvPr>
              <p14:cNvContentPartPr/>
              <p14:nvPr/>
            </p14:nvContentPartPr>
            <p14:xfrm>
              <a:off x="3190525" y="4595799"/>
              <a:ext cx="105480" cy="149760"/>
            </p14:xfrm>
          </p:contentPart>
        </mc:Choice>
        <mc:Fallback xmlns="">
          <p:pic>
            <p:nvPicPr>
              <p:cNvPr id="21" name="잉크 20">
                <a:extLst>
                  <a:ext uri="{FF2B5EF4-FFF2-40B4-BE49-F238E27FC236}">
                    <a16:creationId xmlns:a16="http://schemas.microsoft.com/office/drawing/2014/main" id="{756D3276-59FC-754F-0B01-9DF5D473C434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3181525" y="4586799"/>
                <a:ext cx="123120" cy="16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22" name="잉크 21">
                <a:extLst>
                  <a:ext uri="{FF2B5EF4-FFF2-40B4-BE49-F238E27FC236}">
                    <a16:creationId xmlns:a16="http://schemas.microsoft.com/office/drawing/2014/main" id="{7C8ACE7C-32C1-95DD-64D1-FE6EEFA6DE0B}"/>
                  </a:ext>
                </a:extLst>
              </p14:cNvPr>
              <p14:cNvContentPartPr/>
              <p14:nvPr/>
            </p14:nvContentPartPr>
            <p14:xfrm>
              <a:off x="3693085" y="4493919"/>
              <a:ext cx="174240" cy="257760"/>
            </p14:xfrm>
          </p:contentPart>
        </mc:Choice>
        <mc:Fallback xmlns="">
          <p:pic>
            <p:nvPicPr>
              <p:cNvPr id="22" name="잉크 21">
                <a:extLst>
                  <a:ext uri="{FF2B5EF4-FFF2-40B4-BE49-F238E27FC236}">
                    <a16:creationId xmlns:a16="http://schemas.microsoft.com/office/drawing/2014/main" id="{7C8ACE7C-32C1-95DD-64D1-FE6EEFA6DE0B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3684085" y="4484919"/>
                <a:ext cx="191880" cy="27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25" name="잉크 24">
                <a:extLst>
                  <a:ext uri="{FF2B5EF4-FFF2-40B4-BE49-F238E27FC236}">
                    <a16:creationId xmlns:a16="http://schemas.microsoft.com/office/drawing/2014/main" id="{1911076E-C633-7CF5-48AE-8718A285E2E7}"/>
                  </a:ext>
                </a:extLst>
              </p14:cNvPr>
              <p14:cNvContentPartPr/>
              <p14:nvPr/>
            </p14:nvContentPartPr>
            <p14:xfrm>
              <a:off x="3315805" y="2800839"/>
              <a:ext cx="231480" cy="1691640"/>
            </p14:xfrm>
          </p:contentPart>
        </mc:Choice>
        <mc:Fallback xmlns="">
          <p:pic>
            <p:nvPicPr>
              <p:cNvPr id="25" name="잉크 24">
                <a:extLst>
                  <a:ext uri="{FF2B5EF4-FFF2-40B4-BE49-F238E27FC236}">
                    <a16:creationId xmlns:a16="http://schemas.microsoft.com/office/drawing/2014/main" id="{1911076E-C633-7CF5-48AE-8718A285E2E7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3306805" y="2791839"/>
                <a:ext cx="249120" cy="170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27" name="잉크 26">
                <a:extLst>
                  <a:ext uri="{FF2B5EF4-FFF2-40B4-BE49-F238E27FC236}">
                    <a16:creationId xmlns:a16="http://schemas.microsoft.com/office/drawing/2014/main" id="{3496099C-3286-DE6E-CD75-6349A6C10676}"/>
                  </a:ext>
                </a:extLst>
              </p14:cNvPr>
              <p14:cNvContentPartPr/>
              <p14:nvPr/>
            </p14:nvContentPartPr>
            <p14:xfrm>
              <a:off x="3565285" y="2786079"/>
              <a:ext cx="151560" cy="153360"/>
            </p14:xfrm>
          </p:contentPart>
        </mc:Choice>
        <mc:Fallback xmlns="">
          <p:pic>
            <p:nvPicPr>
              <p:cNvPr id="27" name="잉크 26">
                <a:extLst>
                  <a:ext uri="{FF2B5EF4-FFF2-40B4-BE49-F238E27FC236}">
                    <a16:creationId xmlns:a16="http://schemas.microsoft.com/office/drawing/2014/main" id="{3496099C-3286-DE6E-CD75-6349A6C10676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3556645" y="2777079"/>
                <a:ext cx="169200" cy="17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182" name="잉크 181">
                <a:extLst>
                  <a:ext uri="{FF2B5EF4-FFF2-40B4-BE49-F238E27FC236}">
                    <a16:creationId xmlns:a16="http://schemas.microsoft.com/office/drawing/2014/main" id="{AEBB9097-9E6D-29A6-A328-468134938B90}"/>
                  </a:ext>
                </a:extLst>
              </p14:cNvPr>
              <p14:cNvContentPartPr/>
              <p14:nvPr/>
            </p14:nvContentPartPr>
            <p14:xfrm>
              <a:off x="2968765" y="4406439"/>
              <a:ext cx="194760" cy="87840"/>
            </p14:xfrm>
          </p:contentPart>
        </mc:Choice>
        <mc:Fallback xmlns="">
          <p:pic>
            <p:nvPicPr>
              <p:cNvPr id="182" name="잉크 181">
                <a:extLst>
                  <a:ext uri="{FF2B5EF4-FFF2-40B4-BE49-F238E27FC236}">
                    <a16:creationId xmlns:a16="http://schemas.microsoft.com/office/drawing/2014/main" id="{AEBB9097-9E6D-29A6-A328-468134938B90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2959765" y="4397439"/>
                <a:ext cx="212400" cy="10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183" name="잉크 182">
                <a:extLst>
                  <a:ext uri="{FF2B5EF4-FFF2-40B4-BE49-F238E27FC236}">
                    <a16:creationId xmlns:a16="http://schemas.microsoft.com/office/drawing/2014/main" id="{DD8E076A-042D-F898-D0E0-5953519F99FC}"/>
                  </a:ext>
                </a:extLst>
              </p14:cNvPr>
              <p14:cNvContentPartPr/>
              <p14:nvPr/>
            </p14:nvContentPartPr>
            <p14:xfrm>
              <a:off x="3903685" y="4312839"/>
              <a:ext cx="142200" cy="132480"/>
            </p14:xfrm>
          </p:contentPart>
        </mc:Choice>
        <mc:Fallback xmlns="">
          <p:pic>
            <p:nvPicPr>
              <p:cNvPr id="183" name="잉크 182">
                <a:extLst>
                  <a:ext uri="{FF2B5EF4-FFF2-40B4-BE49-F238E27FC236}">
                    <a16:creationId xmlns:a16="http://schemas.microsoft.com/office/drawing/2014/main" id="{DD8E076A-042D-F898-D0E0-5953519F99FC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3894685" y="4303839"/>
                <a:ext cx="159840" cy="15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184" name="잉크 183">
                <a:extLst>
                  <a:ext uri="{FF2B5EF4-FFF2-40B4-BE49-F238E27FC236}">
                    <a16:creationId xmlns:a16="http://schemas.microsoft.com/office/drawing/2014/main" id="{BFD24210-4F62-3139-3930-D821B09E26B1}"/>
                  </a:ext>
                </a:extLst>
              </p14:cNvPr>
              <p14:cNvContentPartPr/>
              <p14:nvPr/>
            </p14:nvContentPartPr>
            <p14:xfrm>
              <a:off x="3154165" y="4374399"/>
              <a:ext cx="311760" cy="215280"/>
            </p14:xfrm>
          </p:contentPart>
        </mc:Choice>
        <mc:Fallback xmlns="">
          <p:pic>
            <p:nvPicPr>
              <p:cNvPr id="184" name="잉크 183">
                <a:extLst>
                  <a:ext uri="{FF2B5EF4-FFF2-40B4-BE49-F238E27FC236}">
                    <a16:creationId xmlns:a16="http://schemas.microsoft.com/office/drawing/2014/main" id="{BFD24210-4F62-3139-3930-D821B09E26B1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3145525" y="4365399"/>
                <a:ext cx="329400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185" name="잉크 184">
                <a:extLst>
                  <a:ext uri="{FF2B5EF4-FFF2-40B4-BE49-F238E27FC236}">
                    <a16:creationId xmlns:a16="http://schemas.microsoft.com/office/drawing/2014/main" id="{09511FA5-27ED-F5AB-F2AF-F119C9D7646F}"/>
                  </a:ext>
                </a:extLst>
              </p14:cNvPr>
              <p14:cNvContentPartPr/>
              <p14:nvPr/>
            </p14:nvContentPartPr>
            <p14:xfrm>
              <a:off x="3297445" y="4596159"/>
              <a:ext cx="96480" cy="69120"/>
            </p14:xfrm>
          </p:contentPart>
        </mc:Choice>
        <mc:Fallback xmlns="">
          <p:pic>
            <p:nvPicPr>
              <p:cNvPr id="185" name="잉크 184">
                <a:extLst>
                  <a:ext uri="{FF2B5EF4-FFF2-40B4-BE49-F238E27FC236}">
                    <a16:creationId xmlns:a16="http://schemas.microsoft.com/office/drawing/2014/main" id="{09511FA5-27ED-F5AB-F2AF-F119C9D7646F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3288805" y="4587519"/>
                <a:ext cx="11412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186" name="잉크 185">
                <a:extLst>
                  <a:ext uri="{FF2B5EF4-FFF2-40B4-BE49-F238E27FC236}">
                    <a16:creationId xmlns:a16="http://schemas.microsoft.com/office/drawing/2014/main" id="{3F42B997-D572-8F19-F419-E7596B2CAA7E}"/>
                  </a:ext>
                </a:extLst>
              </p14:cNvPr>
              <p14:cNvContentPartPr/>
              <p14:nvPr/>
            </p14:nvContentPartPr>
            <p14:xfrm>
              <a:off x="3344605" y="4655199"/>
              <a:ext cx="355680" cy="2880"/>
            </p14:xfrm>
          </p:contentPart>
        </mc:Choice>
        <mc:Fallback xmlns="">
          <p:pic>
            <p:nvPicPr>
              <p:cNvPr id="186" name="잉크 185">
                <a:extLst>
                  <a:ext uri="{FF2B5EF4-FFF2-40B4-BE49-F238E27FC236}">
                    <a16:creationId xmlns:a16="http://schemas.microsoft.com/office/drawing/2014/main" id="{3F42B997-D572-8F19-F419-E7596B2CAA7E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3335605" y="4646559"/>
                <a:ext cx="373320" cy="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187" name="잉크 186">
                <a:extLst>
                  <a:ext uri="{FF2B5EF4-FFF2-40B4-BE49-F238E27FC236}">
                    <a16:creationId xmlns:a16="http://schemas.microsoft.com/office/drawing/2014/main" id="{95B16508-C994-91DC-E943-C11A28856BFB}"/>
                  </a:ext>
                </a:extLst>
              </p14:cNvPr>
              <p14:cNvContentPartPr/>
              <p14:nvPr/>
            </p14:nvContentPartPr>
            <p14:xfrm>
              <a:off x="3896485" y="4453239"/>
              <a:ext cx="77760" cy="137520"/>
            </p14:xfrm>
          </p:contentPart>
        </mc:Choice>
        <mc:Fallback xmlns="">
          <p:pic>
            <p:nvPicPr>
              <p:cNvPr id="187" name="잉크 186">
                <a:extLst>
                  <a:ext uri="{FF2B5EF4-FFF2-40B4-BE49-F238E27FC236}">
                    <a16:creationId xmlns:a16="http://schemas.microsoft.com/office/drawing/2014/main" id="{95B16508-C994-91DC-E943-C11A28856BFB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3887845" y="4444239"/>
                <a:ext cx="95400" cy="15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188" name="잉크 187">
                <a:extLst>
                  <a:ext uri="{FF2B5EF4-FFF2-40B4-BE49-F238E27FC236}">
                    <a16:creationId xmlns:a16="http://schemas.microsoft.com/office/drawing/2014/main" id="{E49D3B80-151E-9A1B-45E4-B7AA4DD61619}"/>
                  </a:ext>
                </a:extLst>
              </p14:cNvPr>
              <p14:cNvContentPartPr/>
              <p14:nvPr/>
            </p14:nvContentPartPr>
            <p14:xfrm>
              <a:off x="3754285" y="4522719"/>
              <a:ext cx="69480" cy="84240"/>
            </p14:xfrm>
          </p:contentPart>
        </mc:Choice>
        <mc:Fallback xmlns="">
          <p:pic>
            <p:nvPicPr>
              <p:cNvPr id="188" name="잉크 187">
                <a:extLst>
                  <a:ext uri="{FF2B5EF4-FFF2-40B4-BE49-F238E27FC236}">
                    <a16:creationId xmlns:a16="http://schemas.microsoft.com/office/drawing/2014/main" id="{E49D3B80-151E-9A1B-45E4-B7AA4DD61619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3745285" y="4514079"/>
                <a:ext cx="87120" cy="10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D2508AD3-F130-135B-CE8C-36A84AA3D7CA}"/>
                  </a:ext>
                </a:extLst>
              </p14:cNvPr>
              <p14:cNvContentPartPr/>
              <p14:nvPr/>
            </p14:nvContentPartPr>
            <p14:xfrm>
              <a:off x="6044605" y="3724239"/>
              <a:ext cx="2198880" cy="103896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D2508AD3-F130-135B-CE8C-36A84AA3D7CA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6035965" y="3715599"/>
                <a:ext cx="2216520" cy="10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17" name="잉크 16">
                <a:extLst>
                  <a:ext uri="{FF2B5EF4-FFF2-40B4-BE49-F238E27FC236}">
                    <a16:creationId xmlns:a16="http://schemas.microsoft.com/office/drawing/2014/main" id="{5F801D9F-9E32-E1CA-5F86-DEE4578614E5}"/>
                  </a:ext>
                </a:extLst>
              </p14:cNvPr>
              <p14:cNvContentPartPr/>
              <p14:nvPr/>
            </p14:nvContentPartPr>
            <p14:xfrm>
              <a:off x="7038565" y="3951039"/>
              <a:ext cx="106920" cy="105840"/>
            </p14:xfrm>
          </p:contentPart>
        </mc:Choice>
        <mc:Fallback xmlns="">
          <p:pic>
            <p:nvPicPr>
              <p:cNvPr id="17" name="잉크 16">
                <a:extLst>
                  <a:ext uri="{FF2B5EF4-FFF2-40B4-BE49-F238E27FC236}">
                    <a16:creationId xmlns:a16="http://schemas.microsoft.com/office/drawing/2014/main" id="{5F801D9F-9E32-E1CA-5F86-DEE4578614E5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7029565" y="3942399"/>
                <a:ext cx="12456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18" name="잉크 17">
                <a:extLst>
                  <a:ext uri="{FF2B5EF4-FFF2-40B4-BE49-F238E27FC236}">
                    <a16:creationId xmlns:a16="http://schemas.microsoft.com/office/drawing/2014/main" id="{144F0CBA-C1FC-8E77-4241-1FF45AC72A02}"/>
                  </a:ext>
                </a:extLst>
              </p14:cNvPr>
              <p14:cNvContentPartPr/>
              <p14:nvPr/>
            </p14:nvContentPartPr>
            <p14:xfrm>
              <a:off x="6822925" y="4312479"/>
              <a:ext cx="100800" cy="168840"/>
            </p14:xfrm>
          </p:contentPart>
        </mc:Choice>
        <mc:Fallback xmlns="">
          <p:pic>
            <p:nvPicPr>
              <p:cNvPr id="18" name="잉크 17">
                <a:extLst>
                  <a:ext uri="{FF2B5EF4-FFF2-40B4-BE49-F238E27FC236}">
                    <a16:creationId xmlns:a16="http://schemas.microsoft.com/office/drawing/2014/main" id="{144F0CBA-C1FC-8E77-4241-1FF45AC72A02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6814285" y="4303479"/>
                <a:ext cx="118440" cy="18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19" name="잉크 18">
                <a:extLst>
                  <a:ext uri="{FF2B5EF4-FFF2-40B4-BE49-F238E27FC236}">
                    <a16:creationId xmlns:a16="http://schemas.microsoft.com/office/drawing/2014/main" id="{1928E9F0-9F74-34FE-1054-3ABCEA550B76}"/>
                  </a:ext>
                </a:extLst>
              </p14:cNvPr>
              <p14:cNvContentPartPr/>
              <p14:nvPr/>
            </p14:nvContentPartPr>
            <p14:xfrm>
              <a:off x="7295605" y="4333359"/>
              <a:ext cx="131040" cy="160560"/>
            </p14:xfrm>
          </p:contentPart>
        </mc:Choice>
        <mc:Fallback xmlns="">
          <p:pic>
            <p:nvPicPr>
              <p:cNvPr id="19" name="잉크 18">
                <a:extLst>
                  <a:ext uri="{FF2B5EF4-FFF2-40B4-BE49-F238E27FC236}">
                    <a16:creationId xmlns:a16="http://schemas.microsoft.com/office/drawing/2014/main" id="{1928E9F0-9F74-34FE-1054-3ABCEA550B76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7286965" y="4324359"/>
                <a:ext cx="14868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115" name="잉크 114">
                <a:extLst>
                  <a:ext uri="{FF2B5EF4-FFF2-40B4-BE49-F238E27FC236}">
                    <a16:creationId xmlns:a16="http://schemas.microsoft.com/office/drawing/2014/main" id="{E7E987F3-BE05-9428-9333-AAFAF1160A8B}"/>
                  </a:ext>
                </a:extLst>
              </p14:cNvPr>
              <p14:cNvContentPartPr/>
              <p14:nvPr/>
            </p14:nvContentPartPr>
            <p14:xfrm>
              <a:off x="6523045" y="4105479"/>
              <a:ext cx="148320" cy="124200"/>
            </p14:xfrm>
          </p:contentPart>
        </mc:Choice>
        <mc:Fallback xmlns="">
          <p:pic>
            <p:nvPicPr>
              <p:cNvPr id="115" name="잉크 114">
                <a:extLst>
                  <a:ext uri="{FF2B5EF4-FFF2-40B4-BE49-F238E27FC236}">
                    <a16:creationId xmlns:a16="http://schemas.microsoft.com/office/drawing/2014/main" id="{E7E987F3-BE05-9428-9333-AAFAF1160A8B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6514405" y="4096479"/>
                <a:ext cx="165960" cy="14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116" name="잉크 115">
                <a:extLst>
                  <a:ext uri="{FF2B5EF4-FFF2-40B4-BE49-F238E27FC236}">
                    <a16:creationId xmlns:a16="http://schemas.microsoft.com/office/drawing/2014/main" id="{F58BD555-3E40-596E-80A0-7B8C92F3D45B}"/>
                  </a:ext>
                </a:extLst>
              </p14:cNvPr>
              <p14:cNvContentPartPr/>
              <p14:nvPr/>
            </p14:nvContentPartPr>
            <p14:xfrm>
              <a:off x="7559485" y="4074519"/>
              <a:ext cx="76320" cy="106200"/>
            </p14:xfrm>
          </p:contentPart>
        </mc:Choice>
        <mc:Fallback xmlns="">
          <p:pic>
            <p:nvPicPr>
              <p:cNvPr id="116" name="잉크 115">
                <a:extLst>
                  <a:ext uri="{FF2B5EF4-FFF2-40B4-BE49-F238E27FC236}">
                    <a16:creationId xmlns:a16="http://schemas.microsoft.com/office/drawing/2014/main" id="{F58BD555-3E40-596E-80A0-7B8C92F3D45B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7550485" y="4065879"/>
                <a:ext cx="9396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170" name="잉크 169">
                <a:extLst>
                  <a:ext uri="{FF2B5EF4-FFF2-40B4-BE49-F238E27FC236}">
                    <a16:creationId xmlns:a16="http://schemas.microsoft.com/office/drawing/2014/main" id="{8DB19FC5-8421-3FF3-35EC-C58218F03064}"/>
                  </a:ext>
                </a:extLst>
              </p14:cNvPr>
              <p14:cNvContentPartPr/>
              <p14:nvPr/>
            </p14:nvContentPartPr>
            <p14:xfrm>
              <a:off x="6449605" y="4291599"/>
              <a:ext cx="69840" cy="96480"/>
            </p14:xfrm>
          </p:contentPart>
        </mc:Choice>
        <mc:Fallback xmlns="">
          <p:pic>
            <p:nvPicPr>
              <p:cNvPr id="170" name="잉크 169">
                <a:extLst>
                  <a:ext uri="{FF2B5EF4-FFF2-40B4-BE49-F238E27FC236}">
                    <a16:creationId xmlns:a16="http://schemas.microsoft.com/office/drawing/2014/main" id="{8DB19FC5-8421-3FF3-35EC-C58218F03064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6440965" y="4282959"/>
                <a:ext cx="8748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9">
            <p14:nvContentPartPr>
              <p14:cNvPr id="171" name="잉크 170">
                <a:extLst>
                  <a:ext uri="{FF2B5EF4-FFF2-40B4-BE49-F238E27FC236}">
                    <a16:creationId xmlns:a16="http://schemas.microsoft.com/office/drawing/2014/main" id="{658FBA21-F1A6-3D2C-02FE-104A3D12E8AE}"/>
                  </a:ext>
                </a:extLst>
              </p14:cNvPr>
              <p14:cNvContentPartPr/>
              <p14:nvPr/>
            </p14:nvContentPartPr>
            <p14:xfrm>
              <a:off x="6456085" y="4239039"/>
              <a:ext cx="142920" cy="103320"/>
            </p14:xfrm>
          </p:contentPart>
        </mc:Choice>
        <mc:Fallback xmlns="">
          <p:pic>
            <p:nvPicPr>
              <p:cNvPr id="171" name="잉크 170">
                <a:extLst>
                  <a:ext uri="{FF2B5EF4-FFF2-40B4-BE49-F238E27FC236}">
                    <a16:creationId xmlns:a16="http://schemas.microsoft.com/office/drawing/2014/main" id="{658FBA21-F1A6-3D2C-02FE-104A3D12E8AE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6447085" y="4230399"/>
                <a:ext cx="160560" cy="12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1">
            <p14:nvContentPartPr>
              <p14:cNvPr id="173" name="잉크 172">
                <a:extLst>
                  <a:ext uri="{FF2B5EF4-FFF2-40B4-BE49-F238E27FC236}">
                    <a16:creationId xmlns:a16="http://schemas.microsoft.com/office/drawing/2014/main" id="{6FC6B2DC-E2B7-BE40-287E-4C19B1254245}"/>
                  </a:ext>
                </a:extLst>
              </p14:cNvPr>
              <p14:cNvContentPartPr/>
              <p14:nvPr/>
            </p14:nvContentPartPr>
            <p14:xfrm>
              <a:off x="6989605" y="4503999"/>
              <a:ext cx="131760" cy="101520"/>
            </p14:xfrm>
          </p:contentPart>
        </mc:Choice>
        <mc:Fallback xmlns="">
          <p:pic>
            <p:nvPicPr>
              <p:cNvPr id="173" name="잉크 172">
                <a:extLst>
                  <a:ext uri="{FF2B5EF4-FFF2-40B4-BE49-F238E27FC236}">
                    <a16:creationId xmlns:a16="http://schemas.microsoft.com/office/drawing/2014/main" id="{6FC6B2DC-E2B7-BE40-287E-4C19B1254245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6980965" y="4494999"/>
                <a:ext cx="149400" cy="11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3">
            <p14:nvContentPartPr>
              <p14:cNvPr id="174" name="잉크 173">
                <a:extLst>
                  <a:ext uri="{FF2B5EF4-FFF2-40B4-BE49-F238E27FC236}">
                    <a16:creationId xmlns:a16="http://schemas.microsoft.com/office/drawing/2014/main" id="{92CD133C-E503-5F7B-27EE-738A2D0BF6AD}"/>
                  </a:ext>
                </a:extLst>
              </p14:cNvPr>
              <p14:cNvContentPartPr/>
              <p14:nvPr/>
            </p14:nvContentPartPr>
            <p14:xfrm>
              <a:off x="6977365" y="4546479"/>
              <a:ext cx="185400" cy="104760"/>
            </p14:xfrm>
          </p:contentPart>
        </mc:Choice>
        <mc:Fallback xmlns="">
          <p:pic>
            <p:nvPicPr>
              <p:cNvPr id="174" name="잉크 173">
                <a:extLst>
                  <a:ext uri="{FF2B5EF4-FFF2-40B4-BE49-F238E27FC236}">
                    <a16:creationId xmlns:a16="http://schemas.microsoft.com/office/drawing/2014/main" id="{92CD133C-E503-5F7B-27EE-738A2D0BF6AD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6968725" y="4537839"/>
                <a:ext cx="203040" cy="12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5">
            <p14:nvContentPartPr>
              <p14:cNvPr id="176" name="잉크 175">
                <a:extLst>
                  <a:ext uri="{FF2B5EF4-FFF2-40B4-BE49-F238E27FC236}">
                    <a16:creationId xmlns:a16="http://schemas.microsoft.com/office/drawing/2014/main" id="{4E8C549A-73BD-84B0-F4ED-D6A30369F2BC}"/>
                  </a:ext>
                </a:extLst>
              </p14:cNvPr>
              <p14:cNvContentPartPr/>
              <p14:nvPr/>
            </p14:nvContentPartPr>
            <p14:xfrm>
              <a:off x="7523845" y="4344519"/>
              <a:ext cx="263520" cy="62280"/>
            </p14:xfrm>
          </p:contentPart>
        </mc:Choice>
        <mc:Fallback xmlns="">
          <p:pic>
            <p:nvPicPr>
              <p:cNvPr id="176" name="잉크 175">
                <a:extLst>
                  <a:ext uri="{FF2B5EF4-FFF2-40B4-BE49-F238E27FC236}">
                    <a16:creationId xmlns:a16="http://schemas.microsoft.com/office/drawing/2014/main" id="{4E8C549A-73BD-84B0-F4ED-D6A30369F2BC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7514845" y="4335519"/>
                <a:ext cx="281160" cy="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7">
            <p14:nvContentPartPr>
              <p14:cNvPr id="177" name="잉크 176">
                <a:extLst>
                  <a:ext uri="{FF2B5EF4-FFF2-40B4-BE49-F238E27FC236}">
                    <a16:creationId xmlns:a16="http://schemas.microsoft.com/office/drawing/2014/main" id="{11DAE30F-008C-086B-74CB-4D0D589D32AF}"/>
                  </a:ext>
                </a:extLst>
              </p14:cNvPr>
              <p14:cNvContentPartPr/>
              <p14:nvPr/>
            </p14:nvContentPartPr>
            <p14:xfrm>
              <a:off x="7720045" y="4313559"/>
              <a:ext cx="111960" cy="146520"/>
            </p14:xfrm>
          </p:contentPart>
        </mc:Choice>
        <mc:Fallback xmlns="">
          <p:pic>
            <p:nvPicPr>
              <p:cNvPr id="177" name="잉크 176">
                <a:extLst>
                  <a:ext uri="{FF2B5EF4-FFF2-40B4-BE49-F238E27FC236}">
                    <a16:creationId xmlns:a16="http://schemas.microsoft.com/office/drawing/2014/main" id="{11DAE30F-008C-086B-74CB-4D0D589D32AF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7711045" y="4304919"/>
                <a:ext cx="129600" cy="16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9">
            <p14:nvContentPartPr>
              <p14:cNvPr id="178" name="잉크 177">
                <a:extLst>
                  <a:ext uri="{FF2B5EF4-FFF2-40B4-BE49-F238E27FC236}">
                    <a16:creationId xmlns:a16="http://schemas.microsoft.com/office/drawing/2014/main" id="{2B1A2823-3318-AFB6-843E-532CCBCEB28B}"/>
                  </a:ext>
                </a:extLst>
              </p14:cNvPr>
              <p14:cNvContentPartPr/>
              <p14:nvPr/>
            </p14:nvContentPartPr>
            <p14:xfrm>
              <a:off x="7438525" y="3865719"/>
              <a:ext cx="183600" cy="196920"/>
            </p14:xfrm>
          </p:contentPart>
        </mc:Choice>
        <mc:Fallback xmlns="">
          <p:pic>
            <p:nvPicPr>
              <p:cNvPr id="178" name="잉크 177">
                <a:extLst>
                  <a:ext uri="{FF2B5EF4-FFF2-40B4-BE49-F238E27FC236}">
                    <a16:creationId xmlns:a16="http://schemas.microsoft.com/office/drawing/2014/main" id="{2B1A2823-3318-AFB6-843E-532CCBCEB28B}"/>
                  </a:ext>
                </a:extLst>
              </p:cNvPr>
              <p:cNvPicPr/>
              <p:nvPr/>
            </p:nvPicPr>
            <p:blipFill>
              <a:blip r:embed="rId180"/>
              <a:stretch>
                <a:fillRect/>
              </a:stretch>
            </p:blipFill>
            <p:spPr>
              <a:xfrm>
                <a:off x="7429885" y="3857079"/>
                <a:ext cx="201240" cy="21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1">
            <p14:nvContentPartPr>
              <p14:cNvPr id="179" name="잉크 178">
                <a:extLst>
                  <a:ext uri="{FF2B5EF4-FFF2-40B4-BE49-F238E27FC236}">
                    <a16:creationId xmlns:a16="http://schemas.microsoft.com/office/drawing/2014/main" id="{221A03D6-5C0C-A260-86AF-EF9B3D95B17B}"/>
                  </a:ext>
                </a:extLst>
              </p14:cNvPr>
              <p14:cNvContentPartPr/>
              <p14:nvPr/>
            </p14:nvContentPartPr>
            <p14:xfrm>
              <a:off x="7505485" y="3859959"/>
              <a:ext cx="122760" cy="47880"/>
            </p14:xfrm>
          </p:contentPart>
        </mc:Choice>
        <mc:Fallback xmlns="">
          <p:pic>
            <p:nvPicPr>
              <p:cNvPr id="179" name="잉크 178">
                <a:extLst>
                  <a:ext uri="{FF2B5EF4-FFF2-40B4-BE49-F238E27FC236}">
                    <a16:creationId xmlns:a16="http://schemas.microsoft.com/office/drawing/2014/main" id="{221A03D6-5C0C-A260-86AF-EF9B3D95B17B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7496485" y="3851319"/>
                <a:ext cx="14040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3">
            <p14:nvContentPartPr>
              <p14:cNvPr id="180" name="잉크 179">
                <a:extLst>
                  <a:ext uri="{FF2B5EF4-FFF2-40B4-BE49-F238E27FC236}">
                    <a16:creationId xmlns:a16="http://schemas.microsoft.com/office/drawing/2014/main" id="{C94F2855-ED47-0CF3-2825-8C3C514C005E}"/>
                  </a:ext>
                </a:extLst>
              </p14:cNvPr>
              <p14:cNvContentPartPr/>
              <p14:nvPr/>
            </p14:nvContentPartPr>
            <p14:xfrm>
              <a:off x="7068445" y="4178919"/>
              <a:ext cx="110160" cy="74520"/>
            </p14:xfrm>
          </p:contentPart>
        </mc:Choice>
        <mc:Fallback xmlns="">
          <p:pic>
            <p:nvPicPr>
              <p:cNvPr id="180" name="잉크 179">
                <a:extLst>
                  <a:ext uri="{FF2B5EF4-FFF2-40B4-BE49-F238E27FC236}">
                    <a16:creationId xmlns:a16="http://schemas.microsoft.com/office/drawing/2014/main" id="{C94F2855-ED47-0CF3-2825-8C3C514C005E}"/>
                  </a:ext>
                </a:extLst>
              </p:cNvPr>
              <p:cNvPicPr/>
              <p:nvPr/>
            </p:nvPicPr>
            <p:blipFill>
              <a:blip r:embed="rId184"/>
              <a:stretch>
                <a:fillRect/>
              </a:stretch>
            </p:blipFill>
            <p:spPr>
              <a:xfrm>
                <a:off x="7059805" y="4170279"/>
                <a:ext cx="127800" cy="9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5">
            <p14:nvContentPartPr>
              <p14:cNvPr id="190" name="잉크 189">
                <a:extLst>
                  <a:ext uri="{FF2B5EF4-FFF2-40B4-BE49-F238E27FC236}">
                    <a16:creationId xmlns:a16="http://schemas.microsoft.com/office/drawing/2014/main" id="{811C3F44-39EF-98FE-AD6A-235A92CDA5AF}"/>
                  </a:ext>
                </a:extLst>
              </p14:cNvPr>
              <p14:cNvContentPartPr/>
              <p14:nvPr/>
            </p14:nvContentPartPr>
            <p14:xfrm>
              <a:off x="6940645" y="4386639"/>
              <a:ext cx="355680" cy="7560"/>
            </p14:xfrm>
          </p:contentPart>
        </mc:Choice>
        <mc:Fallback xmlns="">
          <p:pic>
            <p:nvPicPr>
              <p:cNvPr id="190" name="잉크 189">
                <a:extLst>
                  <a:ext uri="{FF2B5EF4-FFF2-40B4-BE49-F238E27FC236}">
                    <a16:creationId xmlns:a16="http://schemas.microsoft.com/office/drawing/2014/main" id="{811C3F44-39EF-98FE-AD6A-235A92CDA5AF}"/>
                  </a:ext>
                </a:extLst>
              </p:cNvPr>
              <p:cNvPicPr/>
              <p:nvPr/>
            </p:nvPicPr>
            <p:blipFill>
              <a:blip r:embed="rId186"/>
              <a:stretch>
                <a:fillRect/>
              </a:stretch>
            </p:blipFill>
            <p:spPr>
              <a:xfrm>
                <a:off x="6931645" y="4377999"/>
                <a:ext cx="37332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7">
            <p14:nvContentPartPr>
              <p14:cNvPr id="192" name="잉크 191">
                <a:extLst>
                  <a:ext uri="{FF2B5EF4-FFF2-40B4-BE49-F238E27FC236}">
                    <a16:creationId xmlns:a16="http://schemas.microsoft.com/office/drawing/2014/main" id="{0D18E9A8-701D-D55A-F713-473D8FE37893}"/>
                  </a:ext>
                </a:extLst>
              </p14:cNvPr>
              <p14:cNvContentPartPr/>
              <p14:nvPr/>
            </p14:nvContentPartPr>
            <p14:xfrm>
              <a:off x="6757405" y="4019079"/>
              <a:ext cx="232560" cy="275760"/>
            </p14:xfrm>
          </p:contentPart>
        </mc:Choice>
        <mc:Fallback xmlns="">
          <p:pic>
            <p:nvPicPr>
              <p:cNvPr id="192" name="잉크 191">
                <a:extLst>
                  <a:ext uri="{FF2B5EF4-FFF2-40B4-BE49-F238E27FC236}">
                    <a16:creationId xmlns:a16="http://schemas.microsoft.com/office/drawing/2014/main" id="{0D18E9A8-701D-D55A-F713-473D8FE37893}"/>
                  </a:ext>
                </a:extLst>
              </p:cNvPr>
              <p:cNvPicPr/>
              <p:nvPr/>
            </p:nvPicPr>
            <p:blipFill>
              <a:blip r:embed="rId188"/>
              <a:stretch>
                <a:fillRect/>
              </a:stretch>
            </p:blipFill>
            <p:spPr>
              <a:xfrm>
                <a:off x="6748765" y="4010439"/>
                <a:ext cx="250200" cy="29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9">
            <p14:nvContentPartPr>
              <p14:cNvPr id="194" name="잉크 193">
                <a:extLst>
                  <a:ext uri="{FF2B5EF4-FFF2-40B4-BE49-F238E27FC236}">
                    <a16:creationId xmlns:a16="http://schemas.microsoft.com/office/drawing/2014/main" id="{2E7CC2A8-0C7D-9959-68AB-9B008DD00E2B}"/>
                  </a:ext>
                </a:extLst>
              </p14:cNvPr>
              <p14:cNvContentPartPr/>
              <p14:nvPr/>
            </p14:nvContentPartPr>
            <p14:xfrm>
              <a:off x="6780805" y="4283319"/>
              <a:ext cx="2880" cy="95400"/>
            </p14:xfrm>
          </p:contentPart>
        </mc:Choice>
        <mc:Fallback xmlns="">
          <p:pic>
            <p:nvPicPr>
              <p:cNvPr id="194" name="잉크 193">
                <a:extLst>
                  <a:ext uri="{FF2B5EF4-FFF2-40B4-BE49-F238E27FC236}">
                    <a16:creationId xmlns:a16="http://schemas.microsoft.com/office/drawing/2014/main" id="{2E7CC2A8-0C7D-9959-68AB-9B008DD00E2B}"/>
                  </a:ext>
                </a:extLst>
              </p:cNvPr>
              <p:cNvPicPr/>
              <p:nvPr/>
            </p:nvPicPr>
            <p:blipFill>
              <a:blip r:embed="rId190"/>
              <a:stretch>
                <a:fillRect/>
              </a:stretch>
            </p:blipFill>
            <p:spPr>
              <a:xfrm>
                <a:off x="6772165" y="4274679"/>
                <a:ext cx="20520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1">
            <p14:nvContentPartPr>
              <p14:cNvPr id="195" name="잉크 194">
                <a:extLst>
                  <a:ext uri="{FF2B5EF4-FFF2-40B4-BE49-F238E27FC236}">
                    <a16:creationId xmlns:a16="http://schemas.microsoft.com/office/drawing/2014/main" id="{F5723EE5-0BC6-7A02-2484-CFA0B1560875}"/>
                  </a:ext>
                </a:extLst>
              </p14:cNvPr>
              <p14:cNvContentPartPr/>
              <p14:nvPr/>
            </p14:nvContentPartPr>
            <p14:xfrm>
              <a:off x="6658045" y="4167039"/>
              <a:ext cx="147240" cy="239760"/>
            </p14:xfrm>
          </p:contentPart>
        </mc:Choice>
        <mc:Fallback xmlns="">
          <p:pic>
            <p:nvPicPr>
              <p:cNvPr id="195" name="잉크 194">
                <a:extLst>
                  <a:ext uri="{FF2B5EF4-FFF2-40B4-BE49-F238E27FC236}">
                    <a16:creationId xmlns:a16="http://schemas.microsoft.com/office/drawing/2014/main" id="{F5723EE5-0BC6-7A02-2484-CFA0B1560875}"/>
                  </a:ext>
                </a:extLst>
              </p:cNvPr>
              <p:cNvPicPr/>
              <p:nvPr/>
            </p:nvPicPr>
            <p:blipFill>
              <a:blip r:embed="rId192"/>
              <a:stretch>
                <a:fillRect/>
              </a:stretch>
            </p:blipFill>
            <p:spPr>
              <a:xfrm>
                <a:off x="6649045" y="4158039"/>
                <a:ext cx="164880" cy="2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3">
            <p14:nvContentPartPr>
              <p14:cNvPr id="197" name="잉크 196">
                <a:extLst>
                  <a:ext uri="{FF2B5EF4-FFF2-40B4-BE49-F238E27FC236}">
                    <a16:creationId xmlns:a16="http://schemas.microsoft.com/office/drawing/2014/main" id="{06E45B30-9331-EC88-547E-6ABFE9E92A0C}"/>
                  </a:ext>
                </a:extLst>
              </p14:cNvPr>
              <p14:cNvContentPartPr/>
              <p14:nvPr/>
            </p14:nvContentPartPr>
            <p14:xfrm>
              <a:off x="6940645" y="4257759"/>
              <a:ext cx="116280" cy="87120"/>
            </p14:xfrm>
          </p:contentPart>
        </mc:Choice>
        <mc:Fallback xmlns="">
          <p:pic>
            <p:nvPicPr>
              <p:cNvPr id="197" name="잉크 196">
                <a:extLst>
                  <a:ext uri="{FF2B5EF4-FFF2-40B4-BE49-F238E27FC236}">
                    <a16:creationId xmlns:a16="http://schemas.microsoft.com/office/drawing/2014/main" id="{06E45B30-9331-EC88-547E-6ABFE9E92A0C}"/>
                  </a:ext>
                </a:extLst>
              </p:cNvPr>
              <p:cNvPicPr/>
              <p:nvPr/>
            </p:nvPicPr>
            <p:blipFill>
              <a:blip r:embed="rId194"/>
              <a:stretch>
                <a:fillRect/>
              </a:stretch>
            </p:blipFill>
            <p:spPr>
              <a:xfrm>
                <a:off x="6931645" y="4248759"/>
                <a:ext cx="133920" cy="10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5">
            <p14:nvContentPartPr>
              <p14:cNvPr id="198" name="잉크 197">
                <a:extLst>
                  <a:ext uri="{FF2B5EF4-FFF2-40B4-BE49-F238E27FC236}">
                    <a16:creationId xmlns:a16="http://schemas.microsoft.com/office/drawing/2014/main" id="{350A1B27-342E-D67D-D3C2-9B9CA6ADD640}"/>
                  </a:ext>
                </a:extLst>
              </p14:cNvPr>
              <p14:cNvContentPartPr/>
              <p14:nvPr/>
            </p14:nvContentPartPr>
            <p14:xfrm>
              <a:off x="7229005" y="4154079"/>
              <a:ext cx="392400" cy="74520"/>
            </p14:xfrm>
          </p:contentPart>
        </mc:Choice>
        <mc:Fallback xmlns="">
          <p:pic>
            <p:nvPicPr>
              <p:cNvPr id="198" name="잉크 197">
                <a:extLst>
                  <a:ext uri="{FF2B5EF4-FFF2-40B4-BE49-F238E27FC236}">
                    <a16:creationId xmlns:a16="http://schemas.microsoft.com/office/drawing/2014/main" id="{350A1B27-342E-D67D-D3C2-9B9CA6ADD640}"/>
                  </a:ext>
                </a:extLst>
              </p:cNvPr>
              <p:cNvPicPr/>
              <p:nvPr/>
            </p:nvPicPr>
            <p:blipFill>
              <a:blip r:embed="rId196"/>
              <a:stretch>
                <a:fillRect/>
              </a:stretch>
            </p:blipFill>
            <p:spPr>
              <a:xfrm>
                <a:off x="7220365" y="4145439"/>
                <a:ext cx="410040" cy="9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7">
            <p14:nvContentPartPr>
              <p14:cNvPr id="200" name="잉크 199">
                <a:extLst>
                  <a:ext uri="{FF2B5EF4-FFF2-40B4-BE49-F238E27FC236}">
                    <a16:creationId xmlns:a16="http://schemas.microsoft.com/office/drawing/2014/main" id="{38648E72-CC1E-910D-35E9-5F9A5841F86D}"/>
                  </a:ext>
                </a:extLst>
              </p14:cNvPr>
              <p14:cNvContentPartPr/>
              <p14:nvPr/>
            </p14:nvContentPartPr>
            <p14:xfrm>
              <a:off x="5437285" y="4678599"/>
              <a:ext cx="360" cy="3600"/>
            </p14:xfrm>
          </p:contentPart>
        </mc:Choice>
        <mc:Fallback xmlns="">
          <p:pic>
            <p:nvPicPr>
              <p:cNvPr id="200" name="잉크 199">
                <a:extLst>
                  <a:ext uri="{FF2B5EF4-FFF2-40B4-BE49-F238E27FC236}">
                    <a16:creationId xmlns:a16="http://schemas.microsoft.com/office/drawing/2014/main" id="{38648E72-CC1E-910D-35E9-5F9A5841F86D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428285" y="4669959"/>
                <a:ext cx="1800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201" name="잉크 200">
                <a:extLst>
                  <a:ext uri="{FF2B5EF4-FFF2-40B4-BE49-F238E27FC236}">
                    <a16:creationId xmlns:a16="http://schemas.microsoft.com/office/drawing/2014/main" id="{195E6CCE-668F-5BE0-E32D-C852BFAAFB98}"/>
                  </a:ext>
                </a:extLst>
              </p14:cNvPr>
              <p14:cNvContentPartPr/>
              <p14:nvPr/>
            </p14:nvContentPartPr>
            <p14:xfrm>
              <a:off x="5559685" y="4019079"/>
              <a:ext cx="235440" cy="369000"/>
            </p14:xfrm>
          </p:contentPart>
        </mc:Choice>
        <mc:Fallback xmlns="">
          <p:pic>
            <p:nvPicPr>
              <p:cNvPr id="201" name="잉크 200">
                <a:extLst>
                  <a:ext uri="{FF2B5EF4-FFF2-40B4-BE49-F238E27FC236}">
                    <a16:creationId xmlns:a16="http://schemas.microsoft.com/office/drawing/2014/main" id="{195E6CCE-668F-5BE0-E32D-C852BFAAFB98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5551045" y="4010079"/>
                <a:ext cx="253080" cy="38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202" name="잉크 201">
                <a:extLst>
                  <a:ext uri="{FF2B5EF4-FFF2-40B4-BE49-F238E27FC236}">
                    <a16:creationId xmlns:a16="http://schemas.microsoft.com/office/drawing/2014/main" id="{25ADB444-1269-551F-73B0-59D483425177}"/>
                  </a:ext>
                </a:extLst>
              </p14:cNvPr>
              <p14:cNvContentPartPr/>
              <p14:nvPr/>
            </p14:nvContentPartPr>
            <p14:xfrm>
              <a:off x="6026245" y="3722439"/>
              <a:ext cx="73800" cy="51840"/>
            </p14:xfrm>
          </p:contentPart>
        </mc:Choice>
        <mc:Fallback xmlns="">
          <p:pic>
            <p:nvPicPr>
              <p:cNvPr id="202" name="잉크 201">
                <a:extLst>
                  <a:ext uri="{FF2B5EF4-FFF2-40B4-BE49-F238E27FC236}">
                    <a16:creationId xmlns:a16="http://schemas.microsoft.com/office/drawing/2014/main" id="{25ADB444-1269-551F-73B0-59D483425177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6017605" y="3713799"/>
                <a:ext cx="91440" cy="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203" name="잉크 202">
                <a:extLst>
                  <a:ext uri="{FF2B5EF4-FFF2-40B4-BE49-F238E27FC236}">
                    <a16:creationId xmlns:a16="http://schemas.microsoft.com/office/drawing/2014/main" id="{30741A49-7090-7EEA-7CCD-155F3F0658E5}"/>
                  </a:ext>
                </a:extLst>
              </p14:cNvPr>
              <p14:cNvContentPartPr/>
              <p14:nvPr/>
            </p14:nvContentPartPr>
            <p14:xfrm>
              <a:off x="6302725" y="3403479"/>
              <a:ext cx="276480" cy="119520"/>
            </p14:xfrm>
          </p:contentPart>
        </mc:Choice>
        <mc:Fallback xmlns="">
          <p:pic>
            <p:nvPicPr>
              <p:cNvPr id="203" name="잉크 202">
                <a:extLst>
                  <a:ext uri="{FF2B5EF4-FFF2-40B4-BE49-F238E27FC236}">
                    <a16:creationId xmlns:a16="http://schemas.microsoft.com/office/drawing/2014/main" id="{30741A49-7090-7EEA-7CCD-155F3F0658E5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6293725" y="3394839"/>
                <a:ext cx="294120" cy="13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204" name="잉크 203">
                <a:extLst>
                  <a:ext uri="{FF2B5EF4-FFF2-40B4-BE49-F238E27FC236}">
                    <a16:creationId xmlns:a16="http://schemas.microsoft.com/office/drawing/2014/main" id="{8719BDF2-E4FF-5CDD-74D1-49B1E166B192}"/>
                  </a:ext>
                </a:extLst>
              </p14:cNvPr>
              <p14:cNvContentPartPr/>
              <p14:nvPr/>
            </p14:nvContentPartPr>
            <p14:xfrm>
              <a:off x="6768925" y="3338319"/>
              <a:ext cx="79920" cy="18720"/>
            </p14:xfrm>
          </p:contentPart>
        </mc:Choice>
        <mc:Fallback xmlns="">
          <p:pic>
            <p:nvPicPr>
              <p:cNvPr id="204" name="잉크 203">
                <a:extLst>
                  <a:ext uri="{FF2B5EF4-FFF2-40B4-BE49-F238E27FC236}">
                    <a16:creationId xmlns:a16="http://schemas.microsoft.com/office/drawing/2014/main" id="{8719BDF2-E4FF-5CDD-74D1-49B1E166B192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6759925" y="3329319"/>
                <a:ext cx="9756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206" name="잉크 205">
                <a:extLst>
                  <a:ext uri="{FF2B5EF4-FFF2-40B4-BE49-F238E27FC236}">
                    <a16:creationId xmlns:a16="http://schemas.microsoft.com/office/drawing/2014/main" id="{263AADE7-DC36-83C8-3547-F5288A2918F1}"/>
                  </a:ext>
                </a:extLst>
              </p14:cNvPr>
              <p14:cNvContentPartPr/>
              <p14:nvPr/>
            </p14:nvContentPartPr>
            <p14:xfrm>
              <a:off x="4559605" y="2595639"/>
              <a:ext cx="1241280" cy="1053720"/>
            </p14:xfrm>
          </p:contentPart>
        </mc:Choice>
        <mc:Fallback xmlns="">
          <p:pic>
            <p:nvPicPr>
              <p:cNvPr id="206" name="잉크 205">
                <a:extLst>
                  <a:ext uri="{FF2B5EF4-FFF2-40B4-BE49-F238E27FC236}">
                    <a16:creationId xmlns:a16="http://schemas.microsoft.com/office/drawing/2014/main" id="{263AADE7-DC36-83C8-3547-F5288A2918F1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4550605" y="2586999"/>
                <a:ext cx="1258920" cy="10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207" name="잉크 206">
                <a:extLst>
                  <a:ext uri="{FF2B5EF4-FFF2-40B4-BE49-F238E27FC236}">
                    <a16:creationId xmlns:a16="http://schemas.microsoft.com/office/drawing/2014/main" id="{26697EA9-BA5C-3248-6A8B-542748BDA14B}"/>
                  </a:ext>
                </a:extLst>
              </p14:cNvPr>
              <p14:cNvContentPartPr/>
              <p14:nvPr/>
            </p14:nvContentPartPr>
            <p14:xfrm>
              <a:off x="5578045" y="3442719"/>
              <a:ext cx="289080" cy="240120"/>
            </p14:xfrm>
          </p:contentPart>
        </mc:Choice>
        <mc:Fallback xmlns="">
          <p:pic>
            <p:nvPicPr>
              <p:cNvPr id="207" name="잉크 206">
                <a:extLst>
                  <a:ext uri="{FF2B5EF4-FFF2-40B4-BE49-F238E27FC236}">
                    <a16:creationId xmlns:a16="http://schemas.microsoft.com/office/drawing/2014/main" id="{26697EA9-BA5C-3248-6A8B-542748BDA14B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5569405" y="3434079"/>
                <a:ext cx="306720" cy="2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208" name="잉크 207">
                <a:extLst>
                  <a:ext uri="{FF2B5EF4-FFF2-40B4-BE49-F238E27FC236}">
                    <a16:creationId xmlns:a16="http://schemas.microsoft.com/office/drawing/2014/main" id="{3D029917-C7DE-4673-CF70-89C306DCC0E4}"/>
                  </a:ext>
                </a:extLst>
              </p14:cNvPr>
              <p14:cNvContentPartPr/>
              <p14:nvPr/>
            </p14:nvContentPartPr>
            <p14:xfrm>
              <a:off x="6014005" y="3884079"/>
              <a:ext cx="134640" cy="147960"/>
            </p14:xfrm>
          </p:contentPart>
        </mc:Choice>
        <mc:Fallback xmlns="">
          <p:pic>
            <p:nvPicPr>
              <p:cNvPr id="208" name="잉크 207">
                <a:extLst>
                  <a:ext uri="{FF2B5EF4-FFF2-40B4-BE49-F238E27FC236}">
                    <a16:creationId xmlns:a16="http://schemas.microsoft.com/office/drawing/2014/main" id="{3D029917-C7DE-4673-CF70-89C306DCC0E4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6005365" y="3875439"/>
                <a:ext cx="152280" cy="16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209" name="잉크 208">
                <a:extLst>
                  <a:ext uri="{FF2B5EF4-FFF2-40B4-BE49-F238E27FC236}">
                    <a16:creationId xmlns:a16="http://schemas.microsoft.com/office/drawing/2014/main" id="{57C7095A-1412-8FEF-3A89-15C0CDC281E0}"/>
                  </a:ext>
                </a:extLst>
              </p14:cNvPr>
              <p14:cNvContentPartPr/>
              <p14:nvPr/>
            </p14:nvContentPartPr>
            <p14:xfrm>
              <a:off x="6038485" y="3927999"/>
              <a:ext cx="141840" cy="123120"/>
            </p14:xfrm>
          </p:contentPart>
        </mc:Choice>
        <mc:Fallback xmlns="">
          <p:pic>
            <p:nvPicPr>
              <p:cNvPr id="209" name="잉크 208">
                <a:extLst>
                  <a:ext uri="{FF2B5EF4-FFF2-40B4-BE49-F238E27FC236}">
                    <a16:creationId xmlns:a16="http://schemas.microsoft.com/office/drawing/2014/main" id="{57C7095A-1412-8FEF-3A89-15C0CDC281E0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6029485" y="3919359"/>
                <a:ext cx="159480" cy="14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210" name="잉크 209">
                <a:extLst>
                  <a:ext uri="{FF2B5EF4-FFF2-40B4-BE49-F238E27FC236}">
                    <a16:creationId xmlns:a16="http://schemas.microsoft.com/office/drawing/2014/main" id="{617E9F48-04D4-B00E-8D6C-29B31A15E7CC}"/>
                  </a:ext>
                </a:extLst>
              </p14:cNvPr>
              <p14:cNvContentPartPr/>
              <p14:nvPr/>
            </p14:nvContentPartPr>
            <p14:xfrm>
              <a:off x="5207965" y="3643959"/>
              <a:ext cx="462600" cy="296280"/>
            </p14:xfrm>
          </p:contentPart>
        </mc:Choice>
        <mc:Fallback xmlns="">
          <p:pic>
            <p:nvPicPr>
              <p:cNvPr id="210" name="잉크 209">
                <a:extLst>
                  <a:ext uri="{FF2B5EF4-FFF2-40B4-BE49-F238E27FC236}">
                    <a16:creationId xmlns:a16="http://schemas.microsoft.com/office/drawing/2014/main" id="{617E9F48-04D4-B00E-8D6C-29B31A15E7CC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5199325" y="3634959"/>
                <a:ext cx="480240" cy="31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211" name="잉크 210">
                <a:extLst>
                  <a:ext uri="{FF2B5EF4-FFF2-40B4-BE49-F238E27FC236}">
                    <a16:creationId xmlns:a16="http://schemas.microsoft.com/office/drawing/2014/main" id="{673D93F4-9D93-5371-490D-504C2B6EF6CE}"/>
                  </a:ext>
                </a:extLst>
              </p14:cNvPr>
              <p14:cNvContentPartPr/>
              <p14:nvPr/>
            </p14:nvContentPartPr>
            <p14:xfrm>
              <a:off x="5154685" y="3627039"/>
              <a:ext cx="251280" cy="24480"/>
            </p14:xfrm>
          </p:contentPart>
        </mc:Choice>
        <mc:Fallback xmlns="">
          <p:pic>
            <p:nvPicPr>
              <p:cNvPr id="211" name="잉크 210">
                <a:extLst>
                  <a:ext uri="{FF2B5EF4-FFF2-40B4-BE49-F238E27FC236}">
                    <a16:creationId xmlns:a16="http://schemas.microsoft.com/office/drawing/2014/main" id="{673D93F4-9D93-5371-490D-504C2B6EF6CE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5146045" y="3618399"/>
                <a:ext cx="26892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213" name="잉크 212">
                <a:extLst>
                  <a:ext uri="{FF2B5EF4-FFF2-40B4-BE49-F238E27FC236}">
                    <a16:creationId xmlns:a16="http://schemas.microsoft.com/office/drawing/2014/main" id="{1E21383E-AAA1-021F-5A79-F31E1F91213C}"/>
                  </a:ext>
                </a:extLst>
              </p14:cNvPr>
              <p14:cNvContentPartPr/>
              <p14:nvPr/>
            </p14:nvContentPartPr>
            <p14:xfrm>
              <a:off x="6412885" y="1466679"/>
              <a:ext cx="116640" cy="447480"/>
            </p14:xfrm>
          </p:contentPart>
        </mc:Choice>
        <mc:Fallback xmlns="">
          <p:pic>
            <p:nvPicPr>
              <p:cNvPr id="213" name="잉크 212">
                <a:extLst>
                  <a:ext uri="{FF2B5EF4-FFF2-40B4-BE49-F238E27FC236}">
                    <a16:creationId xmlns:a16="http://schemas.microsoft.com/office/drawing/2014/main" id="{1E21383E-AAA1-021F-5A79-F31E1F91213C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6404245" y="1457679"/>
                <a:ext cx="134280" cy="46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214" name="잉크 213">
                <a:extLst>
                  <a:ext uri="{FF2B5EF4-FFF2-40B4-BE49-F238E27FC236}">
                    <a16:creationId xmlns:a16="http://schemas.microsoft.com/office/drawing/2014/main" id="{C1BA3C0F-1CCB-6324-0E3A-A82E4DD746BA}"/>
                  </a:ext>
                </a:extLst>
              </p14:cNvPr>
              <p14:cNvContentPartPr/>
              <p14:nvPr/>
            </p14:nvContentPartPr>
            <p14:xfrm>
              <a:off x="6468325" y="1595559"/>
              <a:ext cx="209160" cy="351360"/>
            </p14:xfrm>
          </p:contentPart>
        </mc:Choice>
        <mc:Fallback xmlns="">
          <p:pic>
            <p:nvPicPr>
              <p:cNvPr id="214" name="잉크 213">
                <a:extLst>
                  <a:ext uri="{FF2B5EF4-FFF2-40B4-BE49-F238E27FC236}">
                    <a16:creationId xmlns:a16="http://schemas.microsoft.com/office/drawing/2014/main" id="{C1BA3C0F-1CCB-6324-0E3A-A82E4DD746BA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6459325" y="1586559"/>
                <a:ext cx="226800" cy="36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215" name="잉크 214">
                <a:extLst>
                  <a:ext uri="{FF2B5EF4-FFF2-40B4-BE49-F238E27FC236}">
                    <a16:creationId xmlns:a16="http://schemas.microsoft.com/office/drawing/2014/main" id="{F6E772D0-D8B1-E6C0-EFF1-D2582DED6BEE}"/>
                  </a:ext>
                </a:extLst>
              </p14:cNvPr>
              <p14:cNvContentPartPr/>
              <p14:nvPr/>
            </p14:nvContentPartPr>
            <p14:xfrm>
              <a:off x="6468325" y="1828119"/>
              <a:ext cx="183600" cy="25560"/>
            </p14:xfrm>
          </p:contentPart>
        </mc:Choice>
        <mc:Fallback xmlns="">
          <p:pic>
            <p:nvPicPr>
              <p:cNvPr id="215" name="잉크 214">
                <a:extLst>
                  <a:ext uri="{FF2B5EF4-FFF2-40B4-BE49-F238E27FC236}">
                    <a16:creationId xmlns:a16="http://schemas.microsoft.com/office/drawing/2014/main" id="{F6E772D0-D8B1-E6C0-EFF1-D2582DED6BEE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6459325" y="1819479"/>
                <a:ext cx="20124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216" name="잉크 215">
                <a:extLst>
                  <a:ext uri="{FF2B5EF4-FFF2-40B4-BE49-F238E27FC236}">
                    <a16:creationId xmlns:a16="http://schemas.microsoft.com/office/drawing/2014/main" id="{D7B356A0-C8C1-24ED-44DA-0A23B6551B0F}"/>
                  </a:ext>
                </a:extLst>
              </p14:cNvPr>
              <p14:cNvContentPartPr/>
              <p14:nvPr/>
            </p14:nvContentPartPr>
            <p14:xfrm>
              <a:off x="6780085" y="1674759"/>
              <a:ext cx="105120" cy="129960"/>
            </p14:xfrm>
          </p:contentPart>
        </mc:Choice>
        <mc:Fallback xmlns="">
          <p:pic>
            <p:nvPicPr>
              <p:cNvPr id="216" name="잉크 215">
                <a:extLst>
                  <a:ext uri="{FF2B5EF4-FFF2-40B4-BE49-F238E27FC236}">
                    <a16:creationId xmlns:a16="http://schemas.microsoft.com/office/drawing/2014/main" id="{D7B356A0-C8C1-24ED-44DA-0A23B6551B0F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6771445" y="1666119"/>
                <a:ext cx="122760" cy="1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217" name="잉크 216">
                <a:extLst>
                  <a:ext uri="{FF2B5EF4-FFF2-40B4-BE49-F238E27FC236}">
                    <a16:creationId xmlns:a16="http://schemas.microsoft.com/office/drawing/2014/main" id="{0D578548-FCF7-C768-5A4C-07DBAF6DF02B}"/>
                  </a:ext>
                </a:extLst>
              </p14:cNvPr>
              <p14:cNvContentPartPr/>
              <p14:nvPr/>
            </p14:nvContentPartPr>
            <p14:xfrm>
              <a:off x="6922285" y="1687719"/>
              <a:ext cx="73440" cy="6480"/>
            </p14:xfrm>
          </p:contentPart>
        </mc:Choice>
        <mc:Fallback xmlns="">
          <p:pic>
            <p:nvPicPr>
              <p:cNvPr id="217" name="잉크 216">
                <a:extLst>
                  <a:ext uri="{FF2B5EF4-FFF2-40B4-BE49-F238E27FC236}">
                    <a16:creationId xmlns:a16="http://schemas.microsoft.com/office/drawing/2014/main" id="{0D578548-FCF7-C768-5A4C-07DBAF6DF02B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6913285" y="1678719"/>
                <a:ext cx="9108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218" name="잉크 217">
                <a:extLst>
                  <a:ext uri="{FF2B5EF4-FFF2-40B4-BE49-F238E27FC236}">
                    <a16:creationId xmlns:a16="http://schemas.microsoft.com/office/drawing/2014/main" id="{FCAA575E-CDE4-5459-2AF8-12B291D2399A}"/>
                  </a:ext>
                </a:extLst>
              </p14:cNvPr>
              <p14:cNvContentPartPr/>
              <p14:nvPr/>
            </p14:nvContentPartPr>
            <p14:xfrm>
              <a:off x="6969805" y="1662879"/>
              <a:ext cx="111600" cy="149040"/>
            </p14:xfrm>
          </p:contentPart>
        </mc:Choice>
        <mc:Fallback xmlns="">
          <p:pic>
            <p:nvPicPr>
              <p:cNvPr id="218" name="잉크 217">
                <a:extLst>
                  <a:ext uri="{FF2B5EF4-FFF2-40B4-BE49-F238E27FC236}">
                    <a16:creationId xmlns:a16="http://schemas.microsoft.com/office/drawing/2014/main" id="{FCAA575E-CDE4-5459-2AF8-12B291D2399A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6961165" y="1654239"/>
                <a:ext cx="129240" cy="16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219" name="잉크 218">
                <a:extLst>
                  <a:ext uri="{FF2B5EF4-FFF2-40B4-BE49-F238E27FC236}">
                    <a16:creationId xmlns:a16="http://schemas.microsoft.com/office/drawing/2014/main" id="{9FF9F747-94D8-1EDB-9F9D-4B641E6D31FB}"/>
                  </a:ext>
                </a:extLst>
              </p14:cNvPr>
              <p14:cNvContentPartPr/>
              <p14:nvPr/>
            </p14:nvContentPartPr>
            <p14:xfrm>
              <a:off x="7094005" y="1613919"/>
              <a:ext cx="360" cy="360"/>
            </p14:xfrm>
          </p:contentPart>
        </mc:Choice>
        <mc:Fallback xmlns="">
          <p:pic>
            <p:nvPicPr>
              <p:cNvPr id="219" name="잉크 218">
                <a:extLst>
                  <a:ext uri="{FF2B5EF4-FFF2-40B4-BE49-F238E27FC236}">
                    <a16:creationId xmlns:a16="http://schemas.microsoft.com/office/drawing/2014/main" id="{9FF9F747-94D8-1EDB-9F9D-4B641E6D31FB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085365" y="1604919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1">
            <p14:nvContentPartPr>
              <p14:cNvPr id="220" name="잉크 219">
                <a:extLst>
                  <a:ext uri="{FF2B5EF4-FFF2-40B4-BE49-F238E27FC236}">
                    <a16:creationId xmlns:a16="http://schemas.microsoft.com/office/drawing/2014/main" id="{719D08C3-6DF5-C875-4C67-2CC438D53627}"/>
                  </a:ext>
                </a:extLst>
              </p14:cNvPr>
              <p14:cNvContentPartPr/>
              <p14:nvPr/>
            </p14:nvContentPartPr>
            <p14:xfrm>
              <a:off x="7094005" y="1736679"/>
              <a:ext cx="6840" cy="54720"/>
            </p14:xfrm>
          </p:contentPart>
        </mc:Choice>
        <mc:Fallback xmlns="">
          <p:pic>
            <p:nvPicPr>
              <p:cNvPr id="220" name="잉크 219">
                <a:extLst>
                  <a:ext uri="{FF2B5EF4-FFF2-40B4-BE49-F238E27FC236}">
                    <a16:creationId xmlns:a16="http://schemas.microsoft.com/office/drawing/2014/main" id="{719D08C3-6DF5-C875-4C67-2CC438D53627}"/>
                  </a:ext>
                </a:extLst>
              </p:cNvPr>
              <p:cNvPicPr/>
              <p:nvPr/>
            </p:nvPicPr>
            <p:blipFill>
              <a:blip r:embed="rId232"/>
              <a:stretch>
                <a:fillRect/>
              </a:stretch>
            </p:blipFill>
            <p:spPr>
              <a:xfrm>
                <a:off x="7085365" y="1727679"/>
                <a:ext cx="2448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3">
            <p14:nvContentPartPr>
              <p14:cNvPr id="221" name="잉크 220">
                <a:extLst>
                  <a:ext uri="{FF2B5EF4-FFF2-40B4-BE49-F238E27FC236}">
                    <a16:creationId xmlns:a16="http://schemas.microsoft.com/office/drawing/2014/main" id="{6BD89C06-398E-3D19-8142-667186D99B2A}"/>
                  </a:ext>
                </a:extLst>
              </p14:cNvPr>
              <p14:cNvContentPartPr/>
              <p14:nvPr/>
            </p14:nvContentPartPr>
            <p14:xfrm>
              <a:off x="7210645" y="1676199"/>
              <a:ext cx="132480" cy="114480"/>
            </p14:xfrm>
          </p:contentPart>
        </mc:Choice>
        <mc:Fallback xmlns="">
          <p:pic>
            <p:nvPicPr>
              <p:cNvPr id="221" name="잉크 220">
                <a:extLst>
                  <a:ext uri="{FF2B5EF4-FFF2-40B4-BE49-F238E27FC236}">
                    <a16:creationId xmlns:a16="http://schemas.microsoft.com/office/drawing/2014/main" id="{6BD89C06-398E-3D19-8142-667186D99B2A}"/>
                  </a:ext>
                </a:extLst>
              </p:cNvPr>
              <p:cNvPicPr/>
              <p:nvPr/>
            </p:nvPicPr>
            <p:blipFill>
              <a:blip r:embed="rId234"/>
              <a:stretch>
                <a:fillRect/>
              </a:stretch>
            </p:blipFill>
            <p:spPr>
              <a:xfrm>
                <a:off x="7201645" y="1667199"/>
                <a:ext cx="150120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5">
            <p14:nvContentPartPr>
              <p14:cNvPr id="222" name="잉크 221">
                <a:extLst>
                  <a:ext uri="{FF2B5EF4-FFF2-40B4-BE49-F238E27FC236}">
                    <a16:creationId xmlns:a16="http://schemas.microsoft.com/office/drawing/2014/main" id="{A77212D5-8C88-A168-9934-40D194E0FE94}"/>
                  </a:ext>
                </a:extLst>
              </p14:cNvPr>
              <p14:cNvContentPartPr/>
              <p14:nvPr/>
            </p14:nvContentPartPr>
            <p14:xfrm>
              <a:off x="7412965" y="1613919"/>
              <a:ext cx="360" cy="3960"/>
            </p14:xfrm>
          </p:contentPart>
        </mc:Choice>
        <mc:Fallback xmlns="">
          <p:pic>
            <p:nvPicPr>
              <p:cNvPr id="222" name="잉크 221">
                <a:extLst>
                  <a:ext uri="{FF2B5EF4-FFF2-40B4-BE49-F238E27FC236}">
                    <a16:creationId xmlns:a16="http://schemas.microsoft.com/office/drawing/2014/main" id="{A77212D5-8C88-A168-9934-40D194E0FE94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404325" y="1604919"/>
                <a:ext cx="1800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223" name="잉크 222">
                <a:extLst>
                  <a:ext uri="{FF2B5EF4-FFF2-40B4-BE49-F238E27FC236}">
                    <a16:creationId xmlns:a16="http://schemas.microsoft.com/office/drawing/2014/main" id="{ED230584-2873-83EF-AE06-E11CF3F09230}"/>
                  </a:ext>
                </a:extLst>
              </p14:cNvPr>
              <p14:cNvContentPartPr/>
              <p14:nvPr/>
            </p14:nvContentPartPr>
            <p14:xfrm>
              <a:off x="7419445" y="1706079"/>
              <a:ext cx="97560" cy="104040"/>
            </p14:xfrm>
          </p:contentPart>
        </mc:Choice>
        <mc:Fallback xmlns="">
          <p:pic>
            <p:nvPicPr>
              <p:cNvPr id="223" name="잉크 222">
                <a:extLst>
                  <a:ext uri="{FF2B5EF4-FFF2-40B4-BE49-F238E27FC236}">
                    <a16:creationId xmlns:a16="http://schemas.microsoft.com/office/drawing/2014/main" id="{ED230584-2873-83EF-AE06-E11CF3F09230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7410445" y="1697079"/>
                <a:ext cx="115200" cy="1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224" name="잉크 223">
                <a:extLst>
                  <a:ext uri="{FF2B5EF4-FFF2-40B4-BE49-F238E27FC236}">
                    <a16:creationId xmlns:a16="http://schemas.microsoft.com/office/drawing/2014/main" id="{B3F74FC5-ABC4-6A68-F2EC-A8F8B171C165}"/>
                  </a:ext>
                </a:extLst>
              </p14:cNvPr>
              <p14:cNvContentPartPr/>
              <p14:nvPr/>
            </p14:nvContentPartPr>
            <p14:xfrm>
              <a:off x="7493245" y="1662879"/>
              <a:ext cx="120240" cy="161640"/>
            </p14:xfrm>
          </p:contentPart>
        </mc:Choice>
        <mc:Fallback xmlns="">
          <p:pic>
            <p:nvPicPr>
              <p:cNvPr id="224" name="잉크 223">
                <a:extLst>
                  <a:ext uri="{FF2B5EF4-FFF2-40B4-BE49-F238E27FC236}">
                    <a16:creationId xmlns:a16="http://schemas.microsoft.com/office/drawing/2014/main" id="{B3F74FC5-ABC4-6A68-F2EC-A8F8B171C165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7484245" y="1654239"/>
                <a:ext cx="137880" cy="17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225" name="잉크 224">
                <a:extLst>
                  <a:ext uri="{FF2B5EF4-FFF2-40B4-BE49-F238E27FC236}">
                    <a16:creationId xmlns:a16="http://schemas.microsoft.com/office/drawing/2014/main" id="{0264567D-3B4F-56FA-3DC8-CCF629A09A0F}"/>
                  </a:ext>
                </a:extLst>
              </p14:cNvPr>
              <p14:cNvContentPartPr/>
              <p14:nvPr/>
            </p14:nvContentPartPr>
            <p14:xfrm>
              <a:off x="7627885" y="1718319"/>
              <a:ext cx="125640" cy="93960"/>
            </p14:xfrm>
          </p:contentPart>
        </mc:Choice>
        <mc:Fallback xmlns="">
          <p:pic>
            <p:nvPicPr>
              <p:cNvPr id="225" name="잉크 224">
                <a:extLst>
                  <a:ext uri="{FF2B5EF4-FFF2-40B4-BE49-F238E27FC236}">
                    <a16:creationId xmlns:a16="http://schemas.microsoft.com/office/drawing/2014/main" id="{0264567D-3B4F-56FA-3DC8-CCF629A09A0F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7618885" y="1709319"/>
                <a:ext cx="143280" cy="11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226" name="잉크 225">
                <a:extLst>
                  <a:ext uri="{FF2B5EF4-FFF2-40B4-BE49-F238E27FC236}">
                    <a16:creationId xmlns:a16="http://schemas.microsoft.com/office/drawing/2014/main" id="{A6F5DA52-B2CF-9FED-980D-C15CE70088EE}"/>
                  </a:ext>
                </a:extLst>
              </p14:cNvPr>
              <p14:cNvContentPartPr/>
              <p14:nvPr/>
            </p14:nvContentPartPr>
            <p14:xfrm>
              <a:off x="7628245" y="1736679"/>
              <a:ext cx="177840" cy="213120"/>
            </p14:xfrm>
          </p:contentPart>
        </mc:Choice>
        <mc:Fallback xmlns="">
          <p:pic>
            <p:nvPicPr>
              <p:cNvPr id="226" name="잉크 225">
                <a:extLst>
                  <a:ext uri="{FF2B5EF4-FFF2-40B4-BE49-F238E27FC236}">
                    <a16:creationId xmlns:a16="http://schemas.microsoft.com/office/drawing/2014/main" id="{A6F5DA52-B2CF-9FED-980D-C15CE70088EE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7619605" y="1727679"/>
                <a:ext cx="195480" cy="23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228" name="잉크 227">
                <a:extLst>
                  <a:ext uri="{FF2B5EF4-FFF2-40B4-BE49-F238E27FC236}">
                    <a16:creationId xmlns:a16="http://schemas.microsoft.com/office/drawing/2014/main" id="{AEF7DDF4-8679-B549-4654-3F74D4C05B5E}"/>
                  </a:ext>
                </a:extLst>
              </p14:cNvPr>
              <p14:cNvContentPartPr/>
              <p14:nvPr/>
            </p14:nvContentPartPr>
            <p14:xfrm>
              <a:off x="8008405" y="2355879"/>
              <a:ext cx="1964880" cy="1711080"/>
            </p14:xfrm>
          </p:contentPart>
        </mc:Choice>
        <mc:Fallback xmlns="">
          <p:pic>
            <p:nvPicPr>
              <p:cNvPr id="228" name="잉크 227">
                <a:extLst>
                  <a:ext uri="{FF2B5EF4-FFF2-40B4-BE49-F238E27FC236}">
                    <a16:creationId xmlns:a16="http://schemas.microsoft.com/office/drawing/2014/main" id="{AEF7DDF4-8679-B549-4654-3F74D4C05B5E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7999765" y="2347239"/>
                <a:ext cx="1982520" cy="172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229" name="잉크 228">
                <a:extLst>
                  <a:ext uri="{FF2B5EF4-FFF2-40B4-BE49-F238E27FC236}">
                    <a16:creationId xmlns:a16="http://schemas.microsoft.com/office/drawing/2014/main" id="{8A721B57-FE11-0A50-6266-BBA79A00CFF5}"/>
                  </a:ext>
                </a:extLst>
              </p14:cNvPr>
              <p14:cNvContentPartPr/>
              <p14:nvPr/>
            </p14:nvContentPartPr>
            <p14:xfrm>
              <a:off x="8726605" y="3933399"/>
              <a:ext cx="351720" cy="311040"/>
            </p14:xfrm>
          </p:contentPart>
        </mc:Choice>
        <mc:Fallback xmlns="">
          <p:pic>
            <p:nvPicPr>
              <p:cNvPr id="229" name="잉크 228">
                <a:extLst>
                  <a:ext uri="{FF2B5EF4-FFF2-40B4-BE49-F238E27FC236}">
                    <a16:creationId xmlns:a16="http://schemas.microsoft.com/office/drawing/2014/main" id="{8A721B57-FE11-0A50-6266-BBA79A00CFF5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8717605" y="3924759"/>
                <a:ext cx="369360" cy="328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38" name="그룹 237">
            <a:extLst>
              <a:ext uri="{FF2B5EF4-FFF2-40B4-BE49-F238E27FC236}">
                <a16:creationId xmlns:a16="http://schemas.microsoft.com/office/drawing/2014/main" id="{DF874C21-74A5-E648-A94C-C2F562A8F128}"/>
              </a:ext>
            </a:extLst>
          </p:cNvPr>
          <p:cNvGrpSpPr/>
          <p:nvPr/>
        </p:nvGrpSpPr>
        <p:grpSpPr>
          <a:xfrm>
            <a:off x="3288445" y="1729839"/>
            <a:ext cx="1941840" cy="817200"/>
            <a:chOff x="3288445" y="1729839"/>
            <a:chExt cx="1941840" cy="81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322A2468-E5F0-A190-81AE-B36969F3B8F4}"/>
                    </a:ext>
                  </a:extLst>
                </p14:cNvPr>
                <p14:cNvContentPartPr/>
                <p14:nvPr/>
              </p14:nvContentPartPr>
              <p14:xfrm>
                <a:off x="3295285" y="1988319"/>
                <a:ext cx="288000" cy="12960"/>
              </p14:xfrm>
            </p:contentPart>
          </mc:Choice>
          <mc:Fallback xmlns=""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322A2468-E5F0-A190-81AE-B36969F3B8F4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286645" y="1979319"/>
                  <a:ext cx="30564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33" name="잉크 32">
                  <a:extLst>
                    <a:ext uri="{FF2B5EF4-FFF2-40B4-BE49-F238E27FC236}">
                      <a16:creationId xmlns:a16="http://schemas.microsoft.com/office/drawing/2014/main" id="{C4EA7A4F-95FD-0F5E-57B4-AFDBF3B6CD00}"/>
                    </a:ext>
                  </a:extLst>
                </p14:cNvPr>
                <p14:cNvContentPartPr/>
                <p14:nvPr/>
              </p14:nvContentPartPr>
              <p14:xfrm>
                <a:off x="3344245" y="2012439"/>
                <a:ext cx="326160" cy="302760"/>
              </p14:xfrm>
            </p:contentPart>
          </mc:Choice>
          <mc:Fallback xmlns="">
            <p:pic>
              <p:nvPicPr>
                <p:cNvPr id="33" name="잉크 32">
                  <a:extLst>
                    <a:ext uri="{FF2B5EF4-FFF2-40B4-BE49-F238E27FC236}">
                      <a16:creationId xmlns:a16="http://schemas.microsoft.com/office/drawing/2014/main" id="{C4EA7A4F-95FD-0F5E-57B4-AFDBF3B6CD00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335245" y="2003799"/>
                  <a:ext cx="34380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34" name="잉크 33">
                  <a:extLst>
                    <a:ext uri="{FF2B5EF4-FFF2-40B4-BE49-F238E27FC236}">
                      <a16:creationId xmlns:a16="http://schemas.microsoft.com/office/drawing/2014/main" id="{924E57D8-0C2E-9E41-E473-ED95F13842F9}"/>
                    </a:ext>
                  </a:extLst>
                </p14:cNvPr>
                <p14:cNvContentPartPr/>
                <p14:nvPr/>
              </p14:nvContentPartPr>
              <p14:xfrm>
                <a:off x="3314005" y="2141319"/>
                <a:ext cx="257400" cy="43560"/>
              </p14:xfrm>
            </p:contentPart>
          </mc:Choice>
          <mc:Fallback xmlns="">
            <p:pic>
              <p:nvPicPr>
                <p:cNvPr id="34" name="잉크 33">
                  <a:extLst>
                    <a:ext uri="{FF2B5EF4-FFF2-40B4-BE49-F238E27FC236}">
                      <a16:creationId xmlns:a16="http://schemas.microsoft.com/office/drawing/2014/main" id="{924E57D8-0C2E-9E41-E473-ED95F13842F9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3305005" y="2132679"/>
                  <a:ext cx="27504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61" name="잉크 60">
                  <a:extLst>
                    <a:ext uri="{FF2B5EF4-FFF2-40B4-BE49-F238E27FC236}">
                      <a16:creationId xmlns:a16="http://schemas.microsoft.com/office/drawing/2014/main" id="{68C6372A-72DA-FF4F-8E0C-38B7688CA573}"/>
                    </a:ext>
                  </a:extLst>
                </p14:cNvPr>
                <p14:cNvContentPartPr/>
                <p14:nvPr/>
              </p14:nvContentPartPr>
              <p14:xfrm>
                <a:off x="3816925" y="2086959"/>
                <a:ext cx="191160" cy="194400"/>
              </p14:xfrm>
            </p:contentPart>
          </mc:Choice>
          <mc:Fallback xmlns="">
            <p:pic>
              <p:nvPicPr>
                <p:cNvPr id="61" name="잉크 60">
                  <a:extLst>
                    <a:ext uri="{FF2B5EF4-FFF2-40B4-BE49-F238E27FC236}">
                      <a16:creationId xmlns:a16="http://schemas.microsoft.com/office/drawing/2014/main" id="{68C6372A-72DA-FF4F-8E0C-38B7688CA573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3808285" y="2078319"/>
                  <a:ext cx="20880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64" name="잉크 63">
                  <a:extLst>
                    <a:ext uri="{FF2B5EF4-FFF2-40B4-BE49-F238E27FC236}">
                      <a16:creationId xmlns:a16="http://schemas.microsoft.com/office/drawing/2014/main" id="{63014F12-7910-E0E0-7BAC-D1D80017B028}"/>
                    </a:ext>
                  </a:extLst>
                </p14:cNvPr>
                <p14:cNvContentPartPr/>
                <p14:nvPr/>
              </p14:nvContentPartPr>
              <p14:xfrm>
                <a:off x="4122565" y="2079039"/>
                <a:ext cx="177840" cy="217800"/>
              </p14:xfrm>
            </p:contentPart>
          </mc:Choice>
          <mc:Fallback xmlns="">
            <p:pic>
              <p:nvPicPr>
                <p:cNvPr id="64" name="잉크 63">
                  <a:extLst>
                    <a:ext uri="{FF2B5EF4-FFF2-40B4-BE49-F238E27FC236}">
                      <a16:creationId xmlns:a16="http://schemas.microsoft.com/office/drawing/2014/main" id="{63014F12-7910-E0E0-7BAC-D1D80017B028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113565" y="2070039"/>
                  <a:ext cx="19548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65" name="잉크 64">
                  <a:extLst>
                    <a:ext uri="{FF2B5EF4-FFF2-40B4-BE49-F238E27FC236}">
                      <a16:creationId xmlns:a16="http://schemas.microsoft.com/office/drawing/2014/main" id="{8462247D-3474-8911-B4C1-567809824A6B}"/>
                    </a:ext>
                  </a:extLst>
                </p14:cNvPr>
                <p14:cNvContentPartPr/>
                <p14:nvPr/>
              </p14:nvContentPartPr>
              <p14:xfrm>
                <a:off x="4356925" y="2121879"/>
                <a:ext cx="309960" cy="150480"/>
              </p14:xfrm>
            </p:contentPart>
          </mc:Choice>
          <mc:Fallback xmlns="">
            <p:pic>
              <p:nvPicPr>
                <p:cNvPr id="65" name="잉크 64">
                  <a:extLst>
                    <a:ext uri="{FF2B5EF4-FFF2-40B4-BE49-F238E27FC236}">
                      <a16:creationId xmlns:a16="http://schemas.microsoft.com/office/drawing/2014/main" id="{8462247D-3474-8911-B4C1-567809824A6B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348285" y="2112879"/>
                  <a:ext cx="32760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66" name="잉크 65">
                  <a:extLst>
                    <a:ext uri="{FF2B5EF4-FFF2-40B4-BE49-F238E27FC236}">
                      <a16:creationId xmlns:a16="http://schemas.microsoft.com/office/drawing/2014/main" id="{1601702A-0524-BCC7-ADB4-178086AD522D}"/>
                    </a:ext>
                  </a:extLst>
                </p14:cNvPr>
                <p14:cNvContentPartPr/>
                <p14:nvPr/>
              </p14:nvContentPartPr>
              <p14:xfrm>
                <a:off x="4712965" y="2147079"/>
                <a:ext cx="183600" cy="44280"/>
              </p14:xfrm>
            </p:contentPart>
          </mc:Choice>
          <mc:Fallback xmlns="">
            <p:pic>
              <p:nvPicPr>
                <p:cNvPr id="66" name="잉크 65">
                  <a:extLst>
                    <a:ext uri="{FF2B5EF4-FFF2-40B4-BE49-F238E27FC236}">
                      <a16:creationId xmlns:a16="http://schemas.microsoft.com/office/drawing/2014/main" id="{1601702A-0524-BCC7-ADB4-178086AD522D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703965" y="2138079"/>
                  <a:ext cx="2012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67" name="잉크 66">
                  <a:extLst>
                    <a:ext uri="{FF2B5EF4-FFF2-40B4-BE49-F238E27FC236}">
                      <a16:creationId xmlns:a16="http://schemas.microsoft.com/office/drawing/2014/main" id="{97582B47-917C-EE71-EB95-23F1550CDD02}"/>
                    </a:ext>
                  </a:extLst>
                </p14:cNvPr>
                <p14:cNvContentPartPr/>
                <p14:nvPr/>
              </p14:nvContentPartPr>
              <p14:xfrm>
                <a:off x="4823485" y="2055639"/>
                <a:ext cx="79560" cy="264960"/>
              </p14:xfrm>
            </p:contentPart>
          </mc:Choice>
          <mc:Fallback xmlns="">
            <p:pic>
              <p:nvPicPr>
                <p:cNvPr id="67" name="잉크 66">
                  <a:extLst>
                    <a:ext uri="{FF2B5EF4-FFF2-40B4-BE49-F238E27FC236}">
                      <a16:creationId xmlns:a16="http://schemas.microsoft.com/office/drawing/2014/main" id="{97582B47-917C-EE71-EB95-23F1550CDD02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814485" y="2046999"/>
                  <a:ext cx="9720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37" name="잉크 236">
                  <a:extLst>
                    <a:ext uri="{FF2B5EF4-FFF2-40B4-BE49-F238E27FC236}">
                      <a16:creationId xmlns:a16="http://schemas.microsoft.com/office/drawing/2014/main" id="{95BF2480-E3BF-BD6B-F572-A3CFACC9BD0F}"/>
                    </a:ext>
                  </a:extLst>
                </p14:cNvPr>
                <p14:cNvContentPartPr/>
                <p14:nvPr/>
              </p14:nvContentPartPr>
              <p14:xfrm>
                <a:off x="3288445" y="1729839"/>
                <a:ext cx="1941840" cy="817200"/>
              </p14:xfrm>
            </p:contentPart>
          </mc:Choice>
          <mc:Fallback xmlns="">
            <p:pic>
              <p:nvPicPr>
                <p:cNvPr id="237" name="잉크 236">
                  <a:extLst>
                    <a:ext uri="{FF2B5EF4-FFF2-40B4-BE49-F238E27FC236}">
                      <a16:creationId xmlns:a16="http://schemas.microsoft.com/office/drawing/2014/main" id="{95BF2480-E3BF-BD6B-F572-A3CFACC9BD0F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3279805" y="1721199"/>
                  <a:ext cx="1959480" cy="834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45310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타원 182">
            <a:extLst>
              <a:ext uri="{FF2B5EF4-FFF2-40B4-BE49-F238E27FC236}">
                <a16:creationId xmlns:a16="http://schemas.microsoft.com/office/drawing/2014/main" id="{C6BC361F-5679-AF4B-2034-8B28CE991510}"/>
              </a:ext>
            </a:extLst>
          </p:cNvPr>
          <p:cNvSpPr/>
          <p:nvPr/>
        </p:nvSpPr>
        <p:spPr>
          <a:xfrm>
            <a:off x="5151410" y="2713875"/>
            <a:ext cx="1298198" cy="56757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99BBB32C-FAA0-FFA6-F76E-704B253D57C6}"/>
              </a:ext>
            </a:extLst>
          </p:cNvPr>
          <p:cNvSpPr/>
          <p:nvPr/>
        </p:nvSpPr>
        <p:spPr>
          <a:xfrm>
            <a:off x="1307285" y="3498543"/>
            <a:ext cx="2348630" cy="85177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FB6FD684-61B6-19B8-1A2D-BA84106DBA02}"/>
              </a:ext>
            </a:extLst>
          </p:cNvPr>
          <p:cNvSpPr/>
          <p:nvPr/>
        </p:nvSpPr>
        <p:spPr>
          <a:xfrm>
            <a:off x="5799129" y="3510093"/>
            <a:ext cx="2348630" cy="85177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9D017B4-B5D3-A1CC-1322-D60ACB11D32E}"/>
              </a:ext>
            </a:extLst>
          </p:cNvPr>
          <p:cNvSpPr txBox="1"/>
          <p:nvPr/>
        </p:nvSpPr>
        <p:spPr>
          <a:xfrm>
            <a:off x="1307285" y="4481836"/>
            <a:ext cx="2661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General Topic space</a:t>
            </a:r>
            <a:endParaRPr lang="ko-KR" alt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0868C25-DEF0-DE3F-8413-2EC1BA00B86B}"/>
              </a:ext>
            </a:extLst>
          </p:cNvPr>
          <p:cNvSpPr txBox="1"/>
          <p:nvPr/>
        </p:nvSpPr>
        <p:spPr>
          <a:xfrm>
            <a:off x="5683414" y="4458055"/>
            <a:ext cx="2661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Community Topic space</a:t>
            </a:r>
            <a:endParaRPr lang="ko-KR" alt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6890CCC-3AB1-6DB2-3457-C9E0D1B0E43B}"/>
              </a:ext>
            </a:extLst>
          </p:cNvPr>
          <p:cNvSpPr txBox="1"/>
          <p:nvPr/>
        </p:nvSpPr>
        <p:spPr>
          <a:xfrm>
            <a:off x="4308825" y="3772890"/>
            <a:ext cx="707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Filter</a:t>
            </a:r>
            <a:endParaRPr lang="ko-KR" altLang="en-US" dirty="0"/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4BEB773B-F752-4DA3-5707-5D5D8142632D}"/>
              </a:ext>
            </a:extLst>
          </p:cNvPr>
          <p:cNvSpPr/>
          <p:nvPr/>
        </p:nvSpPr>
        <p:spPr>
          <a:xfrm>
            <a:off x="1978994" y="1327264"/>
            <a:ext cx="409773" cy="392583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5DE36840-14B2-68F9-E41A-037C7D4E99DF}"/>
              </a:ext>
            </a:extLst>
          </p:cNvPr>
          <p:cNvSpPr/>
          <p:nvPr/>
        </p:nvSpPr>
        <p:spPr>
          <a:xfrm>
            <a:off x="2523936" y="1320932"/>
            <a:ext cx="409773" cy="392583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타원 77">
            <a:extLst>
              <a:ext uri="{FF2B5EF4-FFF2-40B4-BE49-F238E27FC236}">
                <a16:creationId xmlns:a16="http://schemas.microsoft.com/office/drawing/2014/main" id="{2922B32E-08E3-5D62-E62C-98BA09B71B4F}"/>
              </a:ext>
            </a:extLst>
          </p:cNvPr>
          <p:cNvSpPr/>
          <p:nvPr/>
        </p:nvSpPr>
        <p:spPr>
          <a:xfrm>
            <a:off x="2276714" y="1781763"/>
            <a:ext cx="409773" cy="392583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C766AC5-A925-657F-9E5E-4DE29D7D67D9}"/>
              </a:ext>
            </a:extLst>
          </p:cNvPr>
          <p:cNvSpPr txBox="1"/>
          <p:nvPr/>
        </p:nvSpPr>
        <p:spPr>
          <a:xfrm>
            <a:off x="2054417" y="882686"/>
            <a:ext cx="1021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Events</a:t>
            </a:r>
            <a:endParaRPr lang="ko-KR" alt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FDA8351-6E26-B839-6636-43B2B5054681}"/>
              </a:ext>
            </a:extLst>
          </p:cNvPr>
          <p:cNvSpPr/>
          <p:nvPr/>
        </p:nvSpPr>
        <p:spPr>
          <a:xfrm>
            <a:off x="1935510" y="3803160"/>
            <a:ext cx="120580" cy="115522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DF067161-C688-11E0-5A1A-14F3D07E79DD}"/>
              </a:ext>
            </a:extLst>
          </p:cNvPr>
          <p:cNvSpPr/>
          <p:nvPr/>
        </p:nvSpPr>
        <p:spPr>
          <a:xfrm>
            <a:off x="2177382" y="4096665"/>
            <a:ext cx="120580" cy="115522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2EC7A63D-A0AD-9A22-311C-863F037B0CD2}"/>
              </a:ext>
            </a:extLst>
          </p:cNvPr>
          <p:cNvSpPr/>
          <p:nvPr/>
        </p:nvSpPr>
        <p:spPr>
          <a:xfrm>
            <a:off x="2626197" y="4096665"/>
            <a:ext cx="120580" cy="11552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43C2D2FD-C030-8077-C94D-974B0CC1CB2B}"/>
              </a:ext>
            </a:extLst>
          </p:cNvPr>
          <p:cNvSpPr/>
          <p:nvPr/>
        </p:nvSpPr>
        <p:spPr>
          <a:xfrm>
            <a:off x="2824041" y="3781669"/>
            <a:ext cx="120580" cy="115522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44E36D5A-E280-E2B8-C6C2-E9A158132F87}"/>
              </a:ext>
            </a:extLst>
          </p:cNvPr>
          <p:cNvSpPr/>
          <p:nvPr/>
        </p:nvSpPr>
        <p:spPr>
          <a:xfrm>
            <a:off x="2391429" y="3594766"/>
            <a:ext cx="120580" cy="11552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화살표: 위쪽 89">
            <a:extLst>
              <a:ext uri="{FF2B5EF4-FFF2-40B4-BE49-F238E27FC236}">
                <a16:creationId xmlns:a16="http://schemas.microsoft.com/office/drawing/2014/main" id="{FE1EE431-359E-76D7-9F58-AD1113D7CE0C}"/>
              </a:ext>
            </a:extLst>
          </p:cNvPr>
          <p:cNvSpPr/>
          <p:nvPr/>
        </p:nvSpPr>
        <p:spPr>
          <a:xfrm>
            <a:off x="2334031" y="2274616"/>
            <a:ext cx="247222" cy="1082645"/>
          </a:xfrm>
          <a:prstGeom prst="up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0F7DF099-5E39-E413-2108-539156D89C15}"/>
              </a:ext>
            </a:extLst>
          </p:cNvPr>
          <p:cNvSpPr/>
          <p:nvPr/>
        </p:nvSpPr>
        <p:spPr>
          <a:xfrm>
            <a:off x="2607426" y="1509612"/>
            <a:ext cx="120580" cy="115522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타원 95">
            <a:extLst>
              <a:ext uri="{FF2B5EF4-FFF2-40B4-BE49-F238E27FC236}">
                <a16:creationId xmlns:a16="http://schemas.microsoft.com/office/drawing/2014/main" id="{DF9745F7-A092-D569-EFC6-D7CBDF4B8BA6}"/>
              </a:ext>
            </a:extLst>
          </p:cNvPr>
          <p:cNvSpPr/>
          <p:nvPr/>
        </p:nvSpPr>
        <p:spPr>
          <a:xfrm>
            <a:off x="2746777" y="1509612"/>
            <a:ext cx="120580" cy="11552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타원 96">
            <a:extLst>
              <a:ext uri="{FF2B5EF4-FFF2-40B4-BE49-F238E27FC236}">
                <a16:creationId xmlns:a16="http://schemas.microsoft.com/office/drawing/2014/main" id="{983666E1-8203-72BB-A623-2D3606699A31}"/>
              </a:ext>
            </a:extLst>
          </p:cNvPr>
          <p:cNvSpPr/>
          <p:nvPr/>
        </p:nvSpPr>
        <p:spPr>
          <a:xfrm>
            <a:off x="2677241" y="1391968"/>
            <a:ext cx="120580" cy="115522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타원 97">
            <a:extLst>
              <a:ext uri="{FF2B5EF4-FFF2-40B4-BE49-F238E27FC236}">
                <a16:creationId xmlns:a16="http://schemas.microsoft.com/office/drawing/2014/main" id="{02426819-7CF5-4A99-E5EB-2C7CB7C55EAC}"/>
              </a:ext>
            </a:extLst>
          </p:cNvPr>
          <p:cNvSpPr/>
          <p:nvPr/>
        </p:nvSpPr>
        <p:spPr>
          <a:xfrm>
            <a:off x="6432844" y="3803160"/>
            <a:ext cx="120580" cy="115522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타원 98">
            <a:extLst>
              <a:ext uri="{FF2B5EF4-FFF2-40B4-BE49-F238E27FC236}">
                <a16:creationId xmlns:a16="http://schemas.microsoft.com/office/drawing/2014/main" id="{15D7EE0B-BB43-BF00-83B1-17B20927F1DF}"/>
              </a:ext>
            </a:extLst>
          </p:cNvPr>
          <p:cNvSpPr/>
          <p:nvPr/>
        </p:nvSpPr>
        <p:spPr>
          <a:xfrm>
            <a:off x="6674716" y="4096664"/>
            <a:ext cx="181344" cy="17373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타원 99">
            <a:extLst>
              <a:ext uri="{FF2B5EF4-FFF2-40B4-BE49-F238E27FC236}">
                <a16:creationId xmlns:a16="http://schemas.microsoft.com/office/drawing/2014/main" id="{1F0EFEB7-511B-E5C8-3104-D94ABE058DAF}"/>
              </a:ext>
            </a:extLst>
          </p:cNvPr>
          <p:cNvSpPr/>
          <p:nvPr/>
        </p:nvSpPr>
        <p:spPr>
          <a:xfrm>
            <a:off x="7126706" y="4096665"/>
            <a:ext cx="79543" cy="76206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타원 100">
            <a:extLst>
              <a:ext uri="{FF2B5EF4-FFF2-40B4-BE49-F238E27FC236}">
                <a16:creationId xmlns:a16="http://schemas.microsoft.com/office/drawing/2014/main" id="{1994EB39-E5CF-1990-3D9F-B1565F824A70}"/>
              </a:ext>
            </a:extLst>
          </p:cNvPr>
          <p:cNvSpPr/>
          <p:nvPr/>
        </p:nvSpPr>
        <p:spPr>
          <a:xfrm>
            <a:off x="7321375" y="3781669"/>
            <a:ext cx="92580" cy="88697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타원 101">
            <a:extLst>
              <a:ext uri="{FF2B5EF4-FFF2-40B4-BE49-F238E27FC236}">
                <a16:creationId xmlns:a16="http://schemas.microsoft.com/office/drawing/2014/main" id="{4C53AF7C-9572-B94B-AA5C-4301D96D251E}"/>
              </a:ext>
            </a:extLst>
          </p:cNvPr>
          <p:cNvSpPr/>
          <p:nvPr/>
        </p:nvSpPr>
        <p:spPr>
          <a:xfrm>
            <a:off x="6856060" y="3563436"/>
            <a:ext cx="234768" cy="22492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타원 102">
            <a:extLst>
              <a:ext uri="{FF2B5EF4-FFF2-40B4-BE49-F238E27FC236}">
                <a16:creationId xmlns:a16="http://schemas.microsoft.com/office/drawing/2014/main" id="{49C78B53-8A57-B8FB-529F-84FC8B86BF59}"/>
              </a:ext>
            </a:extLst>
          </p:cNvPr>
          <p:cNvSpPr/>
          <p:nvPr/>
        </p:nvSpPr>
        <p:spPr>
          <a:xfrm>
            <a:off x="2056090" y="1515534"/>
            <a:ext cx="120580" cy="115522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타원 103">
            <a:extLst>
              <a:ext uri="{FF2B5EF4-FFF2-40B4-BE49-F238E27FC236}">
                <a16:creationId xmlns:a16="http://schemas.microsoft.com/office/drawing/2014/main" id="{1875E357-5939-89F6-66B4-C06380823EC2}"/>
              </a:ext>
            </a:extLst>
          </p:cNvPr>
          <p:cNvSpPr/>
          <p:nvPr/>
        </p:nvSpPr>
        <p:spPr>
          <a:xfrm>
            <a:off x="2195441" y="1515534"/>
            <a:ext cx="120580" cy="115522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타원 104">
            <a:extLst>
              <a:ext uri="{FF2B5EF4-FFF2-40B4-BE49-F238E27FC236}">
                <a16:creationId xmlns:a16="http://schemas.microsoft.com/office/drawing/2014/main" id="{1352283C-5504-C55D-2D7B-5EA23FED53B0}"/>
              </a:ext>
            </a:extLst>
          </p:cNvPr>
          <p:cNvSpPr/>
          <p:nvPr/>
        </p:nvSpPr>
        <p:spPr>
          <a:xfrm>
            <a:off x="2125905" y="1397890"/>
            <a:ext cx="120580" cy="11552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" name="타원 105">
            <a:extLst>
              <a:ext uri="{FF2B5EF4-FFF2-40B4-BE49-F238E27FC236}">
                <a16:creationId xmlns:a16="http://schemas.microsoft.com/office/drawing/2014/main" id="{5B81EA6F-5D4F-8382-3602-AA4DD35D7725}"/>
              </a:ext>
            </a:extLst>
          </p:cNvPr>
          <p:cNvSpPr/>
          <p:nvPr/>
        </p:nvSpPr>
        <p:spPr>
          <a:xfrm>
            <a:off x="2347495" y="1967163"/>
            <a:ext cx="120580" cy="115522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7" name="타원 106">
            <a:extLst>
              <a:ext uri="{FF2B5EF4-FFF2-40B4-BE49-F238E27FC236}">
                <a16:creationId xmlns:a16="http://schemas.microsoft.com/office/drawing/2014/main" id="{DF61B449-C519-2142-F552-3C068E60D1D3}"/>
              </a:ext>
            </a:extLst>
          </p:cNvPr>
          <p:cNvSpPr/>
          <p:nvPr/>
        </p:nvSpPr>
        <p:spPr>
          <a:xfrm>
            <a:off x="2486846" y="1967163"/>
            <a:ext cx="120580" cy="115522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8" name="타원 107">
            <a:extLst>
              <a:ext uri="{FF2B5EF4-FFF2-40B4-BE49-F238E27FC236}">
                <a16:creationId xmlns:a16="http://schemas.microsoft.com/office/drawing/2014/main" id="{B8371761-6E8D-3EF9-3046-BE268FB90822}"/>
              </a:ext>
            </a:extLst>
          </p:cNvPr>
          <p:cNvSpPr/>
          <p:nvPr/>
        </p:nvSpPr>
        <p:spPr>
          <a:xfrm>
            <a:off x="2417310" y="1849519"/>
            <a:ext cx="120580" cy="11552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원호 108">
            <a:extLst>
              <a:ext uri="{FF2B5EF4-FFF2-40B4-BE49-F238E27FC236}">
                <a16:creationId xmlns:a16="http://schemas.microsoft.com/office/drawing/2014/main" id="{7B13077B-521A-9486-586B-C3553006ED4F}"/>
              </a:ext>
            </a:extLst>
          </p:cNvPr>
          <p:cNvSpPr/>
          <p:nvPr/>
        </p:nvSpPr>
        <p:spPr>
          <a:xfrm rot="16200000">
            <a:off x="4517168" y="2506604"/>
            <a:ext cx="2639898" cy="2348631"/>
          </a:xfrm>
          <a:prstGeom prst="arc">
            <a:avLst>
              <a:gd name="adj1" fmla="val 16200000"/>
              <a:gd name="adj2" fmla="val 281922"/>
            </a:avLst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1" name="연결선: 구부러짐 110">
            <a:extLst>
              <a:ext uri="{FF2B5EF4-FFF2-40B4-BE49-F238E27FC236}">
                <a16:creationId xmlns:a16="http://schemas.microsoft.com/office/drawing/2014/main" id="{84806DFA-8FAC-10FD-1F10-C4714876CAEB}"/>
              </a:ext>
            </a:extLst>
          </p:cNvPr>
          <p:cNvCxnSpPr>
            <a:cxnSpLocks/>
            <a:stCxn id="48" idx="1"/>
            <a:endCxn id="75" idx="2"/>
          </p:cNvCxnSpPr>
          <p:nvPr/>
        </p:nvCxnSpPr>
        <p:spPr>
          <a:xfrm rot="10800000">
            <a:off x="4662802" y="4142223"/>
            <a:ext cx="1020613" cy="500499"/>
          </a:xfrm>
          <a:prstGeom prst="curved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화살표: 위쪽 113">
            <a:extLst>
              <a:ext uri="{FF2B5EF4-FFF2-40B4-BE49-F238E27FC236}">
                <a16:creationId xmlns:a16="http://schemas.microsoft.com/office/drawing/2014/main" id="{7142E4A9-CAF8-9F76-19FD-1C3B1575F6DA}"/>
              </a:ext>
            </a:extLst>
          </p:cNvPr>
          <p:cNvSpPr/>
          <p:nvPr/>
        </p:nvSpPr>
        <p:spPr>
          <a:xfrm rot="7200000">
            <a:off x="3497593" y="1665376"/>
            <a:ext cx="247222" cy="1082645"/>
          </a:xfrm>
          <a:prstGeom prst="up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5" name="타원 114">
            <a:extLst>
              <a:ext uri="{FF2B5EF4-FFF2-40B4-BE49-F238E27FC236}">
                <a16:creationId xmlns:a16="http://schemas.microsoft.com/office/drawing/2014/main" id="{0E132080-5691-9491-E4BE-FDFF3C067B9B}"/>
              </a:ext>
            </a:extLst>
          </p:cNvPr>
          <p:cNvSpPr/>
          <p:nvPr/>
        </p:nvSpPr>
        <p:spPr>
          <a:xfrm>
            <a:off x="5338288" y="2797341"/>
            <a:ext cx="409773" cy="392583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6" name="타원 115">
            <a:extLst>
              <a:ext uri="{FF2B5EF4-FFF2-40B4-BE49-F238E27FC236}">
                <a16:creationId xmlns:a16="http://schemas.microsoft.com/office/drawing/2014/main" id="{A6F7D513-7E8C-3DD0-EDDF-4090E4852DF0}"/>
              </a:ext>
            </a:extLst>
          </p:cNvPr>
          <p:cNvSpPr/>
          <p:nvPr/>
        </p:nvSpPr>
        <p:spPr>
          <a:xfrm>
            <a:off x="5883230" y="2791009"/>
            <a:ext cx="409773" cy="392583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7" name="타원 116">
            <a:extLst>
              <a:ext uri="{FF2B5EF4-FFF2-40B4-BE49-F238E27FC236}">
                <a16:creationId xmlns:a16="http://schemas.microsoft.com/office/drawing/2014/main" id="{847185A3-9CB1-4CA8-CD1D-8765E0486689}"/>
              </a:ext>
            </a:extLst>
          </p:cNvPr>
          <p:cNvSpPr/>
          <p:nvPr/>
        </p:nvSpPr>
        <p:spPr>
          <a:xfrm>
            <a:off x="5966720" y="2979689"/>
            <a:ext cx="120580" cy="115522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8" name="타원 117">
            <a:extLst>
              <a:ext uri="{FF2B5EF4-FFF2-40B4-BE49-F238E27FC236}">
                <a16:creationId xmlns:a16="http://schemas.microsoft.com/office/drawing/2014/main" id="{E25F6966-8A19-EFD6-A235-BEAB40666E23}"/>
              </a:ext>
            </a:extLst>
          </p:cNvPr>
          <p:cNvSpPr/>
          <p:nvPr/>
        </p:nvSpPr>
        <p:spPr>
          <a:xfrm>
            <a:off x="6106071" y="2979689"/>
            <a:ext cx="120580" cy="11552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타원 118">
            <a:extLst>
              <a:ext uri="{FF2B5EF4-FFF2-40B4-BE49-F238E27FC236}">
                <a16:creationId xmlns:a16="http://schemas.microsoft.com/office/drawing/2014/main" id="{AD8FF88E-1C7D-0F9F-5DF0-45E902227CBB}"/>
              </a:ext>
            </a:extLst>
          </p:cNvPr>
          <p:cNvSpPr/>
          <p:nvPr/>
        </p:nvSpPr>
        <p:spPr>
          <a:xfrm>
            <a:off x="6036535" y="2862045"/>
            <a:ext cx="120580" cy="115522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0" name="타원 119">
            <a:extLst>
              <a:ext uri="{FF2B5EF4-FFF2-40B4-BE49-F238E27FC236}">
                <a16:creationId xmlns:a16="http://schemas.microsoft.com/office/drawing/2014/main" id="{FC340BD2-7A10-98F4-FB4C-CB37E2F893E9}"/>
              </a:ext>
            </a:extLst>
          </p:cNvPr>
          <p:cNvSpPr/>
          <p:nvPr/>
        </p:nvSpPr>
        <p:spPr>
          <a:xfrm>
            <a:off x="5415384" y="2985611"/>
            <a:ext cx="120580" cy="115522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1" name="타원 120">
            <a:extLst>
              <a:ext uri="{FF2B5EF4-FFF2-40B4-BE49-F238E27FC236}">
                <a16:creationId xmlns:a16="http://schemas.microsoft.com/office/drawing/2014/main" id="{4D989561-528A-C8B2-3AFE-2CA2A681D9D8}"/>
              </a:ext>
            </a:extLst>
          </p:cNvPr>
          <p:cNvSpPr/>
          <p:nvPr/>
        </p:nvSpPr>
        <p:spPr>
          <a:xfrm>
            <a:off x="5554735" y="2985611"/>
            <a:ext cx="120580" cy="115522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2" name="타원 121">
            <a:extLst>
              <a:ext uri="{FF2B5EF4-FFF2-40B4-BE49-F238E27FC236}">
                <a16:creationId xmlns:a16="http://schemas.microsoft.com/office/drawing/2014/main" id="{AA94FE50-9B9B-26DB-392F-BE25C4592834}"/>
              </a:ext>
            </a:extLst>
          </p:cNvPr>
          <p:cNvSpPr/>
          <p:nvPr/>
        </p:nvSpPr>
        <p:spPr>
          <a:xfrm>
            <a:off x="5485199" y="2867967"/>
            <a:ext cx="120580" cy="11552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3" name="타원 122">
            <a:extLst>
              <a:ext uri="{FF2B5EF4-FFF2-40B4-BE49-F238E27FC236}">
                <a16:creationId xmlns:a16="http://schemas.microsoft.com/office/drawing/2014/main" id="{DAAD8297-B26C-654B-6029-2A2F75FDA7BD}"/>
              </a:ext>
            </a:extLst>
          </p:cNvPr>
          <p:cNvSpPr/>
          <p:nvPr/>
        </p:nvSpPr>
        <p:spPr>
          <a:xfrm>
            <a:off x="3910161" y="2707304"/>
            <a:ext cx="409773" cy="392583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4" name="타원 123">
            <a:extLst>
              <a:ext uri="{FF2B5EF4-FFF2-40B4-BE49-F238E27FC236}">
                <a16:creationId xmlns:a16="http://schemas.microsoft.com/office/drawing/2014/main" id="{45988FC3-BCF8-727D-C288-334C5B309845}"/>
              </a:ext>
            </a:extLst>
          </p:cNvPr>
          <p:cNvSpPr/>
          <p:nvPr/>
        </p:nvSpPr>
        <p:spPr>
          <a:xfrm>
            <a:off x="3980942" y="2892704"/>
            <a:ext cx="120580" cy="115522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5" name="타원 124">
            <a:extLst>
              <a:ext uri="{FF2B5EF4-FFF2-40B4-BE49-F238E27FC236}">
                <a16:creationId xmlns:a16="http://schemas.microsoft.com/office/drawing/2014/main" id="{94D0CF41-1378-B694-054D-411DC43550D0}"/>
              </a:ext>
            </a:extLst>
          </p:cNvPr>
          <p:cNvSpPr/>
          <p:nvPr/>
        </p:nvSpPr>
        <p:spPr>
          <a:xfrm>
            <a:off x="4120293" y="2892704"/>
            <a:ext cx="120580" cy="115522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6" name="타원 125">
            <a:extLst>
              <a:ext uri="{FF2B5EF4-FFF2-40B4-BE49-F238E27FC236}">
                <a16:creationId xmlns:a16="http://schemas.microsoft.com/office/drawing/2014/main" id="{842E185E-56EA-A3C8-CAB0-5979DA6C839C}"/>
              </a:ext>
            </a:extLst>
          </p:cNvPr>
          <p:cNvSpPr/>
          <p:nvPr/>
        </p:nvSpPr>
        <p:spPr>
          <a:xfrm>
            <a:off x="4050757" y="2775060"/>
            <a:ext cx="120580" cy="11552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8" name="화살표: 위쪽 127">
            <a:extLst>
              <a:ext uri="{FF2B5EF4-FFF2-40B4-BE49-F238E27FC236}">
                <a16:creationId xmlns:a16="http://schemas.microsoft.com/office/drawing/2014/main" id="{5AE5C3DB-4F20-CED6-8418-053BF5571CAE}"/>
              </a:ext>
            </a:extLst>
          </p:cNvPr>
          <p:cNvSpPr/>
          <p:nvPr/>
        </p:nvSpPr>
        <p:spPr>
          <a:xfrm rot="18000000">
            <a:off x="4396173" y="2941486"/>
            <a:ext cx="247222" cy="261807"/>
          </a:xfrm>
          <a:prstGeom prst="upArrow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B9512AE7-3D76-72C3-DD31-6114A516A5A7}"/>
              </a:ext>
            </a:extLst>
          </p:cNvPr>
          <p:cNvSpPr txBox="1"/>
          <p:nvPr/>
        </p:nvSpPr>
        <p:spPr>
          <a:xfrm>
            <a:off x="3978298" y="3183278"/>
            <a:ext cx="7079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Rejected</a:t>
            </a:r>
            <a:endParaRPr lang="ko-KR" altLang="en-US" sz="1000" dirty="0"/>
          </a:p>
        </p:txBody>
      </p:sp>
      <p:sp>
        <p:nvSpPr>
          <p:cNvPr id="130" name="화살표: 위쪽 129">
            <a:extLst>
              <a:ext uri="{FF2B5EF4-FFF2-40B4-BE49-F238E27FC236}">
                <a16:creationId xmlns:a16="http://schemas.microsoft.com/office/drawing/2014/main" id="{0FA72858-8DB7-9531-6671-3EE42744B1BD}"/>
              </a:ext>
            </a:extLst>
          </p:cNvPr>
          <p:cNvSpPr/>
          <p:nvPr/>
        </p:nvSpPr>
        <p:spPr>
          <a:xfrm rot="7200000">
            <a:off x="4828329" y="2704821"/>
            <a:ext cx="247222" cy="261807"/>
          </a:xfrm>
          <a:prstGeom prst="upArrow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1610AB90-5838-D34A-0A9C-877EE22262D8}"/>
              </a:ext>
            </a:extLst>
          </p:cNvPr>
          <p:cNvSpPr txBox="1"/>
          <p:nvPr/>
        </p:nvSpPr>
        <p:spPr>
          <a:xfrm>
            <a:off x="4424362" y="2379424"/>
            <a:ext cx="8022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Accepted</a:t>
            </a:r>
            <a:endParaRPr lang="ko-KR" altLang="en-US" sz="1000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53523F0A-6C68-4612-001C-F2EDF5141409}"/>
              </a:ext>
            </a:extLst>
          </p:cNvPr>
          <p:cNvSpPr txBox="1"/>
          <p:nvPr/>
        </p:nvSpPr>
        <p:spPr>
          <a:xfrm>
            <a:off x="3950323" y="4600760"/>
            <a:ext cx="1750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Shaped by freq. and dist. of topic space</a:t>
            </a:r>
            <a:endParaRPr lang="ko-KR" altLang="en-US" sz="1000" dirty="0"/>
          </a:p>
        </p:txBody>
      </p:sp>
      <p:cxnSp>
        <p:nvCxnSpPr>
          <p:cNvPr id="135" name="연결선: 구부러짐 134">
            <a:extLst>
              <a:ext uri="{FF2B5EF4-FFF2-40B4-BE49-F238E27FC236}">
                <a16:creationId xmlns:a16="http://schemas.microsoft.com/office/drawing/2014/main" id="{4CFCDE48-F384-3B97-A3DD-A2B4C648A970}"/>
              </a:ext>
            </a:extLst>
          </p:cNvPr>
          <p:cNvCxnSpPr>
            <a:cxnSpLocks/>
            <a:stCxn id="183" idx="6"/>
          </p:cNvCxnSpPr>
          <p:nvPr/>
        </p:nvCxnSpPr>
        <p:spPr>
          <a:xfrm flipV="1">
            <a:off x="6449608" y="2206698"/>
            <a:ext cx="350170" cy="790962"/>
          </a:xfrm>
          <a:prstGeom prst="curved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연결선: 구부러짐 136">
            <a:extLst>
              <a:ext uri="{FF2B5EF4-FFF2-40B4-BE49-F238E27FC236}">
                <a16:creationId xmlns:a16="http://schemas.microsoft.com/office/drawing/2014/main" id="{DB41038D-3911-161C-DA14-E5CD13FFE713}"/>
              </a:ext>
            </a:extLst>
          </p:cNvPr>
          <p:cNvCxnSpPr>
            <a:cxnSpLocks/>
            <a:stCxn id="7" idx="0"/>
          </p:cNvCxnSpPr>
          <p:nvPr/>
        </p:nvCxnSpPr>
        <p:spPr>
          <a:xfrm rot="5400000" flipH="1" flipV="1">
            <a:off x="6328395" y="2851748"/>
            <a:ext cx="1303395" cy="13296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타원 140">
            <a:extLst>
              <a:ext uri="{FF2B5EF4-FFF2-40B4-BE49-F238E27FC236}">
                <a16:creationId xmlns:a16="http://schemas.microsoft.com/office/drawing/2014/main" id="{EEBA084C-9164-7A3B-50FA-171C761F6F1E}"/>
              </a:ext>
            </a:extLst>
          </p:cNvPr>
          <p:cNvSpPr/>
          <p:nvPr/>
        </p:nvSpPr>
        <p:spPr>
          <a:xfrm>
            <a:off x="5771083" y="1214752"/>
            <a:ext cx="2348630" cy="85177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ED2CBDFC-B8BD-4F83-569F-7AD27E3AF977}"/>
              </a:ext>
            </a:extLst>
          </p:cNvPr>
          <p:cNvSpPr txBox="1"/>
          <p:nvPr/>
        </p:nvSpPr>
        <p:spPr>
          <a:xfrm>
            <a:off x="6432844" y="763742"/>
            <a:ext cx="938618" cy="376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Activity</a:t>
            </a:r>
            <a:endParaRPr lang="ko-KR" altLang="en-US" dirty="0"/>
          </a:p>
        </p:txBody>
      </p:sp>
      <p:cxnSp>
        <p:nvCxnSpPr>
          <p:cNvPr id="143" name="연결선: 구부러짐 142">
            <a:extLst>
              <a:ext uri="{FF2B5EF4-FFF2-40B4-BE49-F238E27FC236}">
                <a16:creationId xmlns:a16="http://schemas.microsoft.com/office/drawing/2014/main" id="{5EC68208-783D-6465-12A4-87045E369E2D}"/>
              </a:ext>
            </a:extLst>
          </p:cNvPr>
          <p:cNvCxnSpPr>
            <a:cxnSpLocks/>
            <a:stCxn id="141" idx="6"/>
            <a:endCxn id="7" idx="6"/>
          </p:cNvCxnSpPr>
          <p:nvPr/>
        </p:nvCxnSpPr>
        <p:spPr>
          <a:xfrm>
            <a:off x="8119713" y="1640637"/>
            <a:ext cx="28046" cy="2295341"/>
          </a:xfrm>
          <a:prstGeom prst="curvedConnector3">
            <a:avLst>
              <a:gd name="adj1" fmla="val 2446802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3E824D89-719B-0FC1-6722-05324888209F}"/>
              </a:ext>
            </a:extLst>
          </p:cNvPr>
          <p:cNvSpPr txBox="1"/>
          <p:nvPr/>
        </p:nvSpPr>
        <p:spPr>
          <a:xfrm>
            <a:off x="7006096" y="2669985"/>
            <a:ext cx="9859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Sampling via random walk</a:t>
            </a:r>
            <a:endParaRPr lang="ko-KR" altLang="en-US" sz="1000" dirty="0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690DB8D5-7D79-4323-AE90-875D3DD36EE2}"/>
              </a:ext>
            </a:extLst>
          </p:cNvPr>
          <p:cNvSpPr txBox="1"/>
          <p:nvPr/>
        </p:nvSpPr>
        <p:spPr>
          <a:xfrm>
            <a:off x="8904394" y="2483452"/>
            <a:ext cx="106815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Changing freq. and dist. of topic space</a:t>
            </a:r>
            <a:endParaRPr lang="ko-KR" altLang="en-US" sz="1000" dirty="0"/>
          </a:p>
        </p:txBody>
      </p:sp>
      <p:sp>
        <p:nvSpPr>
          <p:cNvPr id="148" name="타원 147">
            <a:extLst>
              <a:ext uri="{FF2B5EF4-FFF2-40B4-BE49-F238E27FC236}">
                <a16:creationId xmlns:a16="http://schemas.microsoft.com/office/drawing/2014/main" id="{373D58FB-A53F-B90B-B23E-2E211BB73FB4}"/>
              </a:ext>
            </a:extLst>
          </p:cNvPr>
          <p:cNvSpPr/>
          <p:nvPr/>
        </p:nvSpPr>
        <p:spPr>
          <a:xfrm>
            <a:off x="6387350" y="1408675"/>
            <a:ext cx="254926" cy="244233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9" name="타원 148">
            <a:extLst>
              <a:ext uri="{FF2B5EF4-FFF2-40B4-BE49-F238E27FC236}">
                <a16:creationId xmlns:a16="http://schemas.microsoft.com/office/drawing/2014/main" id="{F23A85D5-9E0A-0501-D290-0B87FDE2AA53}"/>
              </a:ext>
            </a:extLst>
          </p:cNvPr>
          <p:cNvSpPr/>
          <p:nvPr/>
        </p:nvSpPr>
        <p:spPr>
          <a:xfrm>
            <a:off x="6701208" y="1840242"/>
            <a:ext cx="101912" cy="9763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0" name="타원 149">
            <a:extLst>
              <a:ext uri="{FF2B5EF4-FFF2-40B4-BE49-F238E27FC236}">
                <a16:creationId xmlns:a16="http://schemas.microsoft.com/office/drawing/2014/main" id="{049F0D94-528D-4CE2-0CAE-5B6AA6C655DF}"/>
              </a:ext>
            </a:extLst>
          </p:cNvPr>
          <p:cNvSpPr/>
          <p:nvPr/>
        </p:nvSpPr>
        <p:spPr>
          <a:xfrm>
            <a:off x="7090828" y="1807632"/>
            <a:ext cx="146413" cy="14027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1" name="타원 150">
            <a:extLst>
              <a:ext uri="{FF2B5EF4-FFF2-40B4-BE49-F238E27FC236}">
                <a16:creationId xmlns:a16="http://schemas.microsoft.com/office/drawing/2014/main" id="{E5AC36E2-94B2-73D6-3AFD-DF76566A3866}"/>
              </a:ext>
            </a:extLst>
          </p:cNvPr>
          <p:cNvSpPr/>
          <p:nvPr/>
        </p:nvSpPr>
        <p:spPr>
          <a:xfrm>
            <a:off x="7271448" y="1492637"/>
            <a:ext cx="154479" cy="1480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2" name="타원 151">
            <a:extLst>
              <a:ext uri="{FF2B5EF4-FFF2-40B4-BE49-F238E27FC236}">
                <a16:creationId xmlns:a16="http://schemas.microsoft.com/office/drawing/2014/main" id="{DC5517EA-6A08-29CB-859F-AC332D96A8EB}"/>
              </a:ext>
            </a:extLst>
          </p:cNvPr>
          <p:cNvSpPr/>
          <p:nvPr/>
        </p:nvSpPr>
        <p:spPr>
          <a:xfrm>
            <a:off x="6820182" y="1274404"/>
            <a:ext cx="181344" cy="17373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C0E8048A-9558-DA5F-6483-A26A0A522FDA}"/>
              </a:ext>
            </a:extLst>
          </p:cNvPr>
          <p:cNvSpPr txBox="1"/>
          <p:nvPr/>
        </p:nvSpPr>
        <p:spPr>
          <a:xfrm>
            <a:off x="7761688" y="840888"/>
            <a:ext cx="116701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Community comments </a:t>
            </a:r>
          </a:p>
          <a:p>
            <a:pPr algn="ctr"/>
            <a:r>
              <a:rPr lang="en-US" altLang="ko-KR" sz="1000" dirty="0"/>
              <a:t>(Observables) </a:t>
            </a:r>
            <a:endParaRPr lang="ko-KR" altLang="en-US" sz="1000" dirty="0"/>
          </a:p>
        </p:txBody>
      </p: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BC7ED2DA-61AA-231C-FAB5-B8CD9F2EC663}"/>
              </a:ext>
            </a:extLst>
          </p:cNvPr>
          <p:cNvSpPr/>
          <p:nvPr/>
        </p:nvSpPr>
        <p:spPr>
          <a:xfrm>
            <a:off x="3584325" y="5316771"/>
            <a:ext cx="2581786" cy="102369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i="1" dirty="0">
                <a:solidFill>
                  <a:schemeClr val="tx1"/>
                </a:solidFill>
              </a:rPr>
              <a:t>“Posters of the news (users, managers, moderators, journalists, etc.) choose their content based on the collective mind.</a:t>
            </a:r>
            <a:endParaRPr lang="ko-KR" altLang="en-US" sz="1200" i="1" dirty="0">
              <a:solidFill>
                <a:schemeClr val="tx1"/>
              </a:solidFill>
            </a:endParaRPr>
          </a:p>
        </p:txBody>
      </p:sp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71302058-F734-44EC-30BE-B89778CA02DB}"/>
              </a:ext>
            </a:extLst>
          </p:cNvPr>
          <p:cNvSpPr/>
          <p:nvPr/>
        </p:nvSpPr>
        <p:spPr>
          <a:xfrm>
            <a:off x="9403580" y="948408"/>
            <a:ext cx="1619274" cy="126787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i="1" dirty="0">
                <a:solidFill>
                  <a:schemeClr val="tx1"/>
                </a:solidFill>
              </a:rPr>
              <a:t>“Everyone in the community now sees how other people says, and it changes their collective mind.”</a:t>
            </a: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D653A247-DBEC-665B-AA28-6C8C945B0152}"/>
              </a:ext>
            </a:extLst>
          </p:cNvPr>
          <p:cNvSpPr/>
          <p:nvPr/>
        </p:nvSpPr>
        <p:spPr>
          <a:xfrm>
            <a:off x="8641635" y="4666502"/>
            <a:ext cx="1770174" cy="123285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i="1" dirty="0">
                <a:solidFill>
                  <a:schemeClr val="tx1"/>
                </a:solidFill>
              </a:rPr>
              <a:t>“According to the posted news and their pre-existing collective notions, users stochastically makes comments .”</a:t>
            </a:r>
          </a:p>
        </p:txBody>
      </p:sp>
      <p:cxnSp>
        <p:nvCxnSpPr>
          <p:cNvPr id="168" name="연결선: 구부러짐 167">
            <a:extLst>
              <a:ext uri="{FF2B5EF4-FFF2-40B4-BE49-F238E27FC236}">
                <a16:creationId xmlns:a16="http://schemas.microsoft.com/office/drawing/2014/main" id="{B35FFFD7-81CC-472E-8717-29D07E6AA0B6}"/>
              </a:ext>
            </a:extLst>
          </p:cNvPr>
          <p:cNvCxnSpPr>
            <a:cxnSpLocks/>
            <a:stCxn id="147" idx="3"/>
            <a:endCxn id="163" idx="2"/>
          </p:cNvCxnSpPr>
          <p:nvPr/>
        </p:nvCxnSpPr>
        <p:spPr>
          <a:xfrm flipV="1">
            <a:off x="9972552" y="2216278"/>
            <a:ext cx="240665" cy="544173"/>
          </a:xfrm>
          <a:prstGeom prst="curvedConnector2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연결선: 구부러짐 173">
            <a:extLst>
              <a:ext uri="{FF2B5EF4-FFF2-40B4-BE49-F238E27FC236}">
                <a16:creationId xmlns:a16="http://schemas.microsoft.com/office/drawing/2014/main" id="{0FF19B34-0AEE-863C-6E7A-8DD5BC6A1D29}"/>
              </a:ext>
            </a:extLst>
          </p:cNvPr>
          <p:cNvCxnSpPr>
            <a:cxnSpLocks/>
            <a:stCxn id="146" idx="3"/>
            <a:endCxn id="164" idx="0"/>
          </p:cNvCxnSpPr>
          <p:nvPr/>
        </p:nvCxnSpPr>
        <p:spPr>
          <a:xfrm>
            <a:off x="7991997" y="2870040"/>
            <a:ext cx="1534725" cy="1796462"/>
          </a:xfrm>
          <a:prstGeom prst="curvedConnector2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연결선: 구부러짐 177">
            <a:extLst>
              <a:ext uri="{FF2B5EF4-FFF2-40B4-BE49-F238E27FC236}">
                <a16:creationId xmlns:a16="http://schemas.microsoft.com/office/drawing/2014/main" id="{25DD39BB-02F9-530B-3E51-B2ADE0434F2C}"/>
              </a:ext>
            </a:extLst>
          </p:cNvPr>
          <p:cNvCxnSpPr>
            <a:cxnSpLocks/>
            <a:stCxn id="132" idx="1"/>
            <a:endCxn id="162" idx="1"/>
          </p:cNvCxnSpPr>
          <p:nvPr/>
        </p:nvCxnSpPr>
        <p:spPr>
          <a:xfrm rot="10800000" flipV="1">
            <a:off x="3584325" y="4800814"/>
            <a:ext cx="365998" cy="1027801"/>
          </a:xfrm>
          <a:prstGeom prst="curvedConnector3">
            <a:avLst>
              <a:gd name="adj1" fmla="val 162459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7B18926-E707-C7B3-9D21-8BD64ACFBB68}"/>
                  </a:ext>
                </a:extLst>
              </p:cNvPr>
              <p:cNvSpPr txBox="1"/>
              <p:nvPr/>
            </p:nvSpPr>
            <p:spPr>
              <a:xfrm>
                <a:off x="1849436" y="4827387"/>
                <a:ext cx="1346651" cy="2603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𝑡</m:t>
                      </m:r>
                      <m:sSubSup>
                        <m:sSubSup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p>
                      </m:sSubSup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400" b="1" i="1" smtClean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p>
                          </m:sSubSup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, </m:t>
                          </m:r>
                          <m:sSubSup>
                            <m:sSubSup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p>
                          </m:sSubSup>
                        </m:e>
                      </m:d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7B18926-E707-C7B3-9D21-8BD64ACFBB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9436" y="4827387"/>
                <a:ext cx="1346651" cy="260328"/>
              </a:xfrm>
              <a:prstGeom prst="rect">
                <a:avLst/>
              </a:prstGeom>
              <a:blipFill>
                <a:blip r:embed="rId2"/>
                <a:stretch>
                  <a:fillRect l="-1357" b="-139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9CFCAFE-BA29-EE6D-A607-32A40AD01458}"/>
                  </a:ext>
                </a:extLst>
              </p:cNvPr>
              <p:cNvSpPr txBox="1"/>
              <p:nvPr/>
            </p:nvSpPr>
            <p:spPr>
              <a:xfrm>
                <a:off x="-80384" y="455266"/>
                <a:ext cx="3009750" cy="7129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  <m:sup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p>
                      </m:sSubSup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𝑡𝑝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  <m:sSubSup>
                            <m:sSubSup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brk m:alnAt="7"/>
                                </m:r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m:rPr>
                                  <m:brk m:alnAt="7"/>
                                </m:r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p>
                          </m:sSubSup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US" altLang="ko-KR" sz="1400"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bSup>
                            <m:sSubSup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p>
                          </m:sSubSup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ko-KR" altLang="en-US" sz="1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9CFCAFE-BA29-EE6D-A607-32A40AD014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0384" y="455266"/>
                <a:ext cx="3009750" cy="712952"/>
              </a:xfrm>
              <a:prstGeom prst="rect">
                <a:avLst/>
              </a:prstGeom>
              <a:blipFill>
                <a:blip r:embed="rId3"/>
                <a:stretch>
                  <a:fillRect t="-100000" r="-4049" b="-1299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502D44D-883F-31DF-49FA-A23DF31EED60}"/>
                  </a:ext>
                </a:extLst>
              </p:cNvPr>
              <p:cNvSpPr txBox="1"/>
              <p:nvPr/>
            </p:nvSpPr>
            <p:spPr>
              <a:xfrm>
                <a:off x="6414703" y="4803643"/>
                <a:ext cx="1443793" cy="2627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i="1" smtClean="0">
                          <a:latin typeface="Cambria Math" panose="02040503050406030204" pitchFamily="18" charset="0"/>
                        </a:rPr>
                        <m:t>𝑡</m:t>
                      </m:r>
                      <m:sSubSup>
                        <m:sSubSupPr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p>
                      </m:sSubSup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400" b="1" i="1" smtClean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p>
                          </m:sSubSup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, </m:t>
                          </m:r>
                          <m:sSubSup>
                            <m:sSubSup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p>
                          </m:sSubSup>
                        </m:e>
                      </m:d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502D44D-883F-31DF-49FA-A23DF31EED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4703" y="4803643"/>
                <a:ext cx="1443793" cy="262764"/>
              </a:xfrm>
              <a:prstGeom prst="rect">
                <a:avLst/>
              </a:prstGeom>
              <a:blipFill>
                <a:blip r:embed="rId4"/>
                <a:stretch>
                  <a:fillRect l="-1266" b="-139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1938604-9FD8-1CC9-5B2A-D175302A3119}"/>
                  </a:ext>
                </a:extLst>
              </p:cNvPr>
              <p:cNvSpPr txBox="1"/>
              <p:nvPr/>
            </p:nvSpPr>
            <p:spPr>
              <a:xfrm>
                <a:off x="5738590" y="109189"/>
                <a:ext cx="2707601" cy="5255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342900" indent="-342900">
                  <a:buAutoNum type="arabicParenBoth"/>
                </a:pPr>
                <a:r>
                  <a:rPr lang="en-US" altLang="ko-KR" sz="1400" dirty="0"/>
                  <a:t>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400" b="1" i="1" smtClean="0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sup>
                        </m:sSubSup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, </m:t>
                        </m:r>
                        <m:sSubSup>
                          <m:sSubSup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sup>
                        </m:sSubSup>
                      </m:e>
                    </m:d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ko-KR" sz="1400" dirty="0"/>
              </a:p>
              <a:p>
                <a:pPr marL="342900" indent="-342900">
                  <a:buAutoNum type="arabicParenBoth"/>
                </a:pPr>
                <a:r>
                  <a:rPr lang="en-US" altLang="ko-KR" sz="1400" b="0" dirty="0"/>
                  <a:t>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4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ko-KR" sz="1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𝑇𝑃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sSub>
                          <m:sSub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p>
                    </m:sSubSup>
                  </m:oMath>
                </a14:m>
                <a:r>
                  <a:rPr lang="en-US" altLang="ko-KR" sz="1400" dirty="0"/>
                  <a:t>)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sz="14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400" b="1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sup>
                        </m:sSubSup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, </m:t>
                        </m:r>
                        <m:sSubSup>
                          <m:sSubSup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sup>
                        </m:sSubSup>
                      </m:e>
                    </m:d>
                  </m:oMath>
                </a14:m>
                <a:r>
                  <a:rPr lang="en-US" altLang="ko-KR" sz="1400" dirty="0"/>
                  <a:t>  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1938604-9FD8-1CC9-5B2A-D175302A31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8590" y="109189"/>
                <a:ext cx="2707601" cy="525528"/>
              </a:xfrm>
              <a:prstGeom prst="rect">
                <a:avLst/>
              </a:prstGeom>
              <a:blipFill>
                <a:blip r:embed="rId5"/>
                <a:stretch>
                  <a:fillRect l="-4494" t="-13953" b="-1627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FF866AB-3168-CB39-8299-36791F0504FB}"/>
                  </a:ext>
                </a:extLst>
              </p:cNvPr>
              <p:cNvSpPr txBox="1"/>
              <p:nvPr/>
            </p:nvSpPr>
            <p:spPr>
              <a:xfrm>
                <a:off x="6701208" y="3044877"/>
                <a:ext cx="2147645" cy="3374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p>
                      </m:sSubSup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400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p>
                      </m:sSubSup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p>
                      </m:sSubSup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FF866AB-3168-CB39-8299-36791F0504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1208" y="3044877"/>
                <a:ext cx="2147645" cy="337400"/>
              </a:xfrm>
              <a:prstGeom prst="rect">
                <a:avLst/>
              </a:prstGeom>
              <a:blipFill>
                <a:blip r:embed="rId6"/>
                <a:stretch>
                  <a:fillRect b="-17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8AAEF07-5368-99E5-4B6A-219FFEB0CC39}"/>
                  </a:ext>
                </a:extLst>
              </p:cNvPr>
              <p:cNvSpPr txBox="1"/>
              <p:nvPr/>
            </p:nvSpPr>
            <p:spPr>
              <a:xfrm>
                <a:off x="3864319" y="1721138"/>
                <a:ext cx="1962552" cy="5800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ko-KR" sz="1200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p>
                          </m:sSubSup>
                        </m:e>
                      </m:d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  <m:sup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p>
                      </m:sSubSup>
                      <m:r>
                        <a:rPr lang="en-US" altLang="ko-KR" sz="12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ko-KR" sz="1200" i="1">
                          <a:latin typeface="Cambria Math" panose="02040503050406030204" pitchFamily="18" charset="0"/>
                        </a:rPr>
                        <m:t>)×</m:t>
                      </m:r>
                      <m:sSubSup>
                        <m:sSubSup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  <m:sup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</m:sSubSup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1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8AAEF07-5368-99E5-4B6A-219FFEB0CC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4319" y="1721138"/>
                <a:ext cx="1962552" cy="580095"/>
              </a:xfrm>
              <a:prstGeom prst="rect">
                <a:avLst/>
              </a:prstGeom>
              <a:blipFill>
                <a:blip r:embed="rId7"/>
                <a:stretch>
                  <a:fillRect b="-21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279279C-1F46-7538-D766-5695E3472556}"/>
                  </a:ext>
                </a:extLst>
              </p:cNvPr>
              <p:cNvSpPr txBox="1"/>
              <p:nvPr/>
            </p:nvSpPr>
            <p:spPr>
              <a:xfrm>
                <a:off x="13712" y="13450"/>
                <a:ext cx="539821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400" b="0" dirty="0"/>
                  <a:t>Topics :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ko-KR" sz="1400" dirty="0"/>
                  <a:t> , Events :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ko-KR" sz="1400" dirty="0"/>
                  <a:t> , Comm. :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ko-KR" sz="1400" dirty="0"/>
                  <a:t> , Topics in event :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altLang="ko-KR" sz="14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279279C-1F46-7538-D766-5695E34725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2" y="13450"/>
                <a:ext cx="5398217" cy="307777"/>
              </a:xfrm>
              <a:prstGeom prst="rect">
                <a:avLst/>
              </a:prstGeom>
              <a:blipFill>
                <a:blip r:embed="rId8"/>
                <a:stretch>
                  <a:fillRect l="-339" t="-3922" b="-196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8E65061-B732-AFD3-3490-3FD7B05E9632}"/>
                  </a:ext>
                </a:extLst>
              </p:cNvPr>
              <p:cNvSpPr txBox="1"/>
              <p:nvPr/>
            </p:nvSpPr>
            <p:spPr>
              <a:xfrm>
                <a:off x="-16295" y="1117887"/>
                <a:ext cx="2945661" cy="6517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ko-KR" sz="1400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sSubSup>
                          <m:sSubSup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  <m:sup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p>
                        </m:sSubSup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𝑡</m:t>
                        </m:r>
                        <m:sSubSup>
                          <m:sSubSup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  <m:sup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p>
                        </m:sSubSup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, …,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𝑡</m:t>
                        </m:r>
                        <m:sSubSup>
                          <m:sSubSup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𝑡𝑝</m:t>
                                </m:r>
                              </m:sub>
                            </m:sSub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  <m:sup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altLang="ko-KR" sz="1400" dirty="0"/>
                  <a:t> </a:t>
                </a:r>
                <a:endParaRPr lang="ko-KR" altLang="en-US" sz="14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8E65061-B732-AFD3-3490-3FD7B05E9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6295" y="1117887"/>
                <a:ext cx="2945661" cy="65178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6B90303-0B53-18BE-E9A4-3B1E74C650AA}"/>
                  </a:ext>
                </a:extLst>
              </p:cNvPr>
              <p:cNvSpPr txBox="1"/>
              <p:nvPr/>
            </p:nvSpPr>
            <p:spPr>
              <a:xfrm>
                <a:off x="2983949" y="484208"/>
                <a:ext cx="2986875" cy="9070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p>
                      </m:sSubSup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limLow>
                            <m:limLow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groupChr>
                                <m:groupChrPr>
                                  <m:chr m:val="⏟"/>
                                  <m:ctrlP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sSubSup>
                                    <m:sSubSupPr>
                                      <m:ctrlP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1,</m:t>
                                      </m:r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  <m:sup>
                                      <m:sSub>
                                        <m:sSubPr>
                                          <m:ctrlP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sup>
                                  </m:sSubSup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,…,</m:t>
                                  </m:r>
                                  <m:sSubSup>
                                    <m:sSubSupPr>
                                      <m:ctrlP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1,</m:t>
                                      </m:r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  <m:sup>
                                      <m:sSub>
                                        <m:sSubPr>
                                          <m:ctrlP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sup>
                                  </m:sSubSup>
                                </m:e>
                              </m:groupChr>
                            </m:e>
                            <m:lim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d>
                                <m:dPr>
                                  <m:ctrlP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1,</m:t>
                                      </m:r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  <m:sup>
                                      <m:sSub>
                                        <m:sSubPr>
                                          <m:ctrlP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sup>
                                  </m:sSubSup>
                                </m:e>
                              </m:d>
                            </m:lim>
                          </m:limLow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,…, </m:t>
                          </m:r>
                          <m:limLow>
                            <m:limLow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groupChr>
                                <m:groupChrPr>
                                  <m:chr m:val="⏟"/>
                                  <m:ctrlP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sSubSup>
                                    <m:sSubSupPr>
                                      <m:ctrlP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ko-KR" sz="14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  <m:sup>
                                      <m:sSub>
                                        <m:sSubPr>
                                          <m:ctrlP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sup>
                                  </m:sSubSup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,…,</m:t>
                                  </m:r>
                                  <m:sSubSup>
                                    <m:sSubSupPr>
                                      <m:ctrlP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ko-KR" sz="14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  <m:sup>
                                      <m:sSub>
                                        <m:sSubPr>
                                          <m:ctrlP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sup>
                                  </m:sSubSup>
                                </m:e>
                              </m:groupChr>
                            </m:e>
                            <m:lim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d>
                                <m:dPr>
                                  <m:ctrlP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ko-KR" sz="14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  <m:sup>
                                      <m:sSub>
                                        <m:sSubPr>
                                          <m:ctrlP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sup>
                                  </m:sSubSup>
                                </m:e>
                              </m:d>
                            </m:lim>
                          </m:limLow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, … </m:t>
                          </m:r>
                        </m:e>
                      </m:d>
                    </m:oMath>
                  </m:oMathPara>
                </a14:m>
                <a:endParaRPr lang="ko-KR" altLang="en-US" sz="1400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6B90303-0B53-18BE-E9A4-3B1E74C650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3949" y="484208"/>
                <a:ext cx="2986875" cy="907043"/>
              </a:xfrm>
              <a:prstGeom prst="rect">
                <a:avLst/>
              </a:prstGeom>
              <a:blipFill>
                <a:blip r:embed="rId10"/>
                <a:stretch>
                  <a:fillRect r="-9796" b="-134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82DCC42-CBC0-2C7A-54CC-974AD2520F53}"/>
                  </a:ext>
                </a:extLst>
              </p:cNvPr>
              <p:cNvSpPr txBox="1"/>
              <p:nvPr/>
            </p:nvSpPr>
            <p:spPr>
              <a:xfrm>
                <a:off x="127746" y="6461720"/>
                <a:ext cx="1721690" cy="2868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𝑎𝑏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sz="1400" b="1" i="1"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sup>
                              </m:sSubSup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sz="1400" b="1" i="1"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-US" altLang="ko-KR" sz="140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sup>
                              </m:sSubSup>
                            </m:e>
                          </m:d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1400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82DCC42-CBC0-2C7A-54CC-974AD2520F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746" y="6461720"/>
                <a:ext cx="1721690" cy="286873"/>
              </a:xfrm>
              <a:prstGeom prst="rect">
                <a:avLst/>
              </a:prstGeom>
              <a:blipFill>
                <a:blip r:embed="rId11"/>
                <a:stretch>
                  <a:fillRect l="-1773" b="-1489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8E7B0FE-ACC1-4FF7-1B92-CFFA46B70BAE}"/>
                  </a:ext>
                </a:extLst>
              </p:cNvPr>
              <p:cNvSpPr txBox="1"/>
              <p:nvPr/>
            </p:nvSpPr>
            <p:spPr>
              <a:xfrm>
                <a:off x="-30262" y="1876416"/>
                <a:ext cx="3150598" cy="15038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AutoNum type="arabicParenBoth"/>
                </a:pPr>
                <a:r>
                  <a:rPr lang="en-US" altLang="ko-KR" sz="1400" b="0" dirty="0"/>
                  <a:t>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𝑡</m:t>
                    </m:r>
                    <m:sSubSup>
                      <m:sSubSup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p>
                    </m:sSubSup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altLang="ko-KR" sz="1400" b="0" dirty="0"/>
                  <a:t> </a:t>
                </a:r>
              </a:p>
              <a:p>
                <a:pPr marL="342900" indent="-342900">
                  <a:buFontTx/>
                  <a:buAutoNum type="arabicParenBoth"/>
                </a:pPr>
                <a:r>
                  <a:rPr lang="en-US" altLang="ko-KR" sz="1400" b="0" dirty="0"/>
                  <a:t>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𝑡</m:t>
                    </m:r>
                    <m:sSubSup>
                      <m:sSubSup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p>
                    </m:sSubSup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p>
                    </m:sSup>
                  </m:oMath>
                </a14:m>
                <a:endParaRPr lang="en-US" altLang="ko-KR" sz="1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  <m:sSubSup>
                            <m:sSubSup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p>
                          </m:sSubSup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sSubSup>
                            <m:sSubSup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altLang="ko-KR" sz="1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~</m:t>
                      </m:r>
                      <m:sSup>
                        <m:sSup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&lt;</m:t>
                                  </m:r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  <m:sup/>
                                <m:e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d>
                                    <m:dPr>
                                      <m:ctrlP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  <m:r>
                                            <a:rPr lang="en-US" altLang="ko-KR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ko-KR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  <m:sup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  <m:t>𝑔</m:t>
                                          </m:r>
                                        </m:sup>
                                      </m:sSubSup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altLang="ko-KR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ko-KR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  <m:sup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  <m:t>𝑔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altLang="ko-KR" sz="1400" b="0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8E7B0FE-ACC1-4FF7-1B92-CFFA46B70B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0262" y="1876416"/>
                <a:ext cx="3150598" cy="1503810"/>
              </a:xfrm>
              <a:prstGeom prst="rect">
                <a:avLst/>
              </a:prstGeom>
              <a:blipFill>
                <a:blip r:embed="rId12"/>
                <a:stretch>
                  <a:fillRect l="-967" t="-20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3FA670C-3F18-30D7-212C-C749B0F7119D}"/>
                  </a:ext>
                </a:extLst>
              </p:cNvPr>
              <p:cNvSpPr txBox="1"/>
              <p:nvPr/>
            </p:nvSpPr>
            <p:spPr>
              <a:xfrm>
                <a:off x="8345195" y="380909"/>
                <a:ext cx="2477334" cy="3177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p>
                      </m:sSubSup>
                      <m:r>
                        <a:rPr lang="en-US" altLang="ko-KR" sz="1200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sSubSup>
                            <m:sSubSup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p>
                          </m:sSubSup>
                        </m:e>
                      </m:d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+(1−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)×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3FA670C-3F18-30D7-212C-C749B0F711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5195" y="380909"/>
                <a:ext cx="2477334" cy="31771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1F0E058-F82B-E34D-C5FB-7B4EFDF64318}"/>
                  </a:ext>
                </a:extLst>
              </p:cNvPr>
              <p:cNvSpPr txBox="1"/>
              <p:nvPr/>
            </p:nvSpPr>
            <p:spPr>
              <a:xfrm>
                <a:off x="8733890" y="3757169"/>
                <a:ext cx="3009750" cy="6838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  <m:sup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</m:sSubSup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𝑡𝑝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  <m:sSubSup>
                            <m:sSubSup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brk m:alnAt="7"/>
                                </m:r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p>
                          </m:sSubSup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US" altLang="ko-KR" sz="1400"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bSup>
                            <m:sSubSup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p>
                          </m:sSubSup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ko-KR" altLang="en-US" sz="14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1F0E058-F82B-E34D-C5FB-7B4EFDF643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3890" y="3757169"/>
                <a:ext cx="3009750" cy="683842"/>
              </a:xfrm>
              <a:prstGeom prst="rect">
                <a:avLst/>
              </a:prstGeom>
              <a:blipFill>
                <a:blip r:embed="rId15"/>
                <a:stretch>
                  <a:fillRect t="-103540" r="-3854" b="-1380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3CE094-5B8F-6429-A977-C2CBCA7150D1}"/>
                  </a:ext>
                </a:extLst>
              </p:cNvPr>
              <p:cNvSpPr txBox="1"/>
              <p:nvPr/>
            </p:nvSpPr>
            <p:spPr>
              <a:xfrm>
                <a:off x="6915142" y="3254600"/>
                <a:ext cx="6137274" cy="4147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1800" b="0" i="0" smtClean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3CE094-5B8F-6429-A977-C2CBCA7150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5142" y="3254600"/>
                <a:ext cx="6137274" cy="414794"/>
              </a:xfrm>
              <a:prstGeom prst="rect">
                <a:avLst/>
              </a:prstGeom>
              <a:blipFill>
                <a:blip r:embed="rId16"/>
                <a:stretch>
                  <a:fillRect b="-882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0812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타원 182">
            <a:extLst>
              <a:ext uri="{FF2B5EF4-FFF2-40B4-BE49-F238E27FC236}">
                <a16:creationId xmlns:a16="http://schemas.microsoft.com/office/drawing/2014/main" id="{C6BC361F-5679-AF4B-2034-8B28CE991510}"/>
              </a:ext>
            </a:extLst>
          </p:cNvPr>
          <p:cNvSpPr/>
          <p:nvPr/>
        </p:nvSpPr>
        <p:spPr>
          <a:xfrm>
            <a:off x="5151410" y="2713875"/>
            <a:ext cx="1298198" cy="56757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99BBB32C-FAA0-FFA6-F76E-704B253D57C6}"/>
              </a:ext>
            </a:extLst>
          </p:cNvPr>
          <p:cNvSpPr/>
          <p:nvPr/>
        </p:nvSpPr>
        <p:spPr>
          <a:xfrm>
            <a:off x="1307285" y="3498543"/>
            <a:ext cx="2348630" cy="85177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FB6FD684-61B6-19B8-1A2D-BA84106DBA02}"/>
              </a:ext>
            </a:extLst>
          </p:cNvPr>
          <p:cNvSpPr/>
          <p:nvPr/>
        </p:nvSpPr>
        <p:spPr>
          <a:xfrm>
            <a:off x="5799129" y="3510093"/>
            <a:ext cx="2348630" cy="85177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9D017B4-B5D3-A1CC-1322-D60ACB11D32E}"/>
              </a:ext>
            </a:extLst>
          </p:cNvPr>
          <p:cNvSpPr txBox="1"/>
          <p:nvPr/>
        </p:nvSpPr>
        <p:spPr>
          <a:xfrm>
            <a:off x="1307285" y="4481836"/>
            <a:ext cx="2661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General Topic space</a:t>
            </a:r>
            <a:endParaRPr lang="ko-KR" alt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0868C25-DEF0-DE3F-8413-2EC1BA00B86B}"/>
              </a:ext>
            </a:extLst>
          </p:cNvPr>
          <p:cNvSpPr txBox="1"/>
          <p:nvPr/>
        </p:nvSpPr>
        <p:spPr>
          <a:xfrm>
            <a:off x="5683414" y="4458055"/>
            <a:ext cx="2661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Community Topic space</a:t>
            </a:r>
            <a:endParaRPr lang="ko-KR" alt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6890CCC-3AB1-6DB2-3457-C9E0D1B0E43B}"/>
              </a:ext>
            </a:extLst>
          </p:cNvPr>
          <p:cNvSpPr txBox="1"/>
          <p:nvPr/>
        </p:nvSpPr>
        <p:spPr>
          <a:xfrm>
            <a:off x="4308825" y="3772890"/>
            <a:ext cx="707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Filter</a:t>
            </a:r>
            <a:endParaRPr lang="ko-KR" altLang="en-US" dirty="0"/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4BEB773B-F752-4DA3-5707-5D5D8142632D}"/>
              </a:ext>
            </a:extLst>
          </p:cNvPr>
          <p:cNvSpPr/>
          <p:nvPr/>
        </p:nvSpPr>
        <p:spPr>
          <a:xfrm>
            <a:off x="1978994" y="1327264"/>
            <a:ext cx="409773" cy="392583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5DE36840-14B2-68F9-E41A-037C7D4E99DF}"/>
              </a:ext>
            </a:extLst>
          </p:cNvPr>
          <p:cNvSpPr/>
          <p:nvPr/>
        </p:nvSpPr>
        <p:spPr>
          <a:xfrm>
            <a:off x="2523936" y="1320932"/>
            <a:ext cx="409773" cy="392583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타원 77">
            <a:extLst>
              <a:ext uri="{FF2B5EF4-FFF2-40B4-BE49-F238E27FC236}">
                <a16:creationId xmlns:a16="http://schemas.microsoft.com/office/drawing/2014/main" id="{2922B32E-08E3-5D62-E62C-98BA09B71B4F}"/>
              </a:ext>
            </a:extLst>
          </p:cNvPr>
          <p:cNvSpPr/>
          <p:nvPr/>
        </p:nvSpPr>
        <p:spPr>
          <a:xfrm>
            <a:off x="2276714" y="1781763"/>
            <a:ext cx="409773" cy="392583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C766AC5-A925-657F-9E5E-4DE29D7D67D9}"/>
              </a:ext>
            </a:extLst>
          </p:cNvPr>
          <p:cNvSpPr txBox="1"/>
          <p:nvPr/>
        </p:nvSpPr>
        <p:spPr>
          <a:xfrm>
            <a:off x="2054417" y="882686"/>
            <a:ext cx="1021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Events</a:t>
            </a:r>
            <a:endParaRPr lang="ko-KR" alt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FDA8351-6E26-B839-6636-43B2B5054681}"/>
              </a:ext>
            </a:extLst>
          </p:cNvPr>
          <p:cNvSpPr/>
          <p:nvPr/>
        </p:nvSpPr>
        <p:spPr>
          <a:xfrm>
            <a:off x="1935510" y="3803160"/>
            <a:ext cx="120580" cy="115522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DF067161-C688-11E0-5A1A-14F3D07E79DD}"/>
              </a:ext>
            </a:extLst>
          </p:cNvPr>
          <p:cNvSpPr/>
          <p:nvPr/>
        </p:nvSpPr>
        <p:spPr>
          <a:xfrm>
            <a:off x="2177382" y="4096665"/>
            <a:ext cx="120580" cy="115522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2EC7A63D-A0AD-9A22-311C-863F037B0CD2}"/>
              </a:ext>
            </a:extLst>
          </p:cNvPr>
          <p:cNvSpPr/>
          <p:nvPr/>
        </p:nvSpPr>
        <p:spPr>
          <a:xfrm>
            <a:off x="2626197" y="4096665"/>
            <a:ext cx="120580" cy="11552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43C2D2FD-C030-8077-C94D-974B0CC1CB2B}"/>
              </a:ext>
            </a:extLst>
          </p:cNvPr>
          <p:cNvSpPr/>
          <p:nvPr/>
        </p:nvSpPr>
        <p:spPr>
          <a:xfrm>
            <a:off x="2824041" y="3781669"/>
            <a:ext cx="120580" cy="115522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44E36D5A-E280-E2B8-C6C2-E9A158132F87}"/>
              </a:ext>
            </a:extLst>
          </p:cNvPr>
          <p:cNvSpPr/>
          <p:nvPr/>
        </p:nvSpPr>
        <p:spPr>
          <a:xfrm>
            <a:off x="2391429" y="3594766"/>
            <a:ext cx="120580" cy="11552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화살표: 위쪽 89">
            <a:extLst>
              <a:ext uri="{FF2B5EF4-FFF2-40B4-BE49-F238E27FC236}">
                <a16:creationId xmlns:a16="http://schemas.microsoft.com/office/drawing/2014/main" id="{FE1EE431-359E-76D7-9F58-AD1113D7CE0C}"/>
              </a:ext>
            </a:extLst>
          </p:cNvPr>
          <p:cNvSpPr/>
          <p:nvPr/>
        </p:nvSpPr>
        <p:spPr>
          <a:xfrm>
            <a:off x="2334031" y="2274616"/>
            <a:ext cx="247222" cy="1082645"/>
          </a:xfrm>
          <a:prstGeom prst="up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0F7DF099-5E39-E413-2108-539156D89C15}"/>
              </a:ext>
            </a:extLst>
          </p:cNvPr>
          <p:cNvSpPr/>
          <p:nvPr/>
        </p:nvSpPr>
        <p:spPr>
          <a:xfrm>
            <a:off x="2607426" y="1509612"/>
            <a:ext cx="120580" cy="115522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타원 95">
            <a:extLst>
              <a:ext uri="{FF2B5EF4-FFF2-40B4-BE49-F238E27FC236}">
                <a16:creationId xmlns:a16="http://schemas.microsoft.com/office/drawing/2014/main" id="{DF9745F7-A092-D569-EFC6-D7CBDF4B8BA6}"/>
              </a:ext>
            </a:extLst>
          </p:cNvPr>
          <p:cNvSpPr/>
          <p:nvPr/>
        </p:nvSpPr>
        <p:spPr>
          <a:xfrm>
            <a:off x="2746777" y="1509612"/>
            <a:ext cx="120580" cy="11552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타원 96">
            <a:extLst>
              <a:ext uri="{FF2B5EF4-FFF2-40B4-BE49-F238E27FC236}">
                <a16:creationId xmlns:a16="http://schemas.microsoft.com/office/drawing/2014/main" id="{983666E1-8203-72BB-A623-2D3606699A31}"/>
              </a:ext>
            </a:extLst>
          </p:cNvPr>
          <p:cNvSpPr/>
          <p:nvPr/>
        </p:nvSpPr>
        <p:spPr>
          <a:xfrm>
            <a:off x="2677241" y="1391968"/>
            <a:ext cx="120580" cy="115522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타원 97">
            <a:extLst>
              <a:ext uri="{FF2B5EF4-FFF2-40B4-BE49-F238E27FC236}">
                <a16:creationId xmlns:a16="http://schemas.microsoft.com/office/drawing/2014/main" id="{02426819-7CF5-4A99-E5EB-2C7CB7C55EAC}"/>
              </a:ext>
            </a:extLst>
          </p:cNvPr>
          <p:cNvSpPr/>
          <p:nvPr/>
        </p:nvSpPr>
        <p:spPr>
          <a:xfrm>
            <a:off x="6432844" y="3803160"/>
            <a:ext cx="120580" cy="115522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타원 98">
            <a:extLst>
              <a:ext uri="{FF2B5EF4-FFF2-40B4-BE49-F238E27FC236}">
                <a16:creationId xmlns:a16="http://schemas.microsoft.com/office/drawing/2014/main" id="{15D7EE0B-BB43-BF00-83B1-17B20927F1DF}"/>
              </a:ext>
            </a:extLst>
          </p:cNvPr>
          <p:cNvSpPr/>
          <p:nvPr/>
        </p:nvSpPr>
        <p:spPr>
          <a:xfrm>
            <a:off x="6674716" y="4096664"/>
            <a:ext cx="181344" cy="17373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타원 99">
            <a:extLst>
              <a:ext uri="{FF2B5EF4-FFF2-40B4-BE49-F238E27FC236}">
                <a16:creationId xmlns:a16="http://schemas.microsoft.com/office/drawing/2014/main" id="{1F0EFEB7-511B-E5C8-3104-D94ABE058DAF}"/>
              </a:ext>
            </a:extLst>
          </p:cNvPr>
          <p:cNvSpPr/>
          <p:nvPr/>
        </p:nvSpPr>
        <p:spPr>
          <a:xfrm>
            <a:off x="7126706" y="4096665"/>
            <a:ext cx="79543" cy="76206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타원 100">
            <a:extLst>
              <a:ext uri="{FF2B5EF4-FFF2-40B4-BE49-F238E27FC236}">
                <a16:creationId xmlns:a16="http://schemas.microsoft.com/office/drawing/2014/main" id="{1994EB39-E5CF-1990-3D9F-B1565F824A70}"/>
              </a:ext>
            </a:extLst>
          </p:cNvPr>
          <p:cNvSpPr/>
          <p:nvPr/>
        </p:nvSpPr>
        <p:spPr>
          <a:xfrm>
            <a:off x="7321375" y="3781669"/>
            <a:ext cx="92580" cy="88697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타원 101">
            <a:extLst>
              <a:ext uri="{FF2B5EF4-FFF2-40B4-BE49-F238E27FC236}">
                <a16:creationId xmlns:a16="http://schemas.microsoft.com/office/drawing/2014/main" id="{4C53AF7C-9572-B94B-AA5C-4301D96D251E}"/>
              </a:ext>
            </a:extLst>
          </p:cNvPr>
          <p:cNvSpPr/>
          <p:nvPr/>
        </p:nvSpPr>
        <p:spPr>
          <a:xfrm>
            <a:off x="6856060" y="3563436"/>
            <a:ext cx="234768" cy="22492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타원 102">
            <a:extLst>
              <a:ext uri="{FF2B5EF4-FFF2-40B4-BE49-F238E27FC236}">
                <a16:creationId xmlns:a16="http://schemas.microsoft.com/office/drawing/2014/main" id="{49C78B53-8A57-B8FB-529F-84FC8B86BF59}"/>
              </a:ext>
            </a:extLst>
          </p:cNvPr>
          <p:cNvSpPr/>
          <p:nvPr/>
        </p:nvSpPr>
        <p:spPr>
          <a:xfrm>
            <a:off x="2056090" y="1515534"/>
            <a:ext cx="120580" cy="115522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타원 103">
            <a:extLst>
              <a:ext uri="{FF2B5EF4-FFF2-40B4-BE49-F238E27FC236}">
                <a16:creationId xmlns:a16="http://schemas.microsoft.com/office/drawing/2014/main" id="{1875E357-5939-89F6-66B4-C06380823EC2}"/>
              </a:ext>
            </a:extLst>
          </p:cNvPr>
          <p:cNvSpPr/>
          <p:nvPr/>
        </p:nvSpPr>
        <p:spPr>
          <a:xfrm>
            <a:off x="2195441" y="1515534"/>
            <a:ext cx="120580" cy="115522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타원 104">
            <a:extLst>
              <a:ext uri="{FF2B5EF4-FFF2-40B4-BE49-F238E27FC236}">
                <a16:creationId xmlns:a16="http://schemas.microsoft.com/office/drawing/2014/main" id="{1352283C-5504-C55D-2D7B-5EA23FED53B0}"/>
              </a:ext>
            </a:extLst>
          </p:cNvPr>
          <p:cNvSpPr/>
          <p:nvPr/>
        </p:nvSpPr>
        <p:spPr>
          <a:xfrm>
            <a:off x="2125905" y="1397890"/>
            <a:ext cx="120580" cy="11552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" name="타원 105">
            <a:extLst>
              <a:ext uri="{FF2B5EF4-FFF2-40B4-BE49-F238E27FC236}">
                <a16:creationId xmlns:a16="http://schemas.microsoft.com/office/drawing/2014/main" id="{5B81EA6F-5D4F-8382-3602-AA4DD35D7725}"/>
              </a:ext>
            </a:extLst>
          </p:cNvPr>
          <p:cNvSpPr/>
          <p:nvPr/>
        </p:nvSpPr>
        <p:spPr>
          <a:xfrm>
            <a:off x="2347495" y="1967163"/>
            <a:ext cx="120580" cy="115522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7" name="타원 106">
            <a:extLst>
              <a:ext uri="{FF2B5EF4-FFF2-40B4-BE49-F238E27FC236}">
                <a16:creationId xmlns:a16="http://schemas.microsoft.com/office/drawing/2014/main" id="{DF61B449-C519-2142-F552-3C068E60D1D3}"/>
              </a:ext>
            </a:extLst>
          </p:cNvPr>
          <p:cNvSpPr/>
          <p:nvPr/>
        </p:nvSpPr>
        <p:spPr>
          <a:xfrm>
            <a:off x="2486846" y="1967163"/>
            <a:ext cx="120580" cy="115522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8" name="타원 107">
            <a:extLst>
              <a:ext uri="{FF2B5EF4-FFF2-40B4-BE49-F238E27FC236}">
                <a16:creationId xmlns:a16="http://schemas.microsoft.com/office/drawing/2014/main" id="{B8371761-6E8D-3EF9-3046-BE268FB90822}"/>
              </a:ext>
            </a:extLst>
          </p:cNvPr>
          <p:cNvSpPr/>
          <p:nvPr/>
        </p:nvSpPr>
        <p:spPr>
          <a:xfrm>
            <a:off x="2417310" y="1849519"/>
            <a:ext cx="120580" cy="11552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원호 108">
            <a:extLst>
              <a:ext uri="{FF2B5EF4-FFF2-40B4-BE49-F238E27FC236}">
                <a16:creationId xmlns:a16="http://schemas.microsoft.com/office/drawing/2014/main" id="{7B13077B-521A-9486-586B-C3553006ED4F}"/>
              </a:ext>
            </a:extLst>
          </p:cNvPr>
          <p:cNvSpPr/>
          <p:nvPr/>
        </p:nvSpPr>
        <p:spPr>
          <a:xfrm rot="16200000">
            <a:off x="4517168" y="2506604"/>
            <a:ext cx="2639898" cy="2348631"/>
          </a:xfrm>
          <a:prstGeom prst="arc">
            <a:avLst>
              <a:gd name="adj1" fmla="val 16200000"/>
              <a:gd name="adj2" fmla="val 281922"/>
            </a:avLst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1" name="연결선: 구부러짐 110">
            <a:extLst>
              <a:ext uri="{FF2B5EF4-FFF2-40B4-BE49-F238E27FC236}">
                <a16:creationId xmlns:a16="http://schemas.microsoft.com/office/drawing/2014/main" id="{84806DFA-8FAC-10FD-1F10-C4714876CAEB}"/>
              </a:ext>
            </a:extLst>
          </p:cNvPr>
          <p:cNvCxnSpPr>
            <a:cxnSpLocks/>
            <a:stCxn id="48" idx="1"/>
            <a:endCxn id="75" idx="2"/>
          </p:cNvCxnSpPr>
          <p:nvPr/>
        </p:nvCxnSpPr>
        <p:spPr>
          <a:xfrm rot="10800000">
            <a:off x="4662802" y="4142223"/>
            <a:ext cx="1020613" cy="500499"/>
          </a:xfrm>
          <a:prstGeom prst="curved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화살표: 위쪽 113">
            <a:extLst>
              <a:ext uri="{FF2B5EF4-FFF2-40B4-BE49-F238E27FC236}">
                <a16:creationId xmlns:a16="http://schemas.microsoft.com/office/drawing/2014/main" id="{7142E4A9-CAF8-9F76-19FD-1C3B1575F6DA}"/>
              </a:ext>
            </a:extLst>
          </p:cNvPr>
          <p:cNvSpPr/>
          <p:nvPr/>
        </p:nvSpPr>
        <p:spPr>
          <a:xfrm rot="7200000">
            <a:off x="3497593" y="1665376"/>
            <a:ext cx="247222" cy="1082645"/>
          </a:xfrm>
          <a:prstGeom prst="up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5" name="타원 114">
            <a:extLst>
              <a:ext uri="{FF2B5EF4-FFF2-40B4-BE49-F238E27FC236}">
                <a16:creationId xmlns:a16="http://schemas.microsoft.com/office/drawing/2014/main" id="{0E132080-5691-9491-E4BE-FDFF3C067B9B}"/>
              </a:ext>
            </a:extLst>
          </p:cNvPr>
          <p:cNvSpPr/>
          <p:nvPr/>
        </p:nvSpPr>
        <p:spPr>
          <a:xfrm>
            <a:off x="5338288" y="2797341"/>
            <a:ext cx="409773" cy="392583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6" name="타원 115">
            <a:extLst>
              <a:ext uri="{FF2B5EF4-FFF2-40B4-BE49-F238E27FC236}">
                <a16:creationId xmlns:a16="http://schemas.microsoft.com/office/drawing/2014/main" id="{A6F7D513-7E8C-3DD0-EDDF-4090E4852DF0}"/>
              </a:ext>
            </a:extLst>
          </p:cNvPr>
          <p:cNvSpPr/>
          <p:nvPr/>
        </p:nvSpPr>
        <p:spPr>
          <a:xfrm>
            <a:off x="5883230" y="2791009"/>
            <a:ext cx="409773" cy="392583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7" name="타원 116">
            <a:extLst>
              <a:ext uri="{FF2B5EF4-FFF2-40B4-BE49-F238E27FC236}">
                <a16:creationId xmlns:a16="http://schemas.microsoft.com/office/drawing/2014/main" id="{847185A3-9CB1-4CA8-CD1D-8765E0486689}"/>
              </a:ext>
            </a:extLst>
          </p:cNvPr>
          <p:cNvSpPr/>
          <p:nvPr/>
        </p:nvSpPr>
        <p:spPr>
          <a:xfrm>
            <a:off x="5966720" y="2979689"/>
            <a:ext cx="120580" cy="115522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8" name="타원 117">
            <a:extLst>
              <a:ext uri="{FF2B5EF4-FFF2-40B4-BE49-F238E27FC236}">
                <a16:creationId xmlns:a16="http://schemas.microsoft.com/office/drawing/2014/main" id="{E25F6966-8A19-EFD6-A235-BEAB40666E23}"/>
              </a:ext>
            </a:extLst>
          </p:cNvPr>
          <p:cNvSpPr/>
          <p:nvPr/>
        </p:nvSpPr>
        <p:spPr>
          <a:xfrm>
            <a:off x="6106071" y="2979689"/>
            <a:ext cx="120580" cy="11552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타원 118">
            <a:extLst>
              <a:ext uri="{FF2B5EF4-FFF2-40B4-BE49-F238E27FC236}">
                <a16:creationId xmlns:a16="http://schemas.microsoft.com/office/drawing/2014/main" id="{AD8FF88E-1C7D-0F9F-5DF0-45E902227CBB}"/>
              </a:ext>
            </a:extLst>
          </p:cNvPr>
          <p:cNvSpPr/>
          <p:nvPr/>
        </p:nvSpPr>
        <p:spPr>
          <a:xfrm>
            <a:off x="6036535" y="2862045"/>
            <a:ext cx="120580" cy="115522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0" name="타원 119">
            <a:extLst>
              <a:ext uri="{FF2B5EF4-FFF2-40B4-BE49-F238E27FC236}">
                <a16:creationId xmlns:a16="http://schemas.microsoft.com/office/drawing/2014/main" id="{FC340BD2-7A10-98F4-FB4C-CB37E2F893E9}"/>
              </a:ext>
            </a:extLst>
          </p:cNvPr>
          <p:cNvSpPr/>
          <p:nvPr/>
        </p:nvSpPr>
        <p:spPr>
          <a:xfrm>
            <a:off x="5415384" y="2985611"/>
            <a:ext cx="120580" cy="115522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1" name="타원 120">
            <a:extLst>
              <a:ext uri="{FF2B5EF4-FFF2-40B4-BE49-F238E27FC236}">
                <a16:creationId xmlns:a16="http://schemas.microsoft.com/office/drawing/2014/main" id="{4D989561-528A-C8B2-3AFE-2CA2A681D9D8}"/>
              </a:ext>
            </a:extLst>
          </p:cNvPr>
          <p:cNvSpPr/>
          <p:nvPr/>
        </p:nvSpPr>
        <p:spPr>
          <a:xfrm>
            <a:off x="5554735" y="2985611"/>
            <a:ext cx="120580" cy="115522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2" name="타원 121">
            <a:extLst>
              <a:ext uri="{FF2B5EF4-FFF2-40B4-BE49-F238E27FC236}">
                <a16:creationId xmlns:a16="http://schemas.microsoft.com/office/drawing/2014/main" id="{AA94FE50-9B9B-26DB-392F-BE25C4592834}"/>
              </a:ext>
            </a:extLst>
          </p:cNvPr>
          <p:cNvSpPr/>
          <p:nvPr/>
        </p:nvSpPr>
        <p:spPr>
          <a:xfrm>
            <a:off x="5485199" y="2867967"/>
            <a:ext cx="120580" cy="11552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3" name="타원 122">
            <a:extLst>
              <a:ext uri="{FF2B5EF4-FFF2-40B4-BE49-F238E27FC236}">
                <a16:creationId xmlns:a16="http://schemas.microsoft.com/office/drawing/2014/main" id="{DAAD8297-B26C-654B-6029-2A2F75FDA7BD}"/>
              </a:ext>
            </a:extLst>
          </p:cNvPr>
          <p:cNvSpPr/>
          <p:nvPr/>
        </p:nvSpPr>
        <p:spPr>
          <a:xfrm>
            <a:off x="3910161" y="2707304"/>
            <a:ext cx="409773" cy="392583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4" name="타원 123">
            <a:extLst>
              <a:ext uri="{FF2B5EF4-FFF2-40B4-BE49-F238E27FC236}">
                <a16:creationId xmlns:a16="http://schemas.microsoft.com/office/drawing/2014/main" id="{45988FC3-BCF8-727D-C288-334C5B309845}"/>
              </a:ext>
            </a:extLst>
          </p:cNvPr>
          <p:cNvSpPr/>
          <p:nvPr/>
        </p:nvSpPr>
        <p:spPr>
          <a:xfrm>
            <a:off x="3980942" y="2892704"/>
            <a:ext cx="120580" cy="115522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5" name="타원 124">
            <a:extLst>
              <a:ext uri="{FF2B5EF4-FFF2-40B4-BE49-F238E27FC236}">
                <a16:creationId xmlns:a16="http://schemas.microsoft.com/office/drawing/2014/main" id="{94D0CF41-1378-B694-054D-411DC43550D0}"/>
              </a:ext>
            </a:extLst>
          </p:cNvPr>
          <p:cNvSpPr/>
          <p:nvPr/>
        </p:nvSpPr>
        <p:spPr>
          <a:xfrm>
            <a:off x="4120293" y="2892704"/>
            <a:ext cx="120580" cy="115522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6" name="타원 125">
            <a:extLst>
              <a:ext uri="{FF2B5EF4-FFF2-40B4-BE49-F238E27FC236}">
                <a16:creationId xmlns:a16="http://schemas.microsoft.com/office/drawing/2014/main" id="{842E185E-56EA-A3C8-CAB0-5979DA6C839C}"/>
              </a:ext>
            </a:extLst>
          </p:cNvPr>
          <p:cNvSpPr/>
          <p:nvPr/>
        </p:nvSpPr>
        <p:spPr>
          <a:xfrm>
            <a:off x="4050757" y="2775060"/>
            <a:ext cx="120580" cy="11552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8" name="화살표: 위쪽 127">
            <a:extLst>
              <a:ext uri="{FF2B5EF4-FFF2-40B4-BE49-F238E27FC236}">
                <a16:creationId xmlns:a16="http://schemas.microsoft.com/office/drawing/2014/main" id="{5AE5C3DB-4F20-CED6-8418-053BF5571CAE}"/>
              </a:ext>
            </a:extLst>
          </p:cNvPr>
          <p:cNvSpPr/>
          <p:nvPr/>
        </p:nvSpPr>
        <p:spPr>
          <a:xfrm rot="18000000">
            <a:off x="4396173" y="2941486"/>
            <a:ext cx="247222" cy="261807"/>
          </a:xfrm>
          <a:prstGeom prst="upArrow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B9512AE7-3D76-72C3-DD31-6114A516A5A7}"/>
              </a:ext>
            </a:extLst>
          </p:cNvPr>
          <p:cNvSpPr txBox="1"/>
          <p:nvPr/>
        </p:nvSpPr>
        <p:spPr>
          <a:xfrm>
            <a:off x="3978298" y="3183278"/>
            <a:ext cx="7079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Rejected</a:t>
            </a:r>
            <a:endParaRPr lang="ko-KR" altLang="en-US" sz="1000" dirty="0"/>
          </a:p>
        </p:txBody>
      </p:sp>
      <p:sp>
        <p:nvSpPr>
          <p:cNvPr id="130" name="화살표: 위쪽 129">
            <a:extLst>
              <a:ext uri="{FF2B5EF4-FFF2-40B4-BE49-F238E27FC236}">
                <a16:creationId xmlns:a16="http://schemas.microsoft.com/office/drawing/2014/main" id="{0FA72858-8DB7-9531-6671-3EE42744B1BD}"/>
              </a:ext>
            </a:extLst>
          </p:cNvPr>
          <p:cNvSpPr/>
          <p:nvPr/>
        </p:nvSpPr>
        <p:spPr>
          <a:xfrm rot="7200000">
            <a:off x="4828329" y="2704821"/>
            <a:ext cx="247222" cy="261807"/>
          </a:xfrm>
          <a:prstGeom prst="upArrow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1610AB90-5838-D34A-0A9C-877EE22262D8}"/>
              </a:ext>
            </a:extLst>
          </p:cNvPr>
          <p:cNvSpPr txBox="1"/>
          <p:nvPr/>
        </p:nvSpPr>
        <p:spPr>
          <a:xfrm>
            <a:off x="4424362" y="2379424"/>
            <a:ext cx="8022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Accepted</a:t>
            </a:r>
            <a:endParaRPr lang="ko-KR" altLang="en-US" sz="1000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53523F0A-6C68-4612-001C-F2EDF5141409}"/>
              </a:ext>
            </a:extLst>
          </p:cNvPr>
          <p:cNvSpPr txBox="1"/>
          <p:nvPr/>
        </p:nvSpPr>
        <p:spPr>
          <a:xfrm>
            <a:off x="3950323" y="4600760"/>
            <a:ext cx="1750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Shaped by freq. and dist. of topic space</a:t>
            </a:r>
            <a:endParaRPr lang="ko-KR" altLang="en-US" sz="1000" dirty="0"/>
          </a:p>
        </p:txBody>
      </p:sp>
      <p:cxnSp>
        <p:nvCxnSpPr>
          <p:cNvPr id="135" name="연결선: 구부러짐 134">
            <a:extLst>
              <a:ext uri="{FF2B5EF4-FFF2-40B4-BE49-F238E27FC236}">
                <a16:creationId xmlns:a16="http://schemas.microsoft.com/office/drawing/2014/main" id="{4CFCDE48-F384-3B97-A3DD-A2B4C648A970}"/>
              </a:ext>
            </a:extLst>
          </p:cNvPr>
          <p:cNvCxnSpPr>
            <a:cxnSpLocks/>
            <a:stCxn id="183" idx="6"/>
          </p:cNvCxnSpPr>
          <p:nvPr/>
        </p:nvCxnSpPr>
        <p:spPr>
          <a:xfrm flipV="1">
            <a:off x="6449608" y="2206698"/>
            <a:ext cx="350170" cy="790962"/>
          </a:xfrm>
          <a:prstGeom prst="curved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연결선: 구부러짐 136">
            <a:extLst>
              <a:ext uri="{FF2B5EF4-FFF2-40B4-BE49-F238E27FC236}">
                <a16:creationId xmlns:a16="http://schemas.microsoft.com/office/drawing/2014/main" id="{DB41038D-3911-161C-DA14-E5CD13FFE713}"/>
              </a:ext>
            </a:extLst>
          </p:cNvPr>
          <p:cNvCxnSpPr>
            <a:cxnSpLocks/>
            <a:stCxn id="7" idx="0"/>
          </p:cNvCxnSpPr>
          <p:nvPr/>
        </p:nvCxnSpPr>
        <p:spPr>
          <a:xfrm rot="5400000" flipH="1" flipV="1">
            <a:off x="6328395" y="2851748"/>
            <a:ext cx="1303395" cy="13296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타원 140">
            <a:extLst>
              <a:ext uri="{FF2B5EF4-FFF2-40B4-BE49-F238E27FC236}">
                <a16:creationId xmlns:a16="http://schemas.microsoft.com/office/drawing/2014/main" id="{EEBA084C-9164-7A3B-50FA-171C761F6F1E}"/>
              </a:ext>
            </a:extLst>
          </p:cNvPr>
          <p:cNvSpPr/>
          <p:nvPr/>
        </p:nvSpPr>
        <p:spPr>
          <a:xfrm>
            <a:off x="5771083" y="1214752"/>
            <a:ext cx="2348630" cy="85177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ED2CBDFC-B8BD-4F83-569F-7AD27E3AF977}"/>
              </a:ext>
            </a:extLst>
          </p:cNvPr>
          <p:cNvSpPr txBox="1"/>
          <p:nvPr/>
        </p:nvSpPr>
        <p:spPr>
          <a:xfrm>
            <a:off x="6432844" y="763742"/>
            <a:ext cx="938618" cy="376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Activity</a:t>
            </a:r>
            <a:endParaRPr lang="ko-KR" altLang="en-US" dirty="0"/>
          </a:p>
        </p:txBody>
      </p:sp>
      <p:cxnSp>
        <p:nvCxnSpPr>
          <p:cNvPr id="143" name="연결선: 구부러짐 142">
            <a:extLst>
              <a:ext uri="{FF2B5EF4-FFF2-40B4-BE49-F238E27FC236}">
                <a16:creationId xmlns:a16="http://schemas.microsoft.com/office/drawing/2014/main" id="{5EC68208-783D-6465-12A4-87045E369E2D}"/>
              </a:ext>
            </a:extLst>
          </p:cNvPr>
          <p:cNvCxnSpPr>
            <a:cxnSpLocks/>
            <a:stCxn id="141" idx="6"/>
            <a:endCxn id="7" idx="6"/>
          </p:cNvCxnSpPr>
          <p:nvPr/>
        </p:nvCxnSpPr>
        <p:spPr>
          <a:xfrm>
            <a:off x="8119713" y="1640637"/>
            <a:ext cx="28046" cy="2295341"/>
          </a:xfrm>
          <a:prstGeom prst="curvedConnector3">
            <a:avLst>
              <a:gd name="adj1" fmla="val 2446802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3E824D89-719B-0FC1-6722-05324888209F}"/>
              </a:ext>
            </a:extLst>
          </p:cNvPr>
          <p:cNvSpPr txBox="1"/>
          <p:nvPr/>
        </p:nvSpPr>
        <p:spPr>
          <a:xfrm>
            <a:off x="7006096" y="2669985"/>
            <a:ext cx="9859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Sampling via random walk</a:t>
            </a:r>
            <a:endParaRPr lang="ko-KR" altLang="en-US" sz="1000" dirty="0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690DB8D5-7D79-4323-AE90-875D3DD36EE2}"/>
              </a:ext>
            </a:extLst>
          </p:cNvPr>
          <p:cNvSpPr txBox="1"/>
          <p:nvPr/>
        </p:nvSpPr>
        <p:spPr>
          <a:xfrm>
            <a:off x="8904394" y="2483452"/>
            <a:ext cx="106815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Changing freq. and dist. of topic space</a:t>
            </a:r>
            <a:endParaRPr lang="ko-KR" altLang="en-US" sz="1000" dirty="0"/>
          </a:p>
        </p:txBody>
      </p:sp>
      <p:sp>
        <p:nvSpPr>
          <p:cNvPr id="148" name="타원 147">
            <a:extLst>
              <a:ext uri="{FF2B5EF4-FFF2-40B4-BE49-F238E27FC236}">
                <a16:creationId xmlns:a16="http://schemas.microsoft.com/office/drawing/2014/main" id="{373D58FB-A53F-B90B-B23E-2E211BB73FB4}"/>
              </a:ext>
            </a:extLst>
          </p:cNvPr>
          <p:cNvSpPr/>
          <p:nvPr/>
        </p:nvSpPr>
        <p:spPr>
          <a:xfrm>
            <a:off x="6387350" y="1408675"/>
            <a:ext cx="254926" cy="244233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9" name="타원 148">
            <a:extLst>
              <a:ext uri="{FF2B5EF4-FFF2-40B4-BE49-F238E27FC236}">
                <a16:creationId xmlns:a16="http://schemas.microsoft.com/office/drawing/2014/main" id="{F23A85D5-9E0A-0501-D290-0B87FDE2AA53}"/>
              </a:ext>
            </a:extLst>
          </p:cNvPr>
          <p:cNvSpPr/>
          <p:nvPr/>
        </p:nvSpPr>
        <p:spPr>
          <a:xfrm>
            <a:off x="6701208" y="1840242"/>
            <a:ext cx="101912" cy="9763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0" name="타원 149">
            <a:extLst>
              <a:ext uri="{FF2B5EF4-FFF2-40B4-BE49-F238E27FC236}">
                <a16:creationId xmlns:a16="http://schemas.microsoft.com/office/drawing/2014/main" id="{049F0D94-528D-4CE2-0CAE-5B6AA6C655DF}"/>
              </a:ext>
            </a:extLst>
          </p:cNvPr>
          <p:cNvSpPr/>
          <p:nvPr/>
        </p:nvSpPr>
        <p:spPr>
          <a:xfrm>
            <a:off x="7090828" y="1807632"/>
            <a:ext cx="146413" cy="14027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1" name="타원 150">
            <a:extLst>
              <a:ext uri="{FF2B5EF4-FFF2-40B4-BE49-F238E27FC236}">
                <a16:creationId xmlns:a16="http://schemas.microsoft.com/office/drawing/2014/main" id="{E5AC36E2-94B2-73D6-3AFD-DF76566A3866}"/>
              </a:ext>
            </a:extLst>
          </p:cNvPr>
          <p:cNvSpPr/>
          <p:nvPr/>
        </p:nvSpPr>
        <p:spPr>
          <a:xfrm>
            <a:off x="7271448" y="1492637"/>
            <a:ext cx="154479" cy="1480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2" name="타원 151">
            <a:extLst>
              <a:ext uri="{FF2B5EF4-FFF2-40B4-BE49-F238E27FC236}">
                <a16:creationId xmlns:a16="http://schemas.microsoft.com/office/drawing/2014/main" id="{DC5517EA-6A08-29CB-859F-AC332D96A8EB}"/>
              </a:ext>
            </a:extLst>
          </p:cNvPr>
          <p:cNvSpPr/>
          <p:nvPr/>
        </p:nvSpPr>
        <p:spPr>
          <a:xfrm>
            <a:off x="6820182" y="1274404"/>
            <a:ext cx="181344" cy="17373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C0E8048A-9558-DA5F-6483-A26A0A522FDA}"/>
              </a:ext>
            </a:extLst>
          </p:cNvPr>
          <p:cNvSpPr txBox="1"/>
          <p:nvPr/>
        </p:nvSpPr>
        <p:spPr>
          <a:xfrm>
            <a:off x="7761688" y="840888"/>
            <a:ext cx="116701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Community comments </a:t>
            </a:r>
          </a:p>
          <a:p>
            <a:pPr algn="ctr"/>
            <a:r>
              <a:rPr lang="en-US" altLang="ko-KR" sz="1000" dirty="0"/>
              <a:t>(Observables) </a:t>
            </a:r>
            <a:endParaRPr lang="ko-KR" altLang="en-US" sz="1000" dirty="0"/>
          </a:p>
        </p:txBody>
      </p: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BC7ED2DA-61AA-231C-FAB5-B8CD9F2EC663}"/>
              </a:ext>
            </a:extLst>
          </p:cNvPr>
          <p:cNvSpPr/>
          <p:nvPr/>
        </p:nvSpPr>
        <p:spPr>
          <a:xfrm>
            <a:off x="3584325" y="5316771"/>
            <a:ext cx="2581786" cy="102369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i="1" dirty="0">
                <a:solidFill>
                  <a:schemeClr val="tx1"/>
                </a:solidFill>
              </a:rPr>
              <a:t>“Posters of the news (users, managers, moderators, journalists, etc.) choose their content based on the collective mind.</a:t>
            </a:r>
            <a:endParaRPr lang="ko-KR" altLang="en-US" sz="1200" i="1" dirty="0">
              <a:solidFill>
                <a:schemeClr val="tx1"/>
              </a:solidFill>
            </a:endParaRPr>
          </a:p>
        </p:txBody>
      </p:sp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71302058-F734-44EC-30BE-B89778CA02DB}"/>
              </a:ext>
            </a:extLst>
          </p:cNvPr>
          <p:cNvSpPr/>
          <p:nvPr/>
        </p:nvSpPr>
        <p:spPr>
          <a:xfrm>
            <a:off x="9403580" y="948408"/>
            <a:ext cx="1619274" cy="126787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i="1" dirty="0">
                <a:solidFill>
                  <a:schemeClr val="tx1"/>
                </a:solidFill>
              </a:rPr>
              <a:t>“Everyone in the community now sees how other people says, and it changes their collective mind.”</a:t>
            </a: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D653A247-DBEC-665B-AA28-6C8C945B0152}"/>
              </a:ext>
            </a:extLst>
          </p:cNvPr>
          <p:cNvSpPr/>
          <p:nvPr/>
        </p:nvSpPr>
        <p:spPr>
          <a:xfrm>
            <a:off x="8641635" y="4666502"/>
            <a:ext cx="1770174" cy="123285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i="1" dirty="0">
                <a:solidFill>
                  <a:schemeClr val="tx1"/>
                </a:solidFill>
              </a:rPr>
              <a:t>“According to the posted news and their pre-existing collective notions, users stochastically makes comments .”</a:t>
            </a:r>
          </a:p>
        </p:txBody>
      </p:sp>
      <p:cxnSp>
        <p:nvCxnSpPr>
          <p:cNvPr id="168" name="연결선: 구부러짐 167">
            <a:extLst>
              <a:ext uri="{FF2B5EF4-FFF2-40B4-BE49-F238E27FC236}">
                <a16:creationId xmlns:a16="http://schemas.microsoft.com/office/drawing/2014/main" id="{B35FFFD7-81CC-472E-8717-29D07E6AA0B6}"/>
              </a:ext>
            </a:extLst>
          </p:cNvPr>
          <p:cNvCxnSpPr>
            <a:cxnSpLocks/>
            <a:stCxn id="147" idx="3"/>
            <a:endCxn id="163" idx="2"/>
          </p:cNvCxnSpPr>
          <p:nvPr/>
        </p:nvCxnSpPr>
        <p:spPr>
          <a:xfrm flipV="1">
            <a:off x="9972552" y="2216278"/>
            <a:ext cx="240665" cy="544173"/>
          </a:xfrm>
          <a:prstGeom prst="curvedConnector2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연결선: 구부러짐 173">
            <a:extLst>
              <a:ext uri="{FF2B5EF4-FFF2-40B4-BE49-F238E27FC236}">
                <a16:creationId xmlns:a16="http://schemas.microsoft.com/office/drawing/2014/main" id="{0FF19B34-0AEE-863C-6E7A-8DD5BC6A1D29}"/>
              </a:ext>
            </a:extLst>
          </p:cNvPr>
          <p:cNvCxnSpPr>
            <a:cxnSpLocks/>
            <a:stCxn id="146" idx="3"/>
            <a:endCxn id="164" idx="0"/>
          </p:cNvCxnSpPr>
          <p:nvPr/>
        </p:nvCxnSpPr>
        <p:spPr>
          <a:xfrm>
            <a:off x="7991997" y="2870040"/>
            <a:ext cx="1534725" cy="1796462"/>
          </a:xfrm>
          <a:prstGeom prst="curvedConnector2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연결선: 구부러짐 177">
            <a:extLst>
              <a:ext uri="{FF2B5EF4-FFF2-40B4-BE49-F238E27FC236}">
                <a16:creationId xmlns:a16="http://schemas.microsoft.com/office/drawing/2014/main" id="{25DD39BB-02F9-530B-3E51-B2ADE0434F2C}"/>
              </a:ext>
            </a:extLst>
          </p:cNvPr>
          <p:cNvCxnSpPr>
            <a:cxnSpLocks/>
            <a:stCxn id="132" idx="1"/>
            <a:endCxn id="162" idx="1"/>
          </p:cNvCxnSpPr>
          <p:nvPr/>
        </p:nvCxnSpPr>
        <p:spPr>
          <a:xfrm rot="10800000" flipV="1">
            <a:off x="3584325" y="4800814"/>
            <a:ext cx="365998" cy="1027801"/>
          </a:xfrm>
          <a:prstGeom prst="curvedConnector3">
            <a:avLst>
              <a:gd name="adj1" fmla="val 162459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7B18926-E707-C7B3-9D21-8BD64ACFBB68}"/>
                  </a:ext>
                </a:extLst>
              </p:cNvPr>
              <p:cNvSpPr txBox="1"/>
              <p:nvPr/>
            </p:nvSpPr>
            <p:spPr>
              <a:xfrm>
                <a:off x="1849436" y="4827387"/>
                <a:ext cx="1346651" cy="2603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𝑡</m:t>
                      </m:r>
                      <m:sSubSup>
                        <m:sSubSup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p>
                      </m:sSubSup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400" b="1" i="1" smtClean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p>
                          </m:sSubSup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, </m:t>
                          </m:r>
                          <m:sSubSup>
                            <m:sSubSup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p>
                          </m:sSubSup>
                        </m:e>
                      </m:d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7B18926-E707-C7B3-9D21-8BD64ACFBB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9436" y="4827387"/>
                <a:ext cx="1346651" cy="260328"/>
              </a:xfrm>
              <a:prstGeom prst="rect">
                <a:avLst/>
              </a:prstGeom>
              <a:blipFill>
                <a:blip r:embed="rId2"/>
                <a:stretch>
                  <a:fillRect l="-1357" b="-139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9CFCAFE-BA29-EE6D-A607-32A40AD01458}"/>
                  </a:ext>
                </a:extLst>
              </p:cNvPr>
              <p:cNvSpPr txBox="1"/>
              <p:nvPr/>
            </p:nvSpPr>
            <p:spPr>
              <a:xfrm>
                <a:off x="-80384" y="455266"/>
                <a:ext cx="3009750" cy="7129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𝑡𝑝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  <m:sSubSup>
                            <m:sSubSup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brk m:alnAt="7"/>
                                </m:r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m:rPr>
                                  <m:brk m:alnAt="7"/>
                                </m:r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p>
                          </m:sSubSup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US" altLang="ko-KR" sz="1400"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bSup>
                            <m:sSubSup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p>
                          </m:sSubSup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ko-KR" altLang="en-US" sz="1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9CFCAFE-BA29-EE6D-A607-32A40AD014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0384" y="455266"/>
                <a:ext cx="3009750" cy="712952"/>
              </a:xfrm>
              <a:prstGeom prst="rect">
                <a:avLst/>
              </a:prstGeom>
              <a:blipFill>
                <a:blip r:embed="rId3"/>
                <a:stretch>
                  <a:fillRect t="-100000" r="-3441" b="-1299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502D44D-883F-31DF-49FA-A23DF31EED60}"/>
                  </a:ext>
                </a:extLst>
              </p:cNvPr>
              <p:cNvSpPr txBox="1"/>
              <p:nvPr/>
            </p:nvSpPr>
            <p:spPr>
              <a:xfrm>
                <a:off x="6414703" y="4803643"/>
                <a:ext cx="1810239" cy="2718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i="1" smtClean="0">
                          <a:latin typeface="Cambria Math" panose="02040503050406030204" pitchFamily="18" charset="0"/>
                        </a:rPr>
                        <m:t>𝑡</m:t>
                      </m:r>
                      <m:sSubSup>
                        <m:sSubSupPr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p>
                      </m:sSubSup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400" b="1" i="1" smtClean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p>
                          </m:sSubSup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, </m:t>
                          </m:r>
                          <m:sSubSup>
                            <m:sSubSup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p>
                          </m:sSubSup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p>
                          </m:sSubSup>
                        </m:e>
                      </m:d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502D44D-883F-31DF-49FA-A23DF31EED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4703" y="4803643"/>
                <a:ext cx="1810239" cy="271806"/>
              </a:xfrm>
              <a:prstGeom prst="rect">
                <a:avLst/>
              </a:prstGeom>
              <a:blipFill>
                <a:blip r:embed="rId4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1938604-9FD8-1CC9-5B2A-D175302A3119}"/>
                  </a:ext>
                </a:extLst>
              </p:cNvPr>
              <p:cNvSpPr txBox="1"/>
              <p:nvPr/>
            </p:nvSpPr>
            <p:spPr>
              <a:xfrm>
                <a:off x="5738590" y="109189"/>
                <a:ext cx="2707601" cy="5255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342900" indent="-342900">
                  <a:buAutoNum type="arabicParenBoth"/>
                </a:pPr>
                <a:r>
                  <a:rPr lang="en-US" altLang="ko-KR" sz="1400" dirty="0"/>
                  <a:t>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400" b="1" i="1" smtClean="0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sup>
                        </m:sSubSup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, </m:t>
                        </m:r>
                        <m:sSubSup>
                          <m:sSubSup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sup>
                        </m:sSubSup>
                      </m:e>
                    </m:d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ko-KR" sz="1400" dirty="0"/>
              </a:p>
              <a:p>
                <a:pPr marL="342900" indent="-342900">
                  <a:buAutoNum type="arabicParenBoth"/>
                </a:pPr>
                <a:r>
                  <a:rPr lang="en-US" altLang="ko-KR" sz="1400" b="0" dirty="0"/>
                  <a:t>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4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ko-KR" sz="1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𝑇𝑃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sSub>
                          <m:sSub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p>
                    </m:sSubSup>
                  </m:oMath>
                </a14:m>
                <a:r>
                  <a:rPr lang="en-US" altLang="ko-KR" sz="1400" dirty="0"/>
                  <a:t>)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sz="14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400" b="1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sup>
                        </m:sSubSup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, </m:t>
                        </m:r>
                        <m:sSubSup>
                          <m:sSubSup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altLang="ko-KR" sz="1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sup>
                        </m:sSubSup>
                      </m:e>
                    </m:d>
                  </m:oMath>
                </a14:m>
                <a:r>
                  <a:rPr lang="en-US" altLang="ko-KR" sz="1400" dirty="0"/>
                  <a:t>  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1938604-9FD8-1CC9-5B2A-D175302A31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8590" y="109189"/>
                <a:ext cx="2707601" cy="525528"/>
              </a:xfrm>
              <a:prstGeom prst="rect">
                <a:avLst/>
              </a:prstGeom>
              <a:blipFill>
                <a:blip r:embed="rId5"/>
                <a:stretch>
                  <a:fillRect l="-4494" t="-13953" b="-1627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FF866AB-3168-CB39-8299-36791F0504FB}"/>
                  </a:ext>
                </a:extLst>
              </p:cNvPr>
              <p:cNvSpPr txBox="1"/>
              <p:nvPr/>
            </p:nvSpPr>
            <p:spPr>
              <a:xfrm>
                <a:off x="6701208" y="3044877"/>
                <a:ext cx="2147645" cy="3374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p>
                      </m:sSubSup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400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p>
                      </m:sSubSup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p>
                      </m:sSubSup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FF866AB-3168-CB39-8299-36791F0504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1208" y="3044877"/>
                <a:ext cx="2147645" cy="337400"/>
              </a:xfrm>
              <a:prstGeom prst="rect">
                <a:avLst/>
              </a:prstGeom>
              <a:blipFill>
                <a:blip r:embed="rId6"/>
                <a:stretch>
                  <a:fillRect b="-17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8AAEF07-5368-99E5-4B6A-219FFEB0CC39}"/>
                  </a:ext>
                </a:extLst>
              </p:cNvPr>
              <p:cNvSpPr txBox="1"/>
              <p:nvPr/>
            </p:nvSpPr>
            <p:spPr>
              <a:xfrm>
                <a:off x="3767323" y="1701129"/>
                <a:ext cx="1962552" cy="5837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ko-KR" sz="1200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p>
                          </m:sSubSup>
                        </m:e>
                      </m:d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1200" b="0" i="0" smtClean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1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8AAEF07-5368-99E5-4B6A-219FFEB0CC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7323" y="1701129"/>
                <a:ext cx="1962552" cy="583750"/>
              </a:xfrm>
              <a:prstGeom prst="rect">
                <a:avLst/>
              </a:prstGeom>
              <a:blipFill>
                <a:blip r:embed="rId7"/>
                <a:stretch>
                  <a:fillRect b="-104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279279C-1F46-7538-D766-5695E3472556}"/>
                  </a:ext>
                </a:extLst>
              </p:cNvPr>
              <p:cNvSpPr txBox="1"/>
              <p:nvPr/>
            </p:nvSpPr>
            <p:spPr>
              <a:xfrm>
                <a:off x="13712" y="13450"/>
                <a:ext cx="539821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400" b="0" dirty="0"/>
                  <a:t>Topics :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ko-KR" sz="1400" dirty="0"/>
                  <a:t> , Events :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ko-KR" sz="1400" dirty="0"/>
                  <a:t> , Comm. :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ko-KR" sz="1400" dirty="0"/>
                  <a:t> , Topics in event :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altLang="ko-KR" sz="14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279279C-1F46-7538-D766-5695E34725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2" y="13450"/>
                <a:ext cx="5398217" cy="307777"/>
              </a:xfrm>
              <a:prstGeom prst="rect">
                <a:avLst/>
              </a:prstGeom>
              <a:blipFill>
                <a:blip r:embed="rId8"/>
                <a:stretch>
                  <a:fillRect l="-339" t="-3922" b="-196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8E65061-B732-AFD3-3490-3FD7B05E9632}"/>
                  </a:ext>
                </a:extLst>
              </p:cNvPr>
              <p:cNvSpPr txBox="1"/>
              <p:nvPr/>
            </p:nvSpPr>
            <p:spPr>
              <a:xfrm>
                <a:off x="-16295" y="1117887"/>
                <a:ext cx="2945661" cy="6517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ko-KR" sz="1400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sSubSup>
                          <m:sSubSup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  <m:sup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p>
                        </m:sSubSup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𝑡</m:t>
                        </m:r>
                        <m:sSubSup>
                          <m:sSubSup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  <m:sup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p>
                        </m:sSubSup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, …,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𝑡</m:t>
                        </m:r>
                        <m:sSubSup>
                          <m:sSubSup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𝑡𝑝</m:t>
                                </m:r>
                              </m:sub>
                            </m:sSub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  <m:sup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altLang="ko-KR" sz="1400" dirty="0"/>
                  <a:t> </a:t>
                </a:r>
                <a:endParaRPr lang="ko-KR" altLang="en-US" sz="14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8E65061-B732-AFD3-3490-3FD7B05E9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6295" y="1117887"/>
                <a:ext cx="2945661" cy="65178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6B90303-0B53-18BE-E9A4-3B1E74C650AA}"/>
                  </a:ext>
                </a:extLst>
              </p:cNvPr>
              <p:cNvSpPr txBox="1"/>
              <p:nvPr/>
            </p:nvSpPr>
            <p:spPr>
              <a:xfrm>
                <a:off x="2983949" y="484208"/>
                <a:ext cx="2986875" cy="9070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p>
                      </m:sSubSup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limLow>
                            <m:limLow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groupChr>
                                <m:groupChrPr>
                                  <m:chr m:val="⏟"/>
                                  <m:ctrlP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sSubSup>
                                    <m:sSubSupPr>
                                      <m:ctrlP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1,</m:t>
                                      </m:r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  <m:sup>
                                      <m:sSub>
                                        <m:sSubPr>
                                          <m:ctrlP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sup>
                                  </m:sSubSup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,…,</m:t>
                                  </m:r>
                                  <m:sSubSup>
                                    <m:sSubSupPr>
                                      <m:ctrlP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1,</m:t>
                                      </m:r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  <m:sup>
                                      <m:sSub>
                                        <m:sSubPr>
                                          <m:ctrlP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sup>
                                  </m:sSubSup>
                                </m:e>
                              </m:groupChr>
                            </m:e>
                            <m:lim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d>
                                <m:dPr>
                                  <m:ctrlP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1,</m:t>
                                      </m:r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  <m:sup>
                                      <m:sSub>
                                        <m:sSubPr>
                                          <m:ctrlP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sup>
                                  </m:sSubSup>
                                </m:e>
                              </m:d>
                            </m:lim>
                          </m:limLow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,…, </m:t>
                          </m:r>
                          <m:limLow>
                            <m:limLow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groupChr>
                                <m:groupChrPr>
                                  <m:chr m:val="⏟"/>
                                  <m:ctrlP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sSubSup>
                                    <m:sSubSupPr>
                                      <m:ctrlP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ko-KR" sz="14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  <m:sup>
                                      <m:sSub>
                                        <m:sSubPr>
                                          <m:ctrlP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sup>
                                  </m:sSubSup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,…,</m:t>
                                  </m:r>
                                  <m:sSubSup>
                                    <m:sSubSupPr>
                                      <m:ctrlP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ko-KR" sz="14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  <m:sup>
                                      <m:sSub>
                                        <m:sSubPr>
                                          <m:ctrlP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sup>
                                  </m:sSubSup>
                                </m:e>
                              </m:groupChr>
                            </m:e>
                            <m:lim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d>
                                <m:dPr>
                                  <m:ctrlP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ko-KR" sz="14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  <m:sup>
                                      <m:sSub>
                                        <m:sSubPr>
                                          <m:ctrlP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sup>
                                  </m:sSubSup>
                                </m:e>
                              </m:d>
                            </m:lim>
                          </m:limLow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, … </m:t>
                          </m:r>
                        </m:e>
                      </m:d>
                    </m:oMath>
                  </m:oMathPara>
                </a14:m>
                <a:endParaRPr lang="ko-KR" altLang="en-US" sz="1400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6B90303-0B53-18BE-E9A4-3B1E74C650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3949" y="484208"/>
                <a:ext cx="2986875" cy="907043"/>
              </a:xfrm>
              <a:prstGeom prst="rect">
                <a:avLst/>
              </a:prstGeom>
              <a:blipFill>
                <a:blip r:embed="rId10"/>
                <a:stretch>
                  <a:fillRect r="-9796" b="-134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82DCC42-CBC0-2C7A-54CC-974AD2520F53}"/>
                  </a:ext>
                </a:extLst>
              </p:cNvPr>
              <p:cNvSpPr txBox="1"/>
              <p:nvPr/>
            </p:nvSpPr>
            <p:spPr>
              <a:xfrm>
                <a:off x="127746" y="6461720"/>
                <a:ext cx="1721690" cy="2868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𝑎𝑏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sz="1400" b="1" i="1"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sup>
                              </m:sSubSup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sz="1400" b="1" i="1"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-US" altLang="ko-KR" sz="140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sup>
                              </m:sSubSup>
                            </m:e>
                          </m:d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1400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82DCC42-CBC0-2C7A-54CC-974AD2520F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746" y="6461720"/>
                <a:ext cx="1721690" cy="286873"/>
              </a:xfrm>
              <a:prstGeom prst="rect">
                <a:avLst/>
              </a:prstGeom>
              <a:blipFill>
                <a:blip r:embed="rId11"/>
                <a:stretch>
                  <a:fillRect l="-1773" b="-1489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8E7B0FE-ACC1-4FF7-1B92-CFFA46B70BAE}"/>
                  </a:ext>
                </a:extLst>
              </p:cNvPr>
              <p:cNvSpPr txBox="1"/>
              <p:nvPr/>
            </p:nvSpPr>
            <p:spPr>
              <a:xfrm>
                <a:off x="-30262" y="1876416"/>
                <a:ext cx="3150598" cy="15038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AutoNum type="arabicParenBoth"/>
                </a:pPr>
                <a:r>
                  <a:rPr lang="en-US" altLang="ko-KR" sz="1400" b="0" dirty="0"/>
                  <a:t>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𝑡</m:t>
                    </m:r>
                    <m:sSubSup>
                      <m:sSubSup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p>
                    </m:sSubSup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altLang="ko-KR" sz="1400" b="0" dirty="0"/>
                  <a:t> </a:t>
                </a:r>
              </a:p>
              <a:p>
                <a:pPr marL="342900" indent="-342900">
                  <a:buFontTx/>
                  <a:buAutoNum type="arabicParenBoth"/>
                </a:pPr>
                <a:r>
                  <a:rPr lang="en-US" altLang="ko-KR" sz="1400" b="0" dirty="0"/>
                  <a:t>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𝑡</m:t>
                    </m:r>
                    <m:sSubSup>
                      <m:sSubSup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p>
                    </m:sSubSup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p>
                    </m:sSup>
                  </m:oMath>
                </a14:m>
                <a:endParaRPr lang="en-US" altLang="ko-KR" sz="1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  <m:sSubSup>
                            <m:sSubSup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p>
                          </m:sSubSup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sSubSup>
                            <m:sSubSup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altLang="ko-KR" sz="1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~</m:t>
                      </m:r>
                      <m:sSup>
                        <m:sSup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&lt;</m:t>
                                  </m:r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  <m:sup/>
                                <m:e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d>
                                    <m:dPr>
                                      <m:ctrlP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  <m:r>
                                            <a:rPr lang="en-US" altLang="ko-KR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ko-KR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  <m:sup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  <m:t>𝑔</m:t>
                                          </m:r>
                                        </m:sup>
                                      </m:sSubSup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altLang="ko-KR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ko-KR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  <m:sup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  <m:t>𝑔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altLang="ko-KR" sz="1400" b="0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8E7B0FE-ACC1-4FF7-1B92-CFFA46B70B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0262" y="1876416"/>
                <a:ext cx="3150598" cy="1503810"/>
              </a:xfrm>
              <a:prstGeom prst="rect">
                <a:avLst/>
              </a:prstGeom>
              <a:blipFill>
                <a:blip r:embed="rId12"/>
                <a:stretch>
                  <a:fillRect l="-967" t="-20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3FA670C-3F18-30D7-212C-C749B0F7119D}"/>
                  </a:ext>
                </a:extLst>
              </p:cNvPr>
              <p:cNvSpPr txBox="1"/>
              <p:nvPr/>
            </p:nvSpPr>
            <p:spPr>
              <a:xfrm>
                <a:off x="8345195" y="380909"/>
                <a:ext cx="2477334" cy="3177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p>
                      </m:sSubSup>
                      <m:r>
                        <a:rPr lang="en-US" altLang="ko-KR" sz="1200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sSubSup>
                            <m:sSubSup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p>
                          </m:sSubSup>
                        </m:e>
                      </m:d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+(1−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)×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3FA670C-3F18-30D7-212C-C749B0F711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5195" y="380909"/>
                <a:ext cx="2477334" cy="31771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9ACA7E1-A7D0-6A17-CE4E-930C07B965A9}"/>
                  </a:ext>
                </a:extLst>
              </p:cNvPr>
              <p:cNvSpPr txBox="1"/>
              <p:nvPr/>
            </p:nvSpPr>
            <p:spPr>
              <a:xfrm>
                <a:off x="3897981" y="1446284"/>
                <a:ext cx="2581786" cy="2989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atin typeface="Cambria Math" panose="02040503050406030204" pitchFamily="18" charset="0"/>
                              </a:rPr>
                              <m:t>j</m:t>
                            </m:r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sz="1100" dirty="0"/>
                  <a:t>~ mean(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sup>
                        </m:sSubSup>
                      </m:e>
                    </m:d>
                  </m:oMath>
                </a14:m>
                <a:r>
                  <a:rPr lang="en-US" altLang="ko-KR" sz="1100" dirty="0"/>
                  <a:t>)</a:t>
                </a:r>
                <a:endParaRPr lang="ko-KR" altLang="en-US" sz="11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9ACA7E1-A7D0-6A17-CE4E-930C07B965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7981" y="1446284"/>
                <a:ext cx="2581786" cy="298928"/>
              </a:xfrm>
              <a:prstGeom prst="rect">
                <a:avLst/>
              </a:prstGeom>
              <a:blipFill>
                <a:blip r:embed="rId15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8724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5518</TotalTime>
  <Words>527</Words>
  <Application>Microsoft Office PowerPoint</Application>
  <PresentationFormat>와이드스크린</PresentationFormat>
  <Paragraphs>78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맑은 고딕</vt:lpstr>
      <vt:lpstr>Arial</vt:lpstr>
      <vt:lpstr>Cambria Math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하 승웅</dc:creator>
  <cp:lastModifiedBy>하 승웅</cp:lastModifiedBy>
  <cp:revision>1</cp:revision>
  <dcterms:created xsi:type="dcterms:W3CDTF">2023-05-29T12:43:03Z</dcterms:created>
  <dcterms:modified xsi:type="dcterms:W3CDTF">2023-09-06T20:19:04Z</dcterms:modified>
</cp:coreProperties>
</file>