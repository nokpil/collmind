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</p:sldIdLst>
  <p:sldSz cx="12192000" cy="8658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CC9EDA-5790-40E7-B26A-1491EB203ABA}" v="15" dt="2023-10-12T07:40:45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>
        <p:scale>
          <a:sx n="100" d="100"/>
          <a:sy n="100" d="100"/>
        </p:scale>
        <p:origin x="96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웅 하" userId="f9089b053ea938d5" providerId="LiveId" clId="{C0D21F4F-1AEF-4899-94CC-895553E32EE9}"/>
    <pc:docChg chg="modSld">
      <pc:chgData name="승웅 하" userId="f9089b053ea938d5" providerId="LiveId" clId="{C0D21F4F-1AEF-4899-94CC-895553E32EE9}" dt="2023-10-12T17:33:40.923" v="29" actId="20577"/>
      <pc:docMkLst>
        <pc:docMk/>
      </pc:docMkLst>
      <pc:sldChg chg="modSp mod">
        <pc:chgData name="승웅 하" userId="f9089b053ea938d5" providerId="LiveId" clId="{C0D21F4F-1AEF-4899-94CC-895553E32EE9}" dt="2023-10-12T17:33:40.923" v="29" actId="20577"/>
        <pc:sldMkLst>
          <pc:docMk/>
          <pc:sldMk cId="2372134658" sldId="261"/>
        </pc:sldMkLst>
        <pc:spChg chg="mod">
          <ac:chgData name="승웅 하" userId="f9089b053ea938d5" providerId="LiveId" clId="{C0D21F4F-1AEF-4899-94CC-895553E32EE9}" dt="2023-10-12T17:33:40.923" v="29" actId="20577"/>
          <ac:spMkLst>
            <pc:docMk/>
            <pc:sldMk cId="2372134658" sldId="261"/>
            <ac:spMk id="5" creationId="{2EE2059A-EB8A-E7C0-778A-717EEAB39638}"/>
          </ac:spMkLst>
        </pc:spChg>
        <pc:cxnChg chg="mod">
          <ac:chgData name="승웅 하" userId="f9089b053ea938d5" providerId="LiveId" clId="{C0D21F4F-1AEF-4899-94CC-895553E32EE9}" dt="2023-10-12T16:32:50.714" v="2" actId="14100"/>
          <ac:cxnSpMkLst>
            <pc:docMk/>
            <pc:sldMk cId="2372134658" sldId="261"/>
            <ac:cxnSpMk id="135" creationId="{4CFCDE48-F384-3B97-A3DD-A2B4C648A970}"/>
          </ac:cxnSpMkLst>
        </pc:cxnChg>
      </pc:sldChg>
    </pc:docChg>
  </pc:docChgLst>
  <pc:docChgLst>
    <pc:chgData name="승웅 하" userId="f9089b053ea938d5" providerId="LiveId" clId="{D6CC9EDA-5790-40E7-B26A-1491EB203ABA}"/>
    <pc:docChg chg="undo custSel addSld delSld modSld">
      <pc:chgData name="승웅 하" userId="f9089b053ea938d5" providerId="LiveId" clId="{D6CC9EDA-5790-40E7-B26A-1491EB203ABA}" dt="2023-10-18T20:51:35.959" v="3746" actId="1076"/>
      <pc:docMkLst>
        <pc:docMk/>
      </pc:docMkLst>
      <pc:sldChg chg="del">
        <pc:chgData name="승웅 하" userId="f9089b053ea938d5" providerId="LiveId" clId="{D6CC9EDA-5790-40E7-B26A-1491EB203ABA}" dt="2023-09-08T05:23:43.783" v="0" actId="47"/>
        <pc:sldMkLst>
          <pc:docMk/>
          <pc:sldMk cId="2276023957" sldId="256"/>
        </pc:sldMkLst>
      </pc:sldChg>
      <pc:sldChg chg="del">
        <pc:chgData name="승웅 하" userId="f9089b053ea938d5" providerId="LiveId" clId="{D6CC9EDA-5790-40E7-B26A-1491EB203ABA}" dt="2023-09-08T05:23:43.783" v="0" actId="47"/>
        <pc:sldMkLst>
          <pc:docMk/>
          <pc:sldMk cId="142352291" sldId="257"/>
        </pc:sldMkLst>
      </pc:sldChg>
      <pc:sldChg chg="del">
        <pc:chgData name="승웅 하" userId="f9089b053ea938d5" providerId="LiveId" clId="{D6CC9EDA-5790-40E7-B26A-1491EB203ABA}" dt="2023-09-08T05:23:43.783" v="0" actId="47"/>
        <pc:sldMkLst>
          <pc:docMk/>
          <pc:sldMk cId="611999202" sldId="258"/>
        </pc:sldMkLst>
      </pc:sldChg>
      <pc:sldChg chg="del">
        <pc:chgData name="승웅 하" userId="f9089b053ea938d5" providerId="LiveId" clId="{D6CC9EDA-5790-40E7-B26A-1491EB203ABA}" dt="2023-09-08T05:23:43.783" v="0" actId="47"/>
        <pc:sldMkLst>
          <pc:docMk/>
          <pc:sldMk cId="3745310151" sldId="259"/>
        </pc:sldMkLst>
      </pc:sldChg>
      <pc:sldChg chg="addSp delSp modSp mod">
        <pc:chgData name="승웅 하" userId="f9089b053ea938d5" providerId="LiveId" clId="{D6CC9EDA-5790-40E7-B26A-1491EB203ABA}" dt="2023-09-11T00:25:06.414" v="5" actId="20577"/>
        <pc:sldMkLst>
          <pc:docMk/>
          <pc:sldMk cId="1990812192" sldId="260"/>
        </pc:sldMkLst>
        <pc:spChg chg="mod">
          <ac:chgData name="승웅 하" userId="f9089b053ea938d5" providerId="LiveId" clId="{D6CC9EDA-5790-40E7-B26A-1491EB203ABA}" dt="2023-09-11T00:25:06.414" v="5" actId="20577"/>
          <ac:spMkLst>
            <pc:docMk/>
            <pc:sldMk cId="1990812192" sldId="260"/>
            <ac:spMk id="20" creationId="{26B90303-0B53-18BE-E9A4-3B1E74C650AA}"/>
          </ac:spMkLst>
        </pc:spChg>
        <pc:spChg chg="add del">
          <ac:chgData name="승웅 하" userId="f9089b053ea938d5" providerId="LiveId" clId="{D6CC9EDA-5790-40E7-B26A-1491EB203ABA}" dt="2023-09-08T05:23:51.023" v="3" actId="478"/>
          <ac:spMkLst>
            <pc:docMk/>
            <pc:sldMk cId="1990812192" sldId="260"/>
            <ac:spMk id="141" creationId="{EEBA084C-9164-7A3B-50FA-171C761F6F1E}"/>
          </ac:spMkLst>
        </pc:spChg>
        <pc:cxnChg chg="mod">
          <ac:chgData name="승웅 하" userId="f9089b053ea938d5" providerId="LiveId" clId="{D6CC9EDA-5790-40E7-B26A-1491EB203ABA}" dt="2023-09-08T05:23:51.023" v="3" actId="478"/>
          <ac:cxnSpMkLst>
            <pc:docMk/>
            <pc:sldMk cId="1990812192" sldId="260"/>
            <ac:cxnSpMk id="143" creationId="{5EC68208-783D-6465-12A4-87045E369E2D}"/>
          </ac:cxnSpMkLst>
        </pc:cxnChg>
      </pc:sldChg>
      <pc:sldChg chg="addSp delSp modSp add mod">
        <pc:chgData name="승웅 하" userId="f9089b053ea938d5" providerId="LiveId" clId="{D6CC9EDA-5790-40E7-B26A-1491EB203ABA}" dt="2023-10-18T20:51:35.959" v="3746" actId="1076"/>
        <pc:sldMkLst>
          <pc:docMk/>
          <pc:sldMk cId="2372134658" sldId="261"/>
        </pc:sldMkLst>
        <pc:spChg chg="add mod">
          <ac:chgData name="승웅 하" userId="f9089b053ea938d5" providerId="LiveId" clId="{D6CC9EDA-5790-40E7-B26A-1491EB203ABA}" dt="2023-10-12T06:54:23.483" v="1779" actId="1076"/>
          <ac:spMkLst>
            <pc:docMk/>
            <pc:sldMk cId="2372134658" sldId="261"/>
            <ac:spMk id="2" creationId="{6AADFA1C-F1BF-CF9A-E449-D7B7C1FFB2FF}"/>
          </ac:spMkLst>
        </pc:spChg>
        <pc:spChg chg="del mod">
          <ac:chgData name="승웅 하" userId="f9089b053ea938d5" providerId="LiveId" clId="{D6CC9EDA-5790-40E7-B26A-1491EB203ABA}" dt="2023-10-11T05:24:12.567" v="10" actId="478"/>
          <ac:spMkLst>
            <pc:docMk/>
            <pc:sldMk cId="2372134658" sldId="261"/>
            <ac:spMk id="2" creationId="{F1F0E058-F82B-E34D-C5FB-7B4EFDF64318}"/>
          </ac:spMkLst>
        </pc:spChg>
        <pc:spChg chg="del">
          <ac:chgData name="승웅 하" userId="f9089b053ea938d5" providerId="LiveId" clId="{D6CC9EDA-5790-40E7-B26A-1491EB203ABA}" dt="2023-10-11T05:24:26.548" v="22" actId="478"/>
          <ac:spMkLst>
            <pc:docMk/>
            <pc:sldMk cId="2372134658" sldId="261"/>
            <ac:spMk id="3" creationId="{67B18926-E707-C7B3-9D21-8BD64ACFBB68}"/>
          </ac:spMkLst>
        </pc:spChg>
        <pc:spChg chg="add 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3" creationId="{BFBA4F1F-FFB9-31FC-A312-2ECF9F523F0A}"/>
          </ac:spMkLst>
        </pc:spChg>
        <pc:spChg chg="add 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4" creationId="{1B3FD1AC-A3F0-FC52-9C97-CF67B7184E17}"/>
          </ac:spMkLst>
        </pc:spChg>
        <pc:spChg chg="del">
          <ac:chgData name="승웅 하" userId="f9089b053ea938d5" providerId="LiveId" clId="{D6CC9EDA-5790-40E7-B26A-1491EB203ABA}" dt="2023-10-11T05:24:14.697" v="13" actId="478"/>
          <ac:spMkLst>
            <pc:docMk/>
            <pc:sldMk cId="2372134658" sldId="261"/>
            <ac:spMk id="4" creationId="{5B0BE2E5-2209-7810-6B75-514596EDA79D}"/>
          </ac:spMkLst>
        </pc:spChg>
        <pc:spChg chg="add mod">
          <ac:chgData name="승웅 하" userId="f9089b053ea938d5" providerId="LiveId" clId="{D6CC9EDA-5790-40E7-B26A-1491EB203ABA}" dt="2023-10-18T20:51:35.959" v="3746" actId="1076"/>
          <ac:spMkLst>
            <pc:docMk/>
            <pc:sldMk cId="2372134658" sldId="261"/>
            <ac:spMk id="5" creationId="{2EE2059A-EB8A-E7C0-778A-717EEAB39638}"/>
          </ac:spMkLst>
        </pc:spChg>
        <pc:spChg chg="del">
          <ac:chgData name="승웅 하" userId="f9089b053ea938d5" providerId="LiveId" clId="{D6CC9EDA-5790-40E7-B26A-1491EB203ABA}" dt="2023-10-11T05:24:13.175" v="11" actId="478"/>
          <ac:spMkLst>
            <pc:docMk/>
            <pc:sldMk cId="2372134658" sldId="261"/>
            <ac:spMk id="5" creationId="{49CFCAFE-BA29-EE6D-A607-32A40AD01458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6" creationId="{99BBB32C-FAA0-FFA6-F76E-704B253D57C6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7" creationId="{FB6FD684-61B6-19B8-1A2D-BA84106DBA02}"/>
          </ac:spMkLst>
        </pc:spChg>
        <pc:spChg chg="del">
          <ac:chgData name="승웅 하" userId="f9089b053ea938d5" providerId="LiveId" clId="{D6CC9EDA-5790-40E7-B26A-1491EB203ABA}" dt="2023-10-11T05:24:25.303" v="21" actId="478"/>
          <ac:spMkLst>
            <pc:docMk/>
            <pc:sldMk cId="2372134658" sldId="261"/>
            <ac:spMk id="8" creationId="{0502D44D-883F-31DF-49FA-A23DF31EED60}"/>
          </ac:spMkLst>
        </pc:spChg>
        <pc:spChg chg="add del mod">
          <ac:chgData name="승웅 하" userId="f9089b053ea938d5" providerId="LiveId" clId="{D6CC9EDA-5790-40E7-B26A-1491EB203ABA}" dt="2023-10-12T06:48:21.226" v="1191" actId="478"/>
          <ac:spMkLst>
            <pc:docMk/>
            <pc:sldMk cId="2372134658" sldId="261"/>
            <ac:spMk id="8" creationId="{F68CF170-3A96-B792-12D3-4D9CDBBE54CA}"/>
          </ac:spMkLst>
        </pc:spChg>
        <pc:spChg chg="add mod">
          <ac:chgData name="승웅 하" userId="f9089b053ea938d5" providerId="LiveId" clId="{D6CC9EDA-5790-40E7-B26A-1491EB203ABA}" dt="2023-10-12T07:40:59.555" v="3465" actId="1076"/>
          <ac:spMkLst>
            <pc:docMk/>
            <pc:sldMk cId="2372134658" sldId="261"/>
            <ac:spMk id="9" creationId="{821780F4-7084-4E3F-2FCE-E938BA6FDBAD}"/>
          </ac:spMkLst>
        </pc:spChg>
        <pc:spChg chg="add del mod">
          <ac:chgData name="승웅 하" userId="f9089b053ea938d5" providerId="LiveId" clId="{D6CC9EDA-5790-40E7-B26A-1491EB203ABA}" dt="2023-10-12T06:47:16.151" v="989"/>
          <ac:spMkLst>
            <pc:docMk/>
            <pc:sldMk cId="2372134658" sldId="261"/>
            <ac:spMk id="10" creationId="{3EA03269-0DC6-A4BC-AA5F-C0B9B48386BA}"/>
          </ac:spMkLst>
        </pc:spChg>
        <pc:spChg chg="add del mod">
          <ac:chgData name="승웅 하" userId="f9089b053ea938d5" providerId="LiveId" clId="{D6CC9EDA-5790-40E7-B26A-1491EB203ABA}" dt="2023-10-12T06:50:10.257" v="1364"/>
          <ac:spMkLst>
            <pc:docMk/>
            <pc:sldMk cId="2372134658" sldId="261"/>
            <ac:spMk id="11" creationId="{AC2F967F-342C-BA93-7588-897AC520A4E0}"/>
          </ac:spMkLst>
        </pc:spChg>
        <pc:spChg chg="del">
          <ac:chgData name="승웅 하" userId="f9089b053ea938d5" providerId="LiveId" clId="{D6CC9EDA-5790-40E7-B26A-1491EB203ABA}" dt="2023-10-11T05:24:20.396" v="17" actId="478"/>
          <ac:spMkLst>
            <pc:docMk/>
            <pc:sldMk cId="2372134658" sldId="261"/>
            <ac:spMk id="12" creationId="{8FF866AB-3168-CB39-8299-36791F0504FB}"/>
          </ac:spMkLst>
        </pc:spChg>
        <pc:spChg chg="add del mod">
          <ac:chgData name="승웅 하" userId="f9089b053ea938d5" providerId="LiveId" clId="{D6CC9EDA-5790-40E7-B26A-1491EB203ABA}" dt="2023-10-12T06:53:26.949" v="1749"/>
          <ac:spMkLst>
            <pc:docMk/>
            <pc:sldMk cId="2372134658" sldId="261"/>
            <ac:spMk id="13" creationId="{042028EA-54D1-C4E2-B543-421AD9BC7025}"/>
          </ac:spMkLst>
        </pc:spChg>
        <pc:spChg chg="del">
          <ac:chgData name="승웅 하" userId="f9089b053ea938d5" providerId="LiveId" clId="{D6CC9EDA-5790-40E7-B26A-1491EB203ABA}" dt="2023-10-11T05:24:23.825" v="20" actId="478"/>
          <ac:spMkLst>
            <pc:docMk/>
            <pc:sldMk cId="2372134658" sldId="261"/>
            <ac:spMk id="14" creationId="{48AAEF07-5368-99E5-4B6A-219FFEB0CC39}"/>
          </ac:spMkLst>
        </pc:spChg>
        <pc:spChg chg="add 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4" creationId="{4BC26F2F-2045-BA4C-2659-4611ECEC08D0}"/>
          </ac:spMkLst>
        </pc:spChg>
        <pc:spChg chg="del">
          <ac:chgData name="승웅 하" userId="f9089b053ea938d5" providerId="LiveId" clId="{D6CC9EDA-5790-40E7-B26A-1491EB203ABA}" dt="2023-10-11T05:24:16.966" v="14" actId="478"/>
          <ac:spMkLst>
            <pc:docMk/>
            <pc:sldMk cId="2372134658" sldId="261"/>
            <ac:spMk id="15" creationId="{5F29A7C5-D7F7-F4ED-24C4-30A2F1B1BEE8}"/>
          </ac:spMkLst>
        </pc:spChg>
        <pc:spChg chg="add 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5" creationId="{F70974E3-A647-1B3D-201C-7B554A7BCD16}"/>
          </ac:spMkLst>
        </pc:spChg>
        <pc:spChg chg="add 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6" creationId="{34A32A85-FF2F-A7DA-28FF-37966FB6E43D}"/>
          </ac:spMkLst>
        </pc:spChg>
        <pc:spChg chg="del">
          <ac:chgData name="승웅 하" userId="f9089b053ea938d5" providerId="LiveId" clId="{D6CC9EDA-5790-40E7-B26A-1491EB203ABA}" dt="2023-10-11T05:24:28.595" v="23" actId="478"/>
          <ac:spMkLst>
            <pc:docMk/>
            <pc:sldMk cId="2372134658" sldId="261"/>
            <ac:spMk id="16" creationId="{9279279C-1F46-7538-D766-5695E3472556}"/>
          </ac:spMkLst>
        </pc:spChg>
        <pc:spChg chg="add 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7" creationId="{29692975-696E-A7AF-717E-F4874D438E12}"/>
          </ac:spMkLst>
        </pc:spChg>
        <pc:spChg chg="del">
          <ac:chgData name="승웅 하" userId="f9089b053ea938d5" providerId="LiveId" clId="{D6CC9EDA-5790-40E7-B26A-1491EB203ABA}" dt="2023-10-11T05:24:11.690" v="8" actId="478"/>
          <ac:spMkLst>
            <pc:docMk/>
            <pc:sldMk cId="2372134658" sldId="261"/>
            <ac:spMk id="18" creationId="{C8E65061-B732-AFD3-3490-3FD7B05E9632}"/>
          </ac:spMkLst>
        </pc:spChg>
        <pc:spChg chg="add mod">
          <ac:chgData name="승웅 하" userId="f9089b053ea938d5" providerId="LiveId" clId="{D6CC9EDA-5790-40E7-B26A-1491EB203ABA}" dt="2023-10-12T07:41:10.900" v="3466" actId="1076"/>
          <ac:spMkLst>
            <pc:docMk/>
            <pc:sldMk cId="2372134658" sldId="261"/>
            <ac:spMk id="18" creationId="{D1539F89-489A-5D91-494A-892C3DA18AAE}"/>
          </ac:spMkLst>
        </pc:spChg>
        <pc:spChg chg="del">
          <ac:chgData name="승웅 하" userId="f9089b053ea938d5" providerId="LiveId" clId="{D6CC9EDA-5790-40E7-B26A-1491EB203ABA}" dt="2023-10-11T05:24:14.005" v="12" actId="478"/>
          <ac:spMkLst>
            <pc:docMk/>
            <pc:sldMk cId="2372134658" sldId="261"/>
            <ac:spMk id="20" creationId="{26B90303-0B53-18BE-E9A4-3B1E74C650AA}"/>
          </ac:spMkLst>
        </pc:spChg>
        <pc:spChg chg="del">
          <ac:chgData name="승웅 하" userId="f9089b053ea938d5" providerId="LiveId" clId="{D6CC9EDA-5790-40E7-B26A-1491EB203ABA}" dt="2023-10-11T05:24:11.012" v="7" actId="478"/>
          <ac:spMkLst>
            <pc:docMk/>
            <pc:sldMk cId="2372134658" sldId="261"/>
            <ac:spMk id="23" creationId="{78E7B0FE-ACC1-4FF7-1B92-CFFA46B70BAE}"/>
          </ac:spMkLst>
        </pc:spChg>
        <pc:spChg chg="del">
          <ac:chgData name="승웅 하" userId="f9089b053ea938d5" providerId="LiveId" clId="{D6CC9EDA-5790-40E7-B26A-1491EB203ABA}" dt="2023-10-11T05:24:29.934" v="24" actId="478"/>
          <ac:spMkLst>
            <pc:docMk/>
            <pc:sldMk cId="2372134658" sldId="261"/>
            <ac:spMk id="32" creationId="{2CC106AD-8E4B-C6AB-F2FD-11ADBC88A3F8}"/>
          </ac:spMkLst>
        </pc:spChg>
        <pc:spChg chg="del">
          <ac:chgData name="승웅 하" userId="f9089b053ea938d5" providerId="LiveId" clId="{D6CC9EDA-5790-40E7-B26A-1491EB203ABA}" dt="2023-10-11T05:24:29.934" v="24" actId="478"/>
          <ac:spMkLst>
            <pc:docMk/>
            <pc:sldMk cId="2372134658" sldId="261"/>
            <ac:spMk id="34" creationId="{7DB8FDAA-2CCA-D87A-AE18-B97981975AB4}"/>
          </ac:spMkLst>
        </pc:spChg>
        <pc:spChg chg="del">
          <ac:chgData name="승웅 하" userId="f9089b053ea938d5" providerId="LiveId" clId="{D6CC9EDA-5790-40E7-B26A-1491EB203ABA}" dt="2023-10-11T05:24:29.934" v="24" actId="478"/>
          <ac:spMkLst>
            <pc:docMk/>
            <pc:sldMk cId="2372134658" sldId="261"/>
            <ac:spMk id="36" creationId="{CDAC8E9E-A981-F9E4-EBC5-868592029E9A}"/>
          </ac:spMkLst>
        </pc:spChg>
        <pc:spChg chg="del">
          <ac:chgData name="승웅 하" userId="f9089b053ea938d5" providerId="LiveId" clId="{D6CC9EDA-5790-40E7-B26A-1491EB203ABA}" dt="2023-10-11T05:24:19.333" v="16" actId="478"/>
          <ac:spMkLst>
            <pc:docMk/>
            <pc:sldMk cId="2372134658" sldId="261"/>
            <ac:spMk id="37" creationId="{8DACC5D2-4498-2296-7B06-8EDBFC700014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47" creationId="{E9D017B4-B5D3-A1CC-1322-D60ACB11D32E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48" creationId="{E0868C25-DEF0-DE3F-8413-2EC1BA00B86B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75" creationId="{16890CCC-3AB1-6DB2-3457-C9E0D1B0E43B}"/>
          </ac:spMkLst>
        </pc:spChg>
        <pc:spChg chg="mod">
          <ac:chgData name="승웅 하" userId="f9089b053ea938d5" providerId="LiveId" clId="{D6CC9EDA-5790-40E7-B26A-1491EB203ABA}" dt="2023-10-12T06:53:32.918" v="1751" actId="1076"/>
          <ac:spMkLst>
            <pc:docMk/>
            <pc:sldMk cId="2372134658" sldId="261"/>
            <ac:spMk id="76" creationId="{4BEB773B-F752-4DA3-5707-5D5D8142632D}"/>
          </ac:spMkLst>
        </pc:spChg>
        <pc:spChg chg="mod">
          <ac:chgData name="승웅 하" userId="f9089b053ea938d5" providerId="LiveId" clId="{D6CC9EDA-5790-40E7-B26A-1491EB203ABA}" dt="2023-10-12T06:53:38.809" v="1754" actId="1076"/>
          <ac:spMkLst>
            <pc:docMk/>
            <pc:sldMk cId="2372134658" sldId="261"/>
            <ac:spMk id="77" creationId="{5DE36840-14B2-68F9-E41A-037C7D4E99DF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78" creationId="{2922B32E-08E3-5D62-E62C-98BA09B71B4F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79" creationId="{9C766AC5-A925-657F-9E5E-4DE29D7D67D9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80" creationId="{DFDA8351-6E26-B839-6636-43B2B5054681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81" creationId="{DF067161-C688-11E0-5A1A-14F3D07E79DD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82" creationId="{2EC7A63D-A0AD-9A22-311C-863F037B0CD2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83" creationId="{43C2D2FD-C030-8077-C94D-974B0CC1CB2B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84" creationId="{44E36D5A-E280-E2B8-C6C2-E9A158132F87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90" creationId="{FE1EE431-359E-76D7-9F58-AD1113D7CE0C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95" creationId="{0F7DF099-5E39-E413-2108-539156D89C15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96" creationId="{DF9745F7-A092-D569-EFC6-D7CBDF4B8BA6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97" creationId="{983666E1-8203-72BB-A623-2D3606699A31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98" creationId="{02426819-7CF5-4A99-E5EB-2C7CB7C55EAC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99" creationId="{15D7EE0B-BB43-BF00-83B1-17B20927F1DF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0" creationId="{1F0EFEB7-511B-E5C8-3104-D94ABE058DAF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1" creationId="{1994EB39-E5CF-1990-3D9F-B1565F824A70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2" creationId="{4C53AF7C-9572-B94B-AA5C-4301D96D251E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3" creationId="{49C78B53-8A57-B8FB-529F-84FC8B86BF59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4" creationId="{1875E357-5939-89F6-66B4-C06380823EC2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5" creationId="{1352283C-5504-C55D-2D7B-5EA23FED53B0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6" creationId="{5B81EA6F-5D4F-8382-3602-AA4DD35D7725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7" creationId="{DF61B449-C519-2142-F552-3C068E60D1D3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8" creationId="{B8371761-6E8D-3EF9-3046-BE268FB90822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09" creationId="{7B13077B-521A-9486-586B-C3553006ED4F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14" creationId="{7142E4A9-CAF8-9F76-19FD-1C3B1575F6DA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15" creationId="{0E132080-5691-9491-E4BE-FDFF3C067B9B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16" creationId="{A6F7D513-7E8C-3DD0-EDDF-4090E4852DF0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17" creationId="{847185A3-9CB1-4CA8-CD1D-8765E0486689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18" creationId="{E25F6966-8A19-EFD6-A235-BEAB40666E23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19" creationId="{AD8FF88E-1C7D-0F9F-5DF0-45E902227CBB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20" creationId="{FC340BD2-7A10-98F4-FB4C-CB37E2F893E9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21" creationId="{4D989561-528A-C8B2-3AFE-2CA2A681D9D8}"/>
          </ac:spMkLst>
        </pc:spChg>
        <pc:spChg chg="mod">
          <ac:chgData name="승웅 하" userId="f9089b053ea938d5" providerId="LiveId" clId="{D6CC9EDA-5790-40E7-B26A-1491EB203ABA}" dt="2023-10-12T06:54:19.767" v="1777" actId="1035"/>
          <ac:spMkLst>
            <pc:docMk/>
            <pc:sldMk cId="2372134658" sldId="261"/>
            <ac:spMk id="122" creationId="{AA94FE50-9B9B-26DB-392F-BE25C4592834}"/>
          </ac:spMkLst>
        </pc:spChg>
        <pc:spChg chg="del">
          <ac:chgData name="승웅 하" userId="f9089b053ea938d5" providerId="LiveId" clId="{D6CC9EDA-5790-40E7-B26A-1491EB203ABA}" dt="2023-10-12T05:48:56.448" v="26" actId="478"/>
          <ac:spMkLst>
            <pc:docMk/>
            <pc:sldMk cId="2372134658" sldId="261"/>
            <ac:spMk id="123" creationId="{DAAD8297-B26C-654B-6029-2A2F75FDA7BD}"/>
          </ac:spMkLst>
        </pc:spChg>
        <pc:spChg chg="del">
          <ac:chgData name="승웅 하" userId="f9089b053ea938d5" providerId="LiveId" clId="{D6CC9EDA-5790-40E7-B26A-1491EB203ABA}" dt="2023-10-12T05:48:56.448" v="26" actId="478"/>
          <ac:spMkLst>
            <pc:docMk/>
            <pc:sldMk cId="2372134658" sldId="261"/>
            <ac:spMk id="124" creationId="{45988FC3-BCF8-727D-C288-334C5B309845}"/>
          </ac:spMkLst>
        </pc:spChg>
        <pc:spChg chg="del">
          <ac:chgData name="승웅 하" userId="f9089b053ea938d5" providerId="LiveId" clId="{D6CC9EDA-5790-40E7-B26A-1491EB203ABA}" dt="2023-10-12T05:48:56.448" v="26" actId="478"/>
          <ac:spMkLst>
            <pc:docMk/>
            <pc:sldMk cId="2372134658" sldId="261"/>
            <ac:spMk id="125" creationId="{94D0CF41-1378-B694-054D-411DC43550D0}"/>
          </ac:spMkLst>
        </pc:spChg>
        <pc:spChg chg="del">
          <ac:chgData name="승웅 하" userId="f9089b053ea938d5" providerId="LiveId" clId="{D6CC9EDA-5790-40E7-B26A-1491EB203ABA}" dt="2023-10-12T05:48:56.448" v="26" actId="478"/>
          <ac:spMkLst>
            <pc:docMk/>
            <pc:sldMk cId="2372134658" sldId="261"/>
            <ac:spMk id="126" creationId="{842E185E-56EA-A3C8-CAB0-5979DA6C839C}"/>
          </ac:spMkLst>
        </pc:spChg>
        <pc:spChg chg="del">
          <ac:chgData name="승웅 하" userId="f9089b053ea938d5" providerId="LiveId" clId="{D6CC9EDA-5790-40E7-B26A-1491EB203ABA}" dt="2023-10-12T05:48:56.448" v="26" actId="478"/>
          <ac:spMkLst>
            <pc:docMk/>
            <pc:sldMk cId="2372134658" sldId="261"/>
            <ac:spMk id="128" creationId="{5AE5C3DB-4F20-CED6-8418-053BF5571CAE}"/>
          </ac:spMkLst>
        </pc:spChg>
        <pc:spChg chg="del">
          <ac:chgData name="승웅 하" userId="f9089b053ea938d5" providerId="LiveId" clId="{D6CC9EDA-5790-40E7-B26A-1491EB203ABA}" dt="2023-10-12T05:48:54.710" v="25" actId="478"/>
          <ac:spMkLst>
            <pc:docMk/>
            <pc:sldMk cId="2372134658" sldId="261"/>
            <ac:spMk id="129" creationId="{B9512AE7-3D76-72C3-DD31-6114A516A5A7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30" creationId="{0FA72858-8DB7-9531-6671-3EE42744B1BD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31" creationId="{1610AB90-5838-D34A-0A9C-877EE22262D8}"/>
          </ac:spMkLst>
        </pc:spChg>
        <pc:spChg chg="del">
          <ac:chgData name="승웅 하" userId="f9089b053ea938d5" providerId="LiveId" clId="{D6CC9EDA-5790-40E7-B26A-1491EB203ABA}" dt="2023-10-11T05:24:22.386" v="19" actId="478"/>
          <ac:spMkLst>
            <pc:docMk/>
            <pc:sldMk cId="2372134658" sldId="261"/>
            <ac:spMk id="132" creationId="{53523F0A-6C68-4612-001C-F2EDF5141409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41" creationId="{EEBA084C-9164-7A3B-50FA-171C761F6F1E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42" creationId="{ED2CBDFC-B8BD-4F83-569F-7AD27E3AF977}"/>
          </ac:spMkLst>
        </pc:spChg>
        <pc:spChg chg="del">
          <ac:chgData name="승웅 하" userId="f9089b053ea938d5" providerId="LiveId" clId="{D6CC9EDA-5790-40E7-B26A-1491EB203ABA}" dt="2023-10-11T05:24:21.549" v="18" actId="478"/>
          <ac:spMkLst>
            <pc:docMk/>
            <pc:sldMk cId="2372134658" sldId="261"/>
            <ac:spMk id="146" creationId="{3E824D89-719B-0FC1-6722-05324888209F}"/>
          </ac:spMkLst>
        </pc:spChg>
        <pc:spChg chg="del">
          <ac:chgData name="승웅 하" userId="f9089b053ea938d5" providerId="LiveId" clId="{D6CC9EDA-5790-40E7-B26A-1491EB203ABA}" dt="2023-10-11T05:24:17.850" v="15" actId="478"/>
          <ac:spMkLst>
            <pc:docMk/>
            <pc:sldMk cId="2372134658" sldId="261"/>
            <ac:spMk id="147" creationId="{690DB8D5-7D79-4323-AE90-875D3DD36EE2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48" creationId="{373D58FB-A53F-B90B-B23E-2E211BB73FB4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49" creationId="{F23A85D5-9E0A-0501-D290-0B87FDE2AA53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50" creationId="{049F0D94-528D-4CE2-0CAE-5B6AA6C655DF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51" creationId="{E5AC36E2-94B2-73D6-3AFD-DF76566A3866}"/>
          </ac:spMkLst>
        </pc:spChg>
        <pc:spChg chg="mod">
          <ac:chgData name="승웅 하" userId="f9089b053ea938d5" providerId="LiveId" clId="{D6CC9EDA-5790-40E7-B26A-1491EB203ABA}" dt="2023-10-12T06:53:17.980" v="1745" actId="1076"/>
          <ac:spMkLst>
            <pc:docMk/>
            <pc:sldMk cId="2372134658" sldId="261"/>
            <ac:spMk id="152" creationId="{DC5517EA-6A08-29CB-859F-AC332D96A8EB}"/>
          </ac:spMkLst>
        </pc:spChg>
        <pc:spChg chg="del">
          <ac:chgData name="승웅 하" userId="f9089b053ea938d5" providerId="LiveId" clId="{D6CC9EDA-5790-40E7-B26A-1491EB203ABA}" dt="2023-10-11T05:24:29.934" v="24" actId="478"/>
          <ac:spMkLst>
            <pc:docMk/>
            <pc:sldMk cId="2372134658" sldId="261"/>
            <ac:spMk id="162" creationId="{BC7ED2DA-61AA-231C-FAB5-B8CD9F2EC663}"/>
          </ac:spMkLst>
        </pc:spChg>
        <pc:spChg chg="del">
          <ac:chgData name="승웅 하" userId="f9089b053ea938d5" providerId="LiveId" clId="{D6CC9EDA-5790-40E7-B26A-1491EB203ABA}" dt="2023-10-11T05:24:29.934" v="24" actId="478"/>
          <ac:spMkLst>
            <pc:docMk/>
            <pc:sldMk cId="2372134658" sldId="261"/>
            <ac:spMk id="163" creationId="{71302058-F734-44EC-30BE-B89778CA02DB}"/>
          </ac:spMkLst>
        </pc:spChg>
        <pc:spChg chg="del">
          <ac:chgData name="승웅 하" userId="f9089b053ea938d5" providerId="LiveId" clId="{D6CC9EDA-5790-40E7-B26A-1491EB203ABA}" dt="2023-10-11T05:24:29.934" v="24" actId="478"/>
          <ac:spMkLst>
            <pc:docMk/>
            <pc:sldMk cId="2372134658" sldId="261"/>
            <ac:spMk id="164" creationId="{D653A247-DBEC-665B-AA28-6C8C945B0152}"/>
          </ac:spMkLst>
        </pc:spChg>
        <pc:spChg chg="mod">
          <ac:chgData name="승웅 하" userId="f9089b053ea938d5" providerId="LiveId" clId="{D6CC9EDA-5790-40E7-B26A-1491EB203ABA}" dt="2023-10-12T06:54:15.562" v="1768" actId="1076"/>
          <ac:spMkLst>
            <pc:docMk/>
            <pc:sldMk cId="2372134658" sldId="261"/>
            <ac:spMk id="183" creationId="{C6BC361F-5679-AF4B-2034-8B28CE991510}"/>
          </ac:spMkLst>
        </pc:sp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39" creationId="{C6171346-F228-4978-7607-A260957DEB3B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41" creationId="{6B0BB905-7E51-0FA0-6F1D-4690E824E1A6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44" creationId="{A923842B-C2EA-2540-3F79-2D4D00091EDC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49" creationId="{3A58CF3D-B152-6349-279E-2875CE0BBFA5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52" creationId="{A3081BD3-57A8-4E53-CCEE-221184D5E88A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57" creationId="{053BD79F-D7BC-C1FB-3B54-75E529C3EA45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60" creationId="{2E734A6C-FF4B-89A4-8342-F6D88ED42C23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63" creationId="{1ADF04A6-23B2-F3C6-51C2-0D9C063038D2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66" creationId="{1BD2C6C7-DF5E-762D-96F8-927A610D0174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69" creationId="{7079B5DF-FE90-EBC6-F88D-AB009B032481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72" creationId="{DA102F6E-D8D4-19B8-7619-5B1B8025BD0C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87" creationId="{5A0970F2-8C6E-34C6-11A6-72DAF5E6C006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92" creationId="{C4B07B4D-DBFA-2039-E648-4200CC3EA759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110" creationId="{EF4CB89A-A8E7-2D7C-83B7-A3083808BC0F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111" creationId="{84806DFA-8FAC-10FD-1F10-C4714876CAEB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127" creationId="{A5249615-5D08-8786-5E6E-BB02F4344EF6}"/>
          </ac:cxnSpMkLst>
        </pc:cxnChg>
        <pc:cxnChg chg="mod">
          <ac:chgData name="승웅 하" userId="f9089b053ea938d5" providerId="LiveId" clId="{D6CC9EDA-5790-40E7-B26A-1491EB203ABA}" dt="2023-10-12T06:54:15.562" v="1768" actId="1076"/>
          <ac:cxnSpMkLst>
            <pc:docMk/>
            <pc:sldMk cId="2372134658" sldId="261"/>
            <ac:cxnSpMk id="135" creationId="{4CFCDE48-F384-3B97-A3DD-A2B4C648A970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137" creationId="{DB41038D-3911-161C-DA14-E5CD13FFE713}"/>
          </ac:cxnSpMkLst>
        </pc:cxnChg>
        <pc:cxnChg chg="mod">
          <ac:chgData name="승웅 하" userId="f9089b053ea938d5" providerId="LiveId" clId="{D6CC9EDA-5790-40E7-B26A-1491EB203ABA}" dt="2023-10-12T06:53:17.980" v="1745" actId="1076"/>
          <ac:cxnSpMkLst>
            <pc:docMk/>
            <pc:sldMk cId="2372134658" sldId="261"/>
            <ac:cxnSpMk id="143" creationId="{5EC68208-783D-6465-12A4-87045E369E2D}"/>
          </ac:cxnSpMkLst>
        </pc:cxnChg>
      </pc:sldChg>
      <pc:sldChg chg="del">
        <pc:chgData name="승웅 하" userId="f9089b053ea938d5" providerId="LiveId" clId="{D6CC9EDA-5790-40E7-B26A-1491EB203ABA}" dt="2023-09-08T05:23:45.198" v="1" actId="47"/>
        <pc:sldMkLst>
          <pc:docMk/>
          <pc:sldMk cId="3188724677" sldId="261"/>
        </pc:sldMkLst>
      </pc:sldChg>
    </pc:docChg>
  </pc:docChgLst>
  <pc:docChgLst>
    <pc:chgData name="하 승웅" userId="f9089b053ea938d5" providerId="LiveId" clId="{19E650FE-FD47-4667-83E3-7171E5476F79}"/>
    <pc:docChg chg="undo redo custSel addSld modSld">
      <pc:chgData name="하 승웅" userId="f9089b053ea938d5" providerId="LiveId" clId="{19E650FE-FD47-4667-83E3-7171E5476F79}" dt="2023-09-06T20:18:51.927" v="1736" actId="1076"/>
      <pc:docMkLst>
        <pc:docMk/>
      </pc:docMkLst>
      <pc:sldChg chg="addSp delSp modSp mod">
        <pc:chgData name="하 승웅" userId="f9089b053ea938d5" providerId="LiveId" clId="{19E650FE-FD47-4667-83E3-7171E5476F79}" dt="2023-09-06T20:18:51.927" v="1736" actId="1076"/>
        <pc:sldMkLst>
          <pc:docMk/>
          <pc:sldMk cId="1990812192" sldId="260"/>
        </pc:sldMkLst>
        <pc:spChg chg="add del mod">
          <ac:chgData name="하 승웅" userId="f9089b053ea938d5" providerId="LiveId" clId="{19E650FE-FD47-4667-83E3-7171E5476F79}" dt="2023-09-05T17:32:15.570" v="34"/>
          <ac:spMkLst>
            <pc:docMk/>
            <pc:sldMk cId="1990812192" sldId="260"/>
            <ac:spMk id="2" creationId="{85084657-A70B-00EE-FFBB-FCC1DE8A1426}"/>
          </ac:spMkLst>
        </pc:spChg>
        <pc:spChg chg="add mod">
          <ac:chgData name="하 승웅" userId="f9089b053ea938d5" providerId="LiveId" clId="{19E650FE-FD47-4667-83E3-7171E5476F79}" dt="2023-09-06T20:16:22.719" v="1719" actId="20577"/>
          <ac:spMkLst>
            <pc:docMk/>
            <pc:sldMk cId="1990812192" sldId="260"/>
            <ac:spMk id="2" creationId="{F1F0E058-F82B-E34D-C5FB-7B4EFDF64318}"/>
          </ac:spMkLst>
        </pc:spChg>
        <pc:spChg chg="add mod">
          <ac:chgData name="하 승웅" userId="f9089b053ea938d5" providerId="LiveId" clId="{19E650FE-FD47-4667-83E3-7171E5476F79}" dt="2023-09-05T20:51:53.511" v="1096" actId="20577"/>
          <ac:spMkLst>
            <pc:docMk/>
            <pc:sldMk cId="1990812192" sldId="260"/>
            <ac:spMk id="3" creationId="{67B18926-E707-C7B3-9D21-8BD64ACFBB68}"/>
          </ac:spMkLst>
        </pc:spChg>
        <pc:spChg chg="add mod">
          <ac:chgData name="하 승웅" userId="f9089b053ea938d5" providerId="LiveId" clId="{19E650FE-FD47-4667-83E3-7171E5476F79}" dt="2023-09-06T20:16:04.898" v="1710" actId="20577"/>
          <ac:spMkLst>
            <pc:docMk/>
            <pc:sldMk cId="1990812192" sldId="260"/>
            <ac:spMk id="5" creationId="{49CFCAFE-BA29-EE6D-A607-32A40AD01458}"/>
          </ac:spMkLst>
        </pc:spChg>
        <pc:spChg chg="add mod">
          <ac:chgData name="하 승웅" userId="f9089b053ea938d5" providerId="LiveId" clId="{19E650FE-FD47-4667-83E3-7171E5476F79}" dt="2023-09-06T17:44:52.181" v="1572" actId="20577"/>
          <ac:spMkLst>
            <pc:docMk/>
            <pc:sldMk cId="1990812192" sldId="260"/>
            <ac:spMk id="8" creationId="{0502D44D-883F-31DF-49FA-A23DF31EED60}"/>
          </ac:spMkLst>
        </pc:spChg>
        <pc:spChg chg="add del mod">
          <ac:chgData name="하 승웅" userId="f9089b053ea938d5" providerId="LiveId" clId="{19E650FE-FD47-4667-83E3-7171E5476F79}" dt="2023-09-05T17:44:32.007" v="315" actId="478"/>
          <ac:spMkLst>
            <pc:docMk/>
            <pc:sldMk cId="1990812192" sldId="260"/>
            <ac:spMk id="9" creationId="{62C93D00-8D14-0EFE-8573-4473236B5B06}"/>
          </ac:spMkLst>
        </pc:spChg>
        <pc:spChg chg="add mod">
          <ac:chgData name="하 승웅" userId="f9089b053ea938d5" providerId="LiveId" clId="{19E650FE-FD47-4667-83E3-7171E5476F79}" dt="2023-09-06T20:16:31.861" v="1722" actId="1076"/>
          <ac:spMkLst>
            <pc:docMk/>
            <pc:sldMk cId="1990812192" sldId="260"/>
            <ac:spMk id="9" creationId="{743CE094-5B8F-6429-A977-C2CBCA7150D1}"/>
          </ac:spMkLst>
        </pc:spChg>
        <pc:spChg chg="add mod">
          <ac:chgData name="하 승웅" userId="f9089b053ea938d5" providerId="LiveId" clId="{19E650FE-FD47-4667-83E3-7171E5476F79}" dt="2023-09-06T17:45:03.340" v="1573" actId="20577"/>
          <ac:spMkLst>
            <pc:docMk/>
            <pc:sldMk cId="1990812192" sldId="260"/>
            <ac:spMk id="10" creationId="{11938604-9FD8-1CC9-5B2A-D175302A3119}"/>
          </ac:spMkLst>
        </pc:spChg>
        <pc:spChg chg="add mod">
          <ac:chgData name="하 승웅" userId="f9089b053ea938d5" providerId="LiveId" clId="{19E650FE-FD47-4667-83E3-7171E5476F79}" dt="2023-09-06T19:29:55.474" v="1623"/>
          <ac:spMkLst>
            <pc:docMk/>
            <pc:sldMk cId="1990812192" sldId="260"/>
            <ac:spMk id="12" creationId="{8FF866AB-3168-CB39-8299-36791F0504FB}"/>
          </ac:spMkLst>
        </pc:spChg>
        <pc:spChg chg="add mod">
          <ac:chgData name="하 승웅" userId="f9089b053ea938d5" providerId="LiveId" clId="{19E650FE-FD47-4667-83E3-7171E5476F79}" dt="2023-09-06T20:18:51.927" v="1736" actId="1076"/>
          <ac:spMkLst>
            <pc:docMk/>
            <pc:sldMk cId="1990812192" sldId="260"/>
            <ac:spMk id="14" creationId="{48AAEF07-5368-99E5-4B6A-219FFEB0CC39}"/>
          </ac:spMkLst>
        </pc:spChg>
        <pc:spChg chg="add mod">
          <ac:chgData name="하 승웅" userId="f9089b053ea938d5" providerId="LiveId" clId="{19E650FE-FD47-4667-83E3-7171E5476F79}" dt="2023-09-06T17:45:35.555" v="1574" actId="1076"/>
          <ac:spMkLst>
            <pc:docMk/>
            <pc:sldMk cId="1990812192" sldId="260"/>
            <ac:spMk id="16" creationId="{9279279C-1F46-7538-D766-5695E3472556}"/>
          </ac:spMkLst>
        </pc:spChg>
        <pc:spChg chg="add mod">
          <ac:chgData name="하 승웅" userId="f9089b053ea938d5" providerId="LiveId" clId="{19E650FE-FD47-4667-83E3-7171E5476F79}" dt="2023-09-06T19:23:40.745" v="1602" actId="1076"/>
          <ac:spMkLst>
            <pc:docMk/>
            <pc:sldMk cId="1990812192" sldId="260"/>
            <ac:spMk id="18" creationId="{C8E65061-B732-AFD3-3490-3FD7B05E9632}"/>
          </ac:spMkLst>
        </pc:spChg>
        <pc:spChg chg="add mod">
          <ac:chgData name="하 승웅" userId="f9089b053ea938d5" providerId="LiveId" clId="{19E650FE-FD47-4667-83E3-7171E5476F79}" dt="2023-09-06T19:29:27.878" v="1613" actId="1076"/>
          <ac:spMkLst>
            <pc:docMk/>
            <pc:sldMk cId="1990812192" sldId="260"/>
            <ac:spMk id="20" creationId="{26B90303-0B53-18BE-E9A4-3B1E74C650AA}"/>
          </ac:spMkLst>
        </pc:spChg>
        <pc:spChg chg="add mod">
          <ac:chgData name="하 승웅" userId="f9089b053ea938d5" providerId="LiveId" clId="{19E650FE-FD47-4667-83E3-7171E5476F79}" dt="2023-09-06T19:24:03.006" v="1604" actId="1076"/>
          <ac:spMkLst>
            <pc:docMk/>
            <pc:sldMk cId="1990812192" sldId="260"/>
            <ac:spMk id="21" creationId="{882DCC42-CBC0-2C7A-54CC-974AD2520F53}"/>
          </ac:spMkLst>
        </pc:spChg>
        <pc:spChg chg="add mod">
          <ac:chgData name="하 승웅" userId="f9089b053ea938d5" providerId="LiveId" clId="{19E650FE-FD47-4667-83E3-7171E5476F79}" dt="2023-09-06T19:20:32.062" v="1593" actId="20577"/>
          <ac:spMkLst>
            <pc:docMk/>
            <pc:sldMk cId="1990812192" sldId="260"/>
            <ac:spMk id="23" creationId="{78E7B0FE-ACC1-4FF7-1B92-CFFA46B70BAE}"/>
          </ac:spMkLst>
        </pc:spChg>
        <pc:spChg chg="add del mod">
          <ac:chgData name="하 승웅" userId="f9089b053ea938d5" providerId="LiveId" clId="{19E650FE-FD47-4667-83E3-7171E5476F79}" dt="2023-09-06T17:44:29.361" v="1568" actId="478"/>
          <ac:spMkLst>
            <pc:docMk/>
            <pc:sldMk cId="1990812192" sldId="260"/>
            <ac:spMk id="25" creationId="{9E58872D-EA03-A3A7-098B-53B7A45DAF75}"/>
          </ac:spMkLst>
        </pc:spChg>
        <pc:spChg chg="add del">
          <ac:chgData name="하 승웅" userId="f9089b053ea938d5" providerId="LiveId" clId="{19E650FE-FD47-4667-83E3-7171E5476F79}" dt="2023-09-05T22:09:31.277" v="1246" actId="22"/>
          <ac:spMkLst>
            <pc:docMk/>
            <pc:sldMk cId="1990812192" sldId="260"/>
            <ac:spMk id="27" creationId="{6D2D755A-BCC3-F03F-65FE-E5208F581626}"/>
          </ac:spMkLst>
        </pc:spChg>
        <pc:spChg chg="add mod">
          <ac:chgData name="하 승웅" userId="f9089b053ea938d5" providerId="LiveId" clId="{19E650FE-FD47-4667-83E3-7171E5476F79}" dt="2023-09-05T22:11:00.256" v="1339" actId="1076"/>
          <ac:spMkLst>
            <pc:docMk/>
            <pc:sldMk cId="1990812192" sldId="260"/>
            <ac:spMk id="29" creationId="{83FA670C-3F18-30D7-212C-C749B0F7119D}"/>
          </ac:spMkLst>
        </pc:spChg>
        <pc:spChg chg="mod">
          <ac:chgData name="하 승웅" userId="f9089b053ea938d5" providerId="LiveId" clId="{19E650FE-FD47-4667-83E3-7171E5476F79}" dt="2023-09-05T21:15:49.027" v="1170" actId="1076"/>
          <ac:spMkLst>
            <pc:docMk/>
            <pc:sldMk cId="1990812192" sldId="260"/>
            <ac:spMk id="79" creationId="{9C766AC5-A925-657F-9E5E-4DE29D7D67D9}"/>
          </ac:spMkLst>
        </pc:spChg>
        <pc:spChg chg="mod">
          <ac:chgData name="하 승웅" userId="f9089b053ea938d5" providerId="LiveId" clId="{19E650FE-FD47-4667-83E3-7171E5476F79}" dt="2023-09-05T19:26:22.996" v="905" actId="1076"/>
          <ac:spMkLst>
            <pc:docMk/>
            <pc:sldMk cId="1990812192" sldId="260"/>
            <ac:spMk id="153" creationId="{C0E8048A-9558-DA5F-6483-A26A0A522FDA}"/>
          </ac:spMkLst>
        </pc:spChg>
      </pc:sldChg>
      <pc:sldChg chg="addSp delSp modSp add mod">
        <pc:chgData name="하 승웅" userId="f9089b053ea938d5" providerId="LiveId" clId="{19E650FE-FD47-4667-83E3-7171E5476F79}" dt="2023-09-06T20:11:27.303" v="1705" actId="1076"/>
        <pc:sldMkLst>
          <pc:docMk/>
          <pc:sldMk cId="3188724677" sldId="261"/>
        </pc:sldMkLst>
        <pc:spChg chg="add del mod">
          <ac:chgData name="하 승웅" userId="f9089b053ea938d5" providerId="LiveId" clId="{19E650FE-FD47-4667-83E3-7171E5476F79}" dt="2023-09-06T20:06:24.058" v="1664" actId="478"/>
          <ac:spMkLst>
            <pc:docMk/>
            <pc:sldMk cId="3188724677" sldId="261"/>
            <ac:spMk id="4" creationId="{6EA46415-C91E-A1BD-4FF3-67350068FAFA}"/>
          </ac:spMkLst>
        </pc:spChg>
        <pc:spChg chg="mod">
          <ac:chgData name="하 승웅" userId="f9089b053ea938d5" providerId="LiveId" clId="{19E650FE-FD47-4667-83E3-7171E5476F79}" dt="2023-09-06T20:02:47.405" v="1649" actId="20577"/>
          <ac:spMkLst>
            <pc:docMk/>
            <pc:sldMk cId="3188724677" sldId="261"/>
            <ac:spMk id="8" creationId="{0502D44D-883F-31DF-49FA-A23DF31EED60}"/>
          </ac:spMkLst>
        </pc:spChg>
        <pc:spChg chg="add mod">
          <ac:chgData name="하 승웅" userId="f9089b053ea938d5" providerId="LiveId" clId="{19E650FE-FD47-4667-83E3-7171E5476F79}" dt="2023-09-06T20:11:27.303" v="1705" actId="1076"/>
          <ac:spMkLst>
            <pc:docMk/>
            <pc:sldMk cId="3188724677" sldId="261"/>
            <ac:spMk id="11" creationId="{A9ACA7E1-A7D0-6A17-CE4E-930C07B965A9}"/>
          </ac:spMkLst>
        </pc:spChg>
        <pc:spChg chg="mod">
          <ac:chgData name="하 승웅" userId="f9089b053ea938d5" providerId="LiveId" clId="{19E650FE-FD47-4667-83E3-7171E5476F79}" dt="2023-09-06T20:11:25.191" v="1704" actId="1076"/>
          <ac:spMkLst>
            <pc:docMk/>
            <pc:sldMk cId="3188724677" sldId="261"/>
            <ac:spMk id="14" creationId="{48AAEF07-5368-99E5-4B6A-219FFEB0CC39}"/>
          </ac:spMkLst>
        </pc:spChg>
      </pc:sldChg>
    </pc:docChg>
  </pc:docChgLst>
  <pc:docChgLst>
    <pc:chgData name="하 승웅" userId="f9089b053ea938d5" providerId="LiveId" clId="{E7C7E892-0CB8-48CE-BCD1-2104E53C57D0}"/>
    <pc:docChg chg="undo custSel addSld modSld">
      <pc:chgData name="하 승웅" userId="f9089b053ea938d5" providerId="LiveId" clId="{E7C7E892-0CB8-48CE-BCD1-2104E53C57D0}" dt="2023-07-15T03:26:19.378" v="2088" actId="1076"/>
      <pc:docMkLst>
        <pc:docMk/>
      </pc:docMkLst>
      <pc:sldChg chg="addSp mod">
        <pc:chgData name="하 승웅" userId="f9089b053ea938d5" providerId="LiveId" clId="{E7C7E892-0CB8-48CE-BCD1-2104E53C57D0}" dt="2023-07-05T17:32:55.697" v="95" actId="9405"/>
        <pc:sldMkLst>
          <pc:docMk/>
          <pc:sldMk cId="2276023957" sldId="256"/>
        </pc:sldMkLst>
        <pc:inkChg chg="add">
          <ac:chgData name="하 승웅" userId="f9089b053ea938d5" providerId="LiveId" clId="{E7C7E892-0CB8-48CE-BCD1-2104E53C57D0}" dt="2023-07-05T17:32:55.697" v="95" actId="9405"/>
          <ac:inkMkLst>
            <pc:docMk/>
            <pc:sldMk cId="2276023957" sldId="256"/>
            <ac:inkMk id="2" creationId="{9E3A9CD5-2534-7185-6E60-16068C454DFC}"/>
          </ac:inkMkLst>
        </pc:inkChg>
      </pc:sldChg>
      <pc:sldChg chg="addSp delSp modSp new mod">
        <pc:chgData name="하 승웅" userId="f9089b053ea938d5" providerId="LiveId" clId="{E7C7E892-0CB8-48CE-BCD1-2104E53C57D0}" dt="2023-07-14T19:54:49.945" v="285"/>
        <pc:sldMkLst>
          <pc:docMk/>
          <pc:sldMk cId="3745310151" sldId="259"/>
        </pc:sldMkLst>
        <pc:spChg chg="del">
          <ac:chgData name="하 승웅" userId="f9089b053ea938d5" providerId="LiveId" clId="{E7C7E892-0CB8-48CE-BCD1-2104E53C57D0}" dt="2023-07-03T16:51:23.648" v="1" actId="478"/>
          <ac:spMkLst>
            <pc:docMk/>
            <pc:sldMk cId="3745310151" sldId="259"/>
            <ac:spMk id="2" creationId="{56EA2E11-FB1D-C561-8AC5-1292DC7A9B1A}"/>
          </ac:spMkLst>
        </pc:spChg>
        <pc:spChg chg="del">
          <ac:chgData name="하 승웅" userId="f9089b053ea938d5" providerId="LiveId" clId="{E7C7E892-0CB8-48CE-BCD1-2104E53C57D0}" dt="2023-07-03T16:51:23.648" v="1" actId="478"/>
          <ac:spMkLst>
            <pc:docMk/>
            <pc:sldMk cId="3745310151" sldId="259"/>
            <ac:spMk id="3" creationId="{E8622853-4346-F9EB-7455-7B66F1681435}"/>
          </ac:spMkLst>
        </pc:spChg>
        <pc:grpChg chg="mod">
          <ac:chgData name="하 승웅" userId="f9089b053ea938d5" providerId="LiveId" clId="{E7C7E892-0CB8-48CE-BCD1-2104E53C57D0}" dt="2023-07-03T16:51:52.293" v="25"/>
          <ac:grpSpMkLst>
            <pc:docMk/>
            <pc:sldMk cId="3745310151" sldId="259"/>
            <ac:grpSpMk id="22" creationId="{0A73B24D-B73D-8470-1B0A-0C17EF1FBA26}"/>
          </ac:grpSpMkLst>
        </pc:grpChg>
        <pc:grpChg chg="del mod">
          <ac:chgData name="하 승웅" userId="f9089b053ea938d5" providerId="LiveId" clId="{E7C7E892-0CB8-48CE-BCD1-2104E53C57D0}" dt="2023-07-03T16:51:57.719" v="34"/>
          <ac:grpSpMkLst>
            <pc:docMk/>
            <pc:sldMk cId="3745310151" sldId="259"/>
            <ac:grpSpMk id="25" creationId="{D0C5EA7B-102F-A22F-F6FA-974C6B1DEB41}"/>
          </ac:grpSpMkLst>
        </pc:grpChg>
        <pc:grpChg chg="del mod">
          <ac:chgData name="하 승웅" userId="f9089b053ea938d5" providerId="LiveId" clId="{E7C7E892-0CB8-48CE-BCD1-2104E53C57D0}" dt="2023-07-03T16:51:58.323" v="36"/>
          <ac:grpSpMkLst>
            <pc:docMk/>
            <pc:sldMk cId="3745310151" sldId="259"/>
            <ac:grpSpMk id="27" creationId="{2863085E-8F0F-1108-5FC3-0A6AA64799DB}"/>
          </ac:grpSpMkLst>
        </pc:grpChg>
        <pc:grpChg chg="del mod">
          <ac:chgData name="하 승웅" userId="f9089b053ea938d5" providerId="LiveId" clId="{E7C7E892-0CB8-48CE-BCD1-2104E53C57D0}" dt="2023-07-03T16:52:01.427" v="39"/>
          <ac:grpSpMkLst>
            <pc:docMk/>
            <pc:sldMk cId="3745310151" sldId="259"/>
            <ac:grpSpMk id="29" creationId="{3485B808-DB32-A3F0-54B6-8F336CAE5E88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32" creationId="{6A2F7C3D-A243-9472-9959-C1287A3CB602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46" creationId="{1B6CD18A-9E0B-8A22-CEEE-A6C0190D56A4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60" creationId="{5A0EDDE7-4E9A-EA8F-7A83-4C8D428A8568}"/>
          </ac:grpSpMkLst>
        </pc:grpChg>
        <pc:grpChg chg="del mod">
          <ac:chgData name="하 승웅" userId="f9089b053ea938d5" providerId="LiveId" clId="{E7C7E892-0CB8-48CE-BCD1-2104E53C57D0}" dt="2023-07-03T16:52:28.801" v="69"/>
          <ac:grpSpMkLst>
            <pc:docMk/>
            <pc:sldMk cId="3745310151" sldId="259"/>
            <ac:grpSpMk id="61" creationId="{088CA186-A1B8-55DB-3C1B-7EBBA4EEAF0C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62" creationId="{D483B370-7C46-CD0B-2126-C1F7457713F6}"/>
          </ac:grpSpMkLst>
        </pc:grpChg>
        <pc:grpChg chg="mod">
          <ac:chgData name="하 승웅" userId="f9089b053ea938d5" providerId="LiveId" clId="{E7C7E892-0CB8-48CE-BCD1-2104E53C57D0}" dt="2023-07-03T16:52:35.621" v="76"/>
          <ac:grpSpMkLst>
            <pc:docMk/>
            <pc:sldMk cId="3745310151" sldId="259"/>
            <ac:grpSpMk id="67" creationId="{6877E91B-1CE8-6FB4-8158-232847FCF85B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71" creationId="{0C199C01-761C-70A4-6F46-E9F27A290725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79" creationId="{4F04422B-DCBE-EBF1-53BA-8C3027134634}"/>
          </ac:grpSpMkLst>
        </pc:grpChg>
        <pc:grpChg chg="del mod">
          <ac:chgData name="하 승웅" userId="f9089b053ea938d5" providerId="LiveId" clId="{E7C7E892-0CB8-48CE-BCD1-2104E53C57D0}" dt="2023-07-03T16:52:47.610" v="90"/>
          <ac:grpSpMkLst>
            <pc:docMk/>
            <pc:sldMk cId="3745310151" sldId="259"/>
            <ac:grpSpMk id="79" creationId="{B2C48299-9058-9700-E7C9-83CCCDC4B4A0}"/>
          </ac:grpSpMkLst>
        </pc:grpChg>
        <pc:grpChg chg="del mod">
          <ac:chgData name="하 승웅" userId="f9089b053ea938d5" providerId="LiveId" clId="{E7C7E892-0CB8-48CE-BCD1-2104E53C57D0}" dt="2023-07-14T19:53:13.401" v="230"/>
          <ac:grpSpMkLst>
            <pc:docMk/>
            <pc:sldMk cId="3745310151" sldId="259"/>
            <ac:grpSpMk id="80" creationId="{9D075E9F-5FBC-B9C5-B4C9-5F6A36BEF046}"/>
          </ac:grpSpMkLst>
        </pc:grpChg>
        <pc:grpChg chg="del mod">
          <ac:chgData name="하 승웅" userId="f9089b053ea938d5" providerId="LiveId" clId="{E7C7E892-0CB8-48CE-BCD1-2104E53C57D0}" dt="2023-07-03T16:52:55.436" v="94"/>
          <ac:grpSpMkLst>
            <pc:docMk/>
            <pc:sldMk cId="3745310151" sldId="259"/>
            <ac:grpSpMk id="80" creationId="{CC8992F8-C53A-0AC5-8985-5C0D56C85134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84" creationId="{E62A44F3-74EE-8D28-D5DB-D66A4241B1FB}"/>
          </ac:grpSpMkLst>
        </pc:grpChg>
        <pc:grpChg chg="del mod">
          <ac:chgData name="하 승웅" userId="f9089b053ea938d5" providerId="LiveId" clId="{E7C7E892-0CB8-48CE-BCD1-2104E53C57D0}" dt="2023-07-14T19:52:31.147" v="157"/>
          <ac:grpSpMkLst>
            <pc:docMk/>
            <pc:sldMk cId="3745310151" sldId="259"/>
            <ac:grpSpMk id="85" creationId="{E3D28AF2-4F8E-E0C9-8BC0-5FC768268CD4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88" creationId="{FF1B080A-D16E-BD78-ABD0-AA163E0BB219}"/>
          </ac:grpSpMkLst>
        </pc:grpChg>
        <pc:grpChg chg="del mod">
          <ac:chgData name="하 승웅" userId="f9089b053ea938d5" providerId="LiveId" clId="{E7C7E892-0CB8-48CE-BCD1-2104E53C57D0}" dt="2023-07-14T19:52:17.198" v="138"/>
          <ac:grpSpMkLst>
            <pc:docMk/>
            <pc:sldMk cId="3745310151" sldId="259"/>
            <ac:grpSpMk id="92" creationId="{CFB2FB04-DF76-5E24-D3F5-014119BC1E36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04" creationId="{E0AFD278-2CF7-DB9F-A2C4-BFE8BF271D6C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14" creationId="{D9A16FF9-6276-A1B9-7AD9-A697E5B6B168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22" creationId="{47ECE9DB-50D0-1D8B-1824-1A6C1037ADB9}"/>
          </ac:grpSpMkLst>
        </pc:grpChg>
        <pc:grpChg chg="del mod">
          <ac:chgData name="하 승웅" userId="f9089b053ea938d5" providerId="LiveId" clId="{E7C7E892-0CB8-48CE-BCD1-2104E53C57D0}" dt="2023-07-14T19:53:03.998" v="213"/>
          <ac:grpSpMkLst>
            <pc:docMk/>
            <pc:sldMk cId="3745310151" sldId="259"/>
            <ac:grpSpMk id="123" creationId="{3F6EBEB8-1CAA-E28E-9B92-9B787E3EB86B}"/>
          </ac:grpSpMkLst>
        </pc:grpChg>
        <pc:grpChg chg="mod">
          <ac:chgData name="하 승웅" userId="f9089b053ea938d5" providerId="LiveId" clId="{E7C7E892-0CB8-48CE-BCD1-2104E53C57D0}" dt="2023-07-14T19:52:34.949" v="163"/>
          <ac:grpSpMkLst>
            <pc:docMk/>
            <pc:sldMk cId="3745310151" sldId="259"/>
            <ac:grpSpMk id="127" creationId="{F8EA92C2-3FDF-9506-DEBC-6164AB2A5A77}"/>
          </ac:grpSpMkLst>
        </pc:grpChg>
        <pc:grpChg chg="mod">
          <ac:chgData name="하 승웅" userId="f9089b053ea938d5" providerId="LiveId" clId="{E7C7E892-0CB8-48CE-BCD1-2104E53C57D0}" dt="2023-07-14T19:52:40.132" v="178"/>
          <ac:grpSpMkLst>
            <pc:docMk/>
            <pc:sldMk cId="3745310151" sldId="259"/>
            <ac:grpSpMk id="136" creationId="{C61E92B2-3B42-033D-E7E4-741CEA7EA485}"/>
          </ac:grpSpMkLst>
        </pc:grpChg>
        <pc:grpChg chg="mod">
          <ac:chgData name="하 승웅" userId="f9089b053ea938d5" providerId="LiveId" clId="{E7C7E892-0CB8-48CE-BCD1-2104E53C57D0}" dt="2023-07-14T19:52:40.132" v="178"/>
          <ac:grpSpMkLst>
            <pc:docMk/>
            <pc:sldMk cId="3745310151" sldId="259"/>
            <ac:grpSpMk id="137" creationId="{3683EAF7-F3E0-5399-D64C-99B16BF0F522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42" creationId="{38176428-78AC-9953-9B2A-B7D12E968B7A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57" creationId="{521A42BE-596E-8F32-28E6-2861A29E694B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69" creationId="{E5E7D3C6-863D-2A8E-BFE4-554CF69CA9F8}"/>
          </ac:grpSpMkLst>
        </pc:grpChg>
        <pc:grpChg chg="del mod">
          <ac:chgData name="하 승웅" userId="f9089b053ea938d5" providerId="LiveId" clId="{E7C7E892-0CB8-48CE-BCD1-2104E53C57D0}" dt="2023-07-14T19:53:04.967" v="216"/>
          <ac:grpSpMkLst>
            <pc:docMk/>
            <pc:sldMk cId="3745310151" sldId="259"/>
            <ac:grpSpMk id="172" creationId="{7A53567C-0FA5-5BF9-1F7F-D8E9A2653697}"/>
          </ac:grpSpMkLst>
        </pc:grpChg>
        <pc:grpChg chg="del mod">
          <ac:chgData name="하 승웅" userId="f9089b053ea938d5" providerId="LiveId" clId="{E7C7E892-0CB8-48CE-BCD1-2104E53C57D0}" dt="2023-07-14T19:53:07.991" v="222"/>
          <ac:grpSpMkLst>
            <pc:docMk/>
            <pc:sldMk cId="3745310151" sldId="259"/>
            <ac:grpSpMk id="175" creationId="{F245FF23-D039-BCCC-020B-9B460624C1EA}"/>
          </ac:grpSpMkLst>
        </pc:grpChg>
        <pc:grpChg chg="del mod">
          <ac:chgData name="하 승웅" userId="f9089b053ea938d5" providerId="LiveId" clId="{E7C7E892-0CB8-48CE-BCD1-2104E53C57D0}" dt="2023-07-14T19:53:15.398" v="232"/>
          <ac:grpSpMkLst>
            <pc:docMk/>
            <pc:sldMk cId="3745310151" sldId="259"/>
            <ac:grpSpMk id="181" creationId="{6066A102-B73D-6B85-7622-5334DC72B05E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89" creationId="{37492839-D1E0-912C-4530-EE6DA5F2A67F}"/>
          </ac:grpSpMkLst>
        </pc:grpChg>
        <pc:grpChg chg="del mod">
          <ac:chgData name="하 승웅" userId="f9089b053ea938d5" providerId="LiveId" clId="{E7C7E892-0CB8-48CE-BCD1-2104E53C57D0}" dt="2023-07-14T19:53:15.916" v="234"/>
          <ac:grpSpMkLst>
            <pc:docMk/>
            <pc:sldMk cId="3745310151" sldId="259"/>
            <ac:grpSpMk id="191" creationId="{7F3A14AF-0D7B-650E-1415-40B7A23E69F0}"/>
          </ac:grpSpMkLst>
        </pc:grpChg>
        <pc:grpChg chg="del mod">
          <ac:chgData name="하 승웅" userId="f9089b053ea938d5" providerId="LiveId" clId="{E7C7E892-0CB8-48CE-BCD1-2104E53C57D0}" dt="2023-07-14T19:53:17.764" v="237"/>
          <ac:grpSpMkLst>
            <pc:docMk/>
            <pc:sldMk cId="3745310151" sldId="259"/>
            <ac:grpSpMk id="193" creationId="{5F8C3DB5-6ACC-7857-B03E-5C3923DD15D7}"/>
          </ac:grpSpMkLst>
        </pc:grpChg>
        <pc:grpChg chg="del mod">
          <ac:chgData name="하 승웅" userId="f9089b053ea938d5" providerId="LiveId" clId="{E7C7E892-0CB8-48CE-BCD1-2104E53C57D0}" dt="2023-07-14T19:53:19.595" v="240"/>
          <ac:grpSpMkLst>
            <pc:docMk/>
            <pc:sldMk cId="3745310151" sldId="259"/>
            <ac:grpSpMk id="196" creationId="{39A74F29-FFE5-C593-1851-7FD69EE32971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99" creationId="{C7A83FC9-B8A0-A2A6-2D56-B57F3D294545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205" creationId="{71D15153-7FA1-B53F-B171-B1E22C7DA08C}"/>
          </ac:grpSpMkLst>
        </pc:grpChg>
        <pc:grpChg chg="del mod">
          <ac:chgData name="하 승웅" userId="f9089b053ea938d5" providerId="LiveId" clId="{E7C7E892-0CB8-48CE-BCD1-2104E53C57D0}" dt="2023-07-14T19:54:03.450" v="271"/>
          <ac:grpSpMkLst>
            <pc:docMk/>
            <pc:sldMk cId="3745310151" sldId="259"/>
            <ac:grpSpMk id="212" creationId="{CBEF2B5B-BF0F-9E40-AB02-9CDF78DA93A2}"/>
          </ac:grpSpMkLst>
        </pc:grpChg>
        <pc:grpChg chg="del mod">
          <ac:chgData name="하 승웅" userId="f9089b053ea938d5" providerId="LiveId" clId="{E7C7E892-0CB8-48CE-BCD1-2104E53C57D0}" dt="2023-07-14T19:54:03.450" v="271"/>
          <ac:grpSpMkLst>
            <pc:docMk/>
            <pc:sldMk cId="3745310151" sldId="259"/>
            <ac:grpSpMk id="227" creationId="{29CA2D30-F9E2-134D-D1D5-501B6844AEF9}"/>
          </ac:grpSpMkLst>
        </pc:grpChg>
        <pc:grpChg chg="del mod">
          <ac:chgData name="하 승웅" userId="f9089b053ea938d5" providerId="LiveId" clId="{E7C7E892-0CB8-48CE-BCD1-2104E53C57D0}" dt="2023-07-14T19:54:49.945" v="285"/>
          <ac:grpSpMkLst>
            <pc:docMk/>
            <pc:sldMk cId="3745310151" sldId="259"/>
            <ac:grpSpMk id="230" creationId="{DD02F7D8-3A97-F0BA-6913-F9737F09BF49}"/>
          </ac:grpSpMkLst>
        </pc:grpChg>
        <pc:grpChg chg="mod">
          <ac:chgData name="하 승웅" userId="f9089b053ea938d5" providerId="LiveId" clId="{E7C7E892-0CB8-48CE-BCD1-2104E53C57D0}" dt="2023-07-14T19:54:11.041" v="278"/>
          <ac:grpSpMkLst>
            <pc:docMk/>
            <pc:sldMk cId="3745310151" sldId="259"/>
            <ac:grpSpMk id="235" creationId="{6D917CC1-DC5F-5C36-F1A4-661BE69715CA}"/>
          </ac:grpSpMkLst>
        </pc:grpChg>
        <pc:grpChg chg="mod">
          <ac:chgData name="하 승웅" userId="f9089b053ea938d5" providerId="LiveId" clId="{E7C7E892-0CB8-48CE-BCD1-2104E53C57D0}" dt="2023-07-14T19:54:49.945" v="285"/>
          <ac:grpSpMkLst>
            <pc:docMk/>
            <pc:sldMk cId="3745310151" sldId="259"/>
            <ac:grpSpMk id="238" creationId="{DF874C21-74A5-E648-A94C-C2F562A8F128}"/>
          </ac:grpSpMkLst>
        </pc:grpChg>
        <pc:inkChg chg="add del">
          <ac:chgData name="하 승웅" userId="f9089b053ea938d5" providerId="LiveId" clId="{E7C7E892-0CB8-48CE-BCD1-2104E53C57D0}" dt="2023-07-14T19:51:50.348" v="98" actId="9405"/>
          <ac:inkMkLst>
            <pc:docMk/>
            <pc:sldMk cId="3745310151" sldId="259"/>
            <ac:inkMk id="2" creationId="{DDF955DB-9DC2-FA4E-5BE4-74CD33B5664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3" creationId="{A3079A5E-8CE1-C7DD-3072-A81374E81CD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4" creationId="{0DC3A6F2-8474-25D6-7007-428BF4002BED}"/>
          </ac:inkMkLst>
        </pc:inkChg>
        <pc:inkChg chg="add del">
          <ac:chgData name="하 승웅" userId="f9089b053ea938d5" providerId="LiveId" clId="{E7C7E892-0CB8-48CE-BCD1-2104E53C57D0}" dt="2023-07-03T16:51:31.526" v="3" actId="9405"/>
          <ac:inkMkLst>
            <pc:docMk/>
            <pc:sldMk cId="3745310151" sldId="259"/>
            <ac:inkMk id="4" creationId="{9A4F8D4C-A2CD-746D-600B-CB60FBD1B1C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5" creationId="{D5CA8C5C-9563-C5A6-CB18-B27640880AE0}"/>
          </ac:inkMkLst>
        </pc:inkChg>
        <pc:inkChg chg="add del">
          <ac:chgData name="하 승웅" userId="f9089b053ea938d5" providerId="LiveId" clId="{E7C7E892-0CB8-48CE-BCD1-2104E53C57D0}" dt="2023-07-03T16:51:35.676" v="7" actId="9405"/>
          <ac:inkMkLst>
            <pc:docMk/>
            <pc:sldMk cId="3745310151" sldId="259"/>
            <ac:inkMk id="5" creationId="{EC392921-265B-7CA5-7008-D1B3DDD046F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" creationId="{D2508AD3-F130-135B-CE8C-36A84AA3D7CA}"/>
          </ac:inkMkLst>
        </pc:inkChg>
        <pc:inkChg chg="add del">
          <ac:chgData name="하 승웅" userId="f9089b053ea938d5" providerId="LiveId" clId="{E7C7E892-0CB8-48CE-BCD1-2104E53C57D0}" dt="2023-07-03T16:51:35.473" v="6" actId="9405"/>
          <ac:inkMkLst>
            <pc:docMk/>
            <pc:sldMk cId="3745310151" sldId="259"/>
            <ac:inkMk id="6" creationId="{F2686C6E-E626-FBFF-83B7-D66A31559390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7" creationId="{52EC4953-447D-8D55-4350-7945949D16AA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8" creationId="{9AAFEACF-10B6-A33B-DC38-A99A9A813F01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9" creationId="{5CB81183-4040-C51F-3166-C83E28043712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10" creationId="{122662CC-0A0D-45CC-54A2-6215CD133D03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11" creationId="{1C390D6B-274F-4413-1BBF-5338E311233B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2" creationId="{A2516D17-54C3-5D4D-7083-AF21489FECFB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3" creationId="{07F54F20-9AEF-575E-A75B-614B05F66602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4" creationId="{A36BC576-902D-DB8B-12E3-30FBB0133368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5" creationId="{8FD1950B-30FF-6CBE-EBBE-3ABCC936E61A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6" creationId="{0E7DBC04-86EF-09C5-42FA-3376A463F225}"/>
          </ac:inkMkLst>
        </pc:inkChg>
        <pc:inkChg chg="add del mod">
          <ac:chgData name="하 승웅" userId="f9089b053ea938d5" providerId="LiveId" clId="{E7C7E892-0CB8-48CE-BCD1-2104E53C57D0}" dt="2023-07-03T16:51:53.432" v="29" actId="9405"/>
          <ac:inkMkLst>
            <pc:docMk/>
            <pc:sldMk cId="3745310151" sldId="259"/>
            <ac:inkMk id="17" creationId="{52174D30-ACC3-E08B-8424-2B87BD8F365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" creationId="{5F801D9F-9E32-E1CA-5F86-DEE4578614E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" creationId="{144F0CBA-C1FC-8E77-4241-1FF45AC72A02}"/>
          </ac:inkMkLst>
        </pc:inkChg>
        <pc:inkChg chg="add del mod">
          <ac:chgData name="하 승웅" userId="f9089b053ea938d5" providerId="LiveId" clId="{E7C7E892-0CB8-48CE-BCD1-2104E53C57D0}" dt="2023-07-03T16:51:53.160" v="28" actId="9405"/>
          <ac:inkMkLst>
            <pc:docMk/>
            <pc:sldMk cId="3745310151" sldId="259"/>
            <ac:inkMk id="18" creationId="{B8983457-9843-D270-9F5E-B585E5D2269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" creationId="{1928E9F0-9F74-34FE-1054-3ABCEA550B76}"/>
          </ac:inkMkLst>
        </pc:inkChg>
        <pc:inkChg chg="add del mod">
          <ac:chgData name="하 승웅" userId="f9089b053ea938d5" providerId="LiveId" clId="{E7C7E892-0CB8-48CE-BCD1-2104E53C57D0}" dt="2023-07-03T16:51:52.891" v="27" actId="9405"/>
          <ac:inkMkLst>
            <pc:docMk/>
            <pc:sldMk cId="3745310151" sldId="259"/>
            <ac:inkMk id="19" creationId="{9139F28D-92CA-87B5-79CB-C8B0F836B4A5}"/>
          </ac:inkMkLst>
        </pc:inkChg>
        <pc:inkChg chg="add del mod">
          <ac:chgData name="하 승웅" userId="f9089b053ea938d5" providerId="LiveId" clId="{E7C7E892-0CB8-48CE-BCD1-2104E53C57D0}" dt="2023-07-03T16:51:52.591" v="26" actId="9405"/>
          <ac:inkMkLst>
            <pc:docMk/>
            <pc:sldMk cId="3745310151" sldId="259"/>
            <ac:inkMk id="20" creationId="{8035B2BD-F549-957D-1039-4C67CE03CC3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" creationId="{A01BA4DB-5696-9F4C-8245-AD46151B16B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" creationId="{756D3276-59FC-754F-0B01-9DF5D473C434}"/>
          </ac:inkMkLst>
        </pc:inkChg>
        <pc:inkChg chg="add del mod">
          <ac:chgData name="하 승웅" userId="f9089b053ea938d5" providerId="LiveId" clId="{E7C7E892-0CB8-48CE-BCD1-2104E53C57D0}" dt="2023-07-03T16:51:52.293" v="25"/>
          <ac:inkMkLst>
            <pc:docMk/>
            <pc:sldMk cId="3745310151" sldId="259"/>
            <ac:inkMk id="21" creationId="{BFF73D92-7AD0-B0AA-DC66-4C5F32C9F25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" creationId="{7C8ACE7C-32C1-95DD-64D1-FE6EEFA6DE0B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3" creationId="{35868079-1682-2ECC-527F-178A3866CE76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4" creationId="{D4D8E061-C2F6-E4CA-2D0B-6F4CA8079B2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5" creationId="{1911076E-C633-7CF5-48AE-8718A285E2E7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6" creationId="{09C8D715-B485-E55D-505B-F38B677F3C1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7" creationId="{3496099C-3286-DE6E-CD75-6349A6C10676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8" creationId="{365BD86B-8DF0-24B7-7B14-FFF77E2C2DD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9" creationId="{322A2468-E5F0-A190-81AE-B36969F3B8F4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30" creationId="{E32B0109-A84F-9B8B-CB70-928B26E8717C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31" creationId="{D397924A-0B10-ABAC-E0E2-96A34B0D8F2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33" creationId="{C4EA7A4F-95FD-0F5E-57B4-AFDBF3B6CD00}"/>
          </ac:inkMkLst>
        </pc:inkChg>
        <pc:inkChg chg="add del">
          <ac:chgData name="하 승웅" userId="f9089b053ea938d5" providerId="LiveId" clId="{E7C7E892-0CB8-48CE-BCD1-2104E53C57D0}" dt="2023-07-03T16:52:09.664" v="41" actId="9405"/>
          <ac:inkMkLst>
            <pc:docMk/>
            <pc:sldMk cId="3745310151" sldId="259"/>
            <ac:inkMk id="33" creationId="{FE1F31E0-1D6E-322B-B691-15F0B1D28B8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34" creationId="{924E57D8-0C2E-9E41-E473-ED95F13842F9}"/>
          </ac:inkMkLst>
        </pc:inkChg>
        <pc:inkChg chg="add del">
          <ac:chgData name="하 승웅" userId="f9089b053ea938d5" providerId="LiveId" clId="{E7C7E892-0CB8-48CE-BCD1-2104E53C57D0}" dt="2023-07-03T16:52:12.188" v="43" actId="9405"/>
          <ac:inkMkLst>
            <pc:docMk/>
            <pc:sldMk cId="3745310151" sldId="259"/>
            <ac:inkMk id="34" creationId="{A05C5D13-2872-4355-37D4-7BC6D51214F7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5" creationId="{35752759-0650-7096-7482-BBF4C762D263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6" creationId="{EA5BDF2E-60B0-02A2-A565-1CE09BAEB454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7" creationId="{058C1E6B-4274-FC24-3C9F-F851746F69DD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8" creationId="{4D668F79-C26C-F8C2-C551-EFE2B85442FD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9" creationId="{66FBDA30-B906-F1E6-0E70-EA256D267AF0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0" creationId="{D2979581-F216-8B7B-4A35-62408D1ECAC6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1" creationId="{CC4FA333-79CA-FE70-7C21-8A04ADE1B528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2" creationId="{DC92BA6A-CAF1-15F6-1A8E-12B097B63B2A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3" creationId="{56EFEDA7-617A-772A-F6AA-90A0233CE2CB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4" creationId="{AD910A26-3349-5B58-D59C-66FF2E21967B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5" creationId="{F78C864C-0DF9-EE14-F1FA-5329B3CB4A3F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47" creationId="{B4524041-F1F6-EA94-1F09-47D6A28F0B56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48" creationId="{697BBE98-1DA0-00AE-6832-5E4D87D4D159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49" creationId="{C42FE764-98DD-AC42-8880-BA353EE2F434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0" creationId="{5F0D7E81-7F24-3E73-93FD-5488E6DBBDFF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1" creationId="{0A4571E9-D0A7-A9ED-69BF-3717972D6930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2" creationId="{200FD855-F0EC-568D-C3E8-D8DF19E5F4C7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3" creationId="{06DBC5E8-1875-EB72-7B32-BF8C0A8EB1C5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4" creationId="{242CE79F-BD11-A0E7-5175-A7CCA231DF27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5" creationId="{ADF80B64-B836-A312-C5DC-BFBF61047F8F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6" creationId="{6B21096B-29B0-0E77-5DDE-CEFE22F4AE3A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7" creationId="{7BD6DB9C-90DC-3439-C0DC-9C02924CDAD3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8" creationId="{0372CB05-B0C8-8ECD-9BF2-B2AC2901C59E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9" creationId="{E3D51069-005D-C834-107C-95A154C82CA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1" creationId="{68C6372A-72DA-FF4F-8E0C-38B7688CA573}"/>
          </ac:inkMkLst>
        </pc:inkChg>
        <pc:inkChg chg="add del mod">
          <ac:chgData name="하 승웅" userId="f9089b053ea938d5" providerId="LiveId" clId="{E7C7E892-0CB8-48CE-BCD1-2104E53C57D0}" dt="2023-07-14T19:51:42.174" v="96" actId="478"/>
          <ac:inkMkLst>
            <pc:docMk/>
            <pc:sldMk cId="3745310151" sldId="259"/>
            <ac:inkMk id="63" creationId="{66533E5E-1B68-410B-5299-E3890D8674E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4" creationId="{63014F12-7910-E0E0-7BAC-D1D80017B028}"/>
          </ac:inkMkLst>
        </pc:inkChg>
        <pc:inkChg chg="add del mod">
          <ac:chgData name="하 승웅" userId="f9089b053ea938d5" providerId="LiveId" clId="{E7C7E892-0CB8-48CE-BCD1-2104E53C57D0}" dt="2023-07-03T16:52:36.596" v="78" actId="9405"/>
          <ac:inkMkLst>
            <pc:docMk/>
            <pc:sldMk cId="3745310151" sldId="259"/>
            <ac:inkMk id="64" creationId="{663F19BE-0685-0A99-9A2A-CA809A64291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5" creationId="{8462247D-3474-8911-B4C1-567809824A6B}"/>
          </ac:inkMkLst>
        </pc:inkChg>
        <pc:inkChg chg="add del mod">
          <ac:chgData name="하 승웅" userId="f9089b053ea938d5" providerId="LiveId" clId="{E7C7E892-0CB8-48CE-BCD1-2104E53C57D0}" dt="2023-07-03T16:52:35.922" v="77" actId="9405"/>
          <ac:inkMkLst>
            <pc:docMk/>
            <pc:sldMk cId="3745310151" sldId="259"/>
            <ac:inkMk id="65" creationId="{B5656952-CBEA-5A8C-9F46-302CC48823C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6" creationId="{1601702A-0524-BCC7-ADB4-178086AD522D}"/>
          </ac:inkMkLst>
        </pc:inkChg>
        <pc:inkChg chg="add del mod">
          <ac:chgData name="하 승웅" userId="f9089b053ea938d5" providerId="LiveId" clId="{E7C7E892-0CB8-48CE-BCD1-2104E53C57D0}" dt="2023-07-03T16:52:35.621" v="76"/>
          <ac:inkMkLst>
            <pc:docMk/>
            <pc:sldMk cId="3745310151" sldId="259"/>
            <ac:inkMk id="66" creationId="{6E82BC85-5D04-20C9-6ADC-F4D3B1F8C03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7" creationId="{97582B47-917C-EE71-EB95-23F1550CDD02}"/>
          </ac:inkMkLst>
        </pc:inkChg>
        <pc:inkChg chg="add mod">
          <ac:chgData name="하 승웅" userId="f9089b053ea938d5" providerId="LiveId" clId="{E7C7E892-0CB8-48CE-BCD1-2104E53C57D0}" dt="2023-07-03T16:52:41.187" v="82"/>
          <ac:inkMkLst>
            <pc:docMk/>
            <pc:sldMk cId="3745310151" sldId="259"/>
            <ac:inkMk id="68" creationId="{5CEFD0EE-1D8F-CBB0-1636-D7E34F09FC26}"/>
          </ac:inkMkLst>
        </pc:inkChg>
        <pc:inkChg chg="add mod">
          <ac:chgData name="하 승웅" userId="f9089b053ea938d5" providerId="LiveId" clId="{E7C7E892-0CB8-48CE-BCD1-2104E53C57D0}" dt="2023-07-03T16:52:41.187" v="82"/>
          <ac:inkMkLst>
            <pc:docMk/>
            <pc:sldMk cId="3745310151" sldId="259"/>
            <ac:inkMk id="69" creationId="{FC49D09D-6EA4-6B7D-8724-C9993B686535}"/>
          </ac:inkMkLst>
        </pc:inkChg>
        <pc:inkChg chg="add mod">
          <ac:chgData name="하 승웅" userId="f9089b053ea938d5" providerId="LiveId" clId="{E7C7E892-0CB8-48CE-BCD1-2104E53C57D0}" dt="2023-07-03T16:52:41.187" v="82"/>
          <ac:inkMkLst>
            <pc:docMk/>
            <pc:sldMk cId="3745310151" sldId="259"/>
            <ac:inkMk id="70" creationId="{C6B8F5E9-A80D-4592-BC62-BB13A4E77748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2" creationId="{BD3F9604-C4B5-897F-15EC-AF34A6BB09AC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3" creationId="{79A93275-6AF2-8A6E-1807-11B60B2A20DF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4" creationId="{798DBFC6-351B-A6DC-FF15-1A0CA46F85FC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5" creationId="{A5660100-3582-4485-10F6-37E669CAAAE0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6" creationId="{82807462-B51B-44FC-3A40-9FEE0221C2CB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7" creationId="{BF8C6454-3086-6970-AEBF-5595B6E702EC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8" creationId="{A1DE091C-4DA5-811F-9BDB-5101E2450690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81" creationId="{8A3B3B7E-CA8D-643C-60AD-6EC58C975DCD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82" creationId="{4E7810C3-F798-2CB2-5FD1-ED970F62F0D7}"/>
          </ac:inkMkLst>
        </pc:inkChg>
        <pc:inkChg chg="add del">
          <ac:chgData name="하 승웅" userId="f9089b053ea938d5" providerId="LiveId" clId="{E7C7E892-0CB8-48CE-BCD1-2104E53C57D0}" dt="2023-07-14T19:51:42.174" v="96" actId="478"/>
          <ac:inkMkLst>
            <pc:docMk/>
            <pc:sldMk cId="3745310151" sldId="259"/>
            <ac:inkMk id="83" creationId="{30B9FC0D-0CF7-3998-E9E0-E98765A1F98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86" creationId="{FB816B5C-2B4F-B664-FAD4-95573733841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87" creationId="{102368D1-0B85-9D4B-CF2B-28C4EB931B6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89" creationId="{123950A9-2A14-82EB-CF73-72D8FFA7EB1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0" creationId="{B3B0C783-8DFF-9D57-50A5-369ECC95DA7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1" creationId="{9B2678E3-0764-9E32-0B98-9207AC23063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3" creationId="{865C1293-58F3-B702-EFF1-EC4543F0708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4" creationId="{619CA6E9-6DCF-F5BE-460B-E228C511811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5" creationId="{B2C72214-DD0D-65BB-826E-B2A6C4D8A49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6" creationId="{476FC0BA-5B6B-8AF7-186E-9D51E892BF5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7" creationId="{433279DE-A80F-8EF3-D3C5-B802AD95BA6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8" creationId="{81D6D8E6-72FD-9A0E-15A7-EB01E1D0ACA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9" creationId="{48E16E79-909F-BDAD-6EAD-03098F1E727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0" creationId="{26A28996-A4C8-81ED-A4FB-A758C9097F4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1" creationId="{5EFCAF47-8BAE-9E6F-4B35-31BF0360D59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2" creationId="{9F070FFC-4DBA-869D-5573-2A6EEA8A8EC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3" creationId="{573A53E8-12C5-7EA4-48BA-D41C41DEC4E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5" creationId="{567A3E9F-F185-6B26-F2BB-DE3A4A7460AB}"/>
          </ac:inkMkLst>
        </pc:inkChg>
        <pc:inkChg chg="add del">
          <ac:chgData name="하 승웅" userId="f9089b053ea938d5" providerId="LiveId" clId="{E7C7E892-0CB8-48CE-BCD1-2104E53C57D0}" dt="2023-07-14T19:52:19.610" v="141" actId="9405"/>
          <ac:inkMkLst>
            <pc:docMk/>
            <pc:sldMk cId="3745310151" sldId="259"/>
            <ac:inkMk id="106" creationId="{FC88EB31-1552-2687-B1C3-F793DCEFE34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7" creationId="{FDEF4D8C-BC16-6C44-6772-2CF90DB4A4E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8" creationId="{7B3AE2C6-691B-39FD-3EAC-D629C2B5C37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9" creationId="{07FCDEC5-7FA4-FB05-7A9E-8D84B1D1952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0" creationId="{346D5373-E715-D416-C8D8-59AC993462C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1" creationId="{58440284-7F55-AA1A-CFAD-A24CF8B9076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2" creationId="{9D903979-ED79-B38D-448A-63C478805A6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3" creationId="{4975B0AC-C1E3-60F9-D9E2-233641C2D9C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5" creationId="{E7E987F3-BE05-9428-9333-AAFAF1160A8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6" creationId="{F58BD555-3E40-596E-80A0-7B8C92F3D45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7" creationId="{DD7520D9-5E39-AA60-FC24-2B533DE6CDE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8" creationId="{FBA08D04-3B7F-91AA-4720-97C7C5FDF56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9" creationId="{CA30E8A6-970B-A55E-93C4-0C8C19A770A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0" creationId="{EF14C145-48ED-D2ED-31BC-8D371B4E288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1" creationId="{A51E3C77-6B9A-A4E7-4508-3FA04374A542}"/>
          </ac:inkMkLst>
        </pc:inkChg>
        <pc:inkChg chg="add del mod">
          <ac:chgData name="하 승웅" userId="f9089b053ea938d5" providerId="LiveId" clId="{E7C7E892-0CB8-48CE-BCD1-2104E53C57D0}" dt="2023-07-14T19:52:35.433" v="165" actId="9405"/>
          <ac:inkMkLst>
            <pc:docMk/>
            <pc:sldMk cId="3745310151" sldId="259"/>
            <ac:inkMk id="124" creationId="{0CCC31F1-D664-FD7B-1332-75D784CA7813}"/>
          </ac:inkMkLst>
        </pc:inkChg>
        <pc:inkChg chg="add del mod">
          <ac:chgData name="하 승웅" userId="f9089b053ea938d5" providerId="LiveId" clId="{E7C7E892-0CB8-48CE-BCD1-2104E53C57D0}" dt="2023-07-14T19:52:35.160" v="164" actId="9405"/>
          <ac:inkMkLst>
            <pc:docMk/>
            <pc:sldMk cId="3745310151" sldId="259"/>
            <ac:inkMk id="125" creationId="{54B41AC6-B5C6-8D4B-A388-8C021B2A781C}"/>
          </ac:inkMkLst>
        </pc:inkChg>
        <pc:inkChg chg="add del mod">
          <ac:chgData name="하 승웅" userId="f9089b053ea938d5" providerId="LiveId" clId="{E7C7E892-0CB8-48CE-BCD1-2104E53C57D0}" dt="2023-07-14T19:52:34.949" v="163"/>
          <ac:inkMkLst>
            <pc:docMk/>
            <pc:sldMk cId="3745310151" sldId="259"/>
            <ac:inkMk id="126" creationId="{F625C877-2BB2-46CF-48A3-2527CED123F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8" creationId="{6296428E-CF36-7822-10E1-46BE99C95BE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9" creationId="{3E986B3E-C959-E771-5F80-90E5377E05C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0" creationId="{D1525727-4925-34E5-BADC-188DC17AC86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1" creationId="{B73054BE-6138-B6AC-60E9-C7AA0C72D8A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2" creationId="{BD576A5B-75B3-71CA-B078-FC11B48BA8D6}"/>
          </ac:inkMkLst>
        </pc:inkChg>
        <pc:inkChg chg="add del mod">
          <ac:chgData name="하 승웅" userId="f9089b053ea938d5" providerId="LiveId" clId="{E7C7E892-0CB8-48CE-BCD1-2104E53C57D0}" dt="2023-07-14T19:52:40.132" v="178"/>
          <ac:inkMkLst>
            <pc:docMk/>
            <pc:sldMk cId="3745310151" sldId="259"/>
            <ac:inkMk id="133" creationId="{77AE991C-30EE-CD3F-8D9F-9565E0032752}"/>
          </ac:inkMkLst>
        </pc:inkChg>
        <pc:inkChg chg="add del">
          <ac:chgData name="하 승웅" userId="f9089b053ea938d5" providerId="LiveId" clId="{E7C7E892-0CB8-48CE-BCD1-2104E53C57D0}" dt="2023-07-14T19:52:39.735" v="175" actId="9405"/>
          <ac:inkMkLst>
            <pc:docMk/>
            <pc:sldMk cId="3745310151" sldId="259"/>
            <ac:inkMk id="134" creationId="{E1D7D641-E0A3-6D3F-44DE-AC3F598A1033}"/>
          </ac:inkMkLst>
        </pc:inkChg>
        <pc:inkChg chg="add del">
          <ac:chgData name="하 승웅" userId="f9089b053ea938d5" providerId="LiveId" clId="{E7C7E892-0CB8-48CE-BCD1-2104E53C57D0}" dt="2023-07-14T19:52:39.570" v="174" actId="9405"/>
          <ac:inkMkLst>
            <pc:docMk/>
            <pc:sldMk cId="3745310151" sldId="259"/>
            <ac:inkMk id="135" creationId="{6E2CAF9A-A3AA-E888-877F-ACABBF17211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8" creationId="{20803BAB-FD0D-EBEC-81F0-E4806BE8B36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9" creationId="{031C2BD5-90E0-CE33-486D-58A98254E9F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0" creationId="{AD03AF3A-56DF-C7C5-B16E-791DC13EADF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1" creationId="{8112161C-C420-8492-82BE-417D7D9A73D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3" creationId="{0DE46257-15DC-D647-B018-B1FE08B8770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4" creationId="{34281DDF-0EA1-5935-5138-BB1AB34D6B7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5" creationId="{14F4E642-EB0B-8938-543F-C5D63B92061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6" creationId="{C84BF11A-86EA-ABBB-D7B5-E42B9C8D106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7" creationId="{A6E5C20C-6515-5886-CA91-D1A0B93D516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8" creationId="{D81788BF-D9B7-A0D9-A662-36E8E310767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9" creationId="{85105E94-4A7C-B77C-58FF-2E307EF28A7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0" creationId="{47DAFD1E-A2F7-6AB3-CE3F-47ACDD486A5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1" creationId="{1B41021A-AFC3-A95F-4D94-506962EFD65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2" creationId="{7B2E5281-FA65-5BD9-3BA9-7E2CC3A48E2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3" creationId="{F278D3EA-338A-8CC6-A04B-FE2D6654CC2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4" creationId="{F7578FD8-5FFD-2ED3-7D4F-9C36AC13CA7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5" creationId="{D1B42192-70FB-1DBB-18EF-D64570FA501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6" creationId="{0176FB5D-E64E-F0BA-64E9-8F116ED2CFF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8" creationId="{0A937969-3178-054C-3DC9-CB3385D9B7E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9" creationId="{FEBFDA47-518E-BF06-8E02-0797DE86FC4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0" creationId="{F23E00EC-E4E9-8F05-BED8-FF0406072F0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1" creationId="{3799FC8B-7F39-6053-DB58-C0F7B0C342E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2" creationId="{D76F41C0-6B63-64D1-C4EF-3EF2DE87A8F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3" creationId="{B095BEEC-8FD5-4FB6-902E-2898BDE26B0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4" creationId="{B5F39A3E-3C80-95CB-640A-9E45239414A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5" creationId="{F42E73F4-1FE1-2C7A-75FB-A616DE50F81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6" creationId="{C9CF26E8-78E6-B7AA-5012-397C51F71A1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7" creationId="{D65DC54A-70C4-F4F4-B08E-AB26FB2CE13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8" creationId="{8FBAEB95-50CC-F93D-38EB-A61A95B33E3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0" creationId="{8DB19FC5-8421-3FF3-35EC-C58218F0306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1" creationId="{658FBA21-F1A6-3D2C-02FE-104A3D12E8A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3" creationId="{6FC6B2DC-E2B7-BE40-287E-4C19B125424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4" creationId="{92CD133C-E503-5F7B-27EE-738A2D0BF6A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6" creationId="{4E8C549A-73BD-84B0-F4ED-D6A30369F2B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7" creationId="{11DAE30F-008C-086B-74CB-4D0D589D32A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8" creationId="{2B1A2823-3318-AFB6-843E-532CCBCEB28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9" creationId="{221A03D6-5C0C-A260-86AF-EF9B3D95B17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0" creationId="{C94F2855-ED47-0CF3-2825-8C3C514C005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2" creationId="{AEBB9097-9E6D-29A6-A328-468134938B9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3" creationId="{DD8E076A-042D-F898-D0E0-5953519F99F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4" creationId="{BFD24210-4F62-3139-3930-D821B09E26B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5" creationId="{09511FA5-27ED-F5AB-F2AF-F119C9D7646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6" creationId="{3F42B997-D572-8F19-F419-E7596B2CAA7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7" creationId="{95B16508-C994-91DC-E943-C11A28856BF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8" creationId="{E49D3B80-151E-9A1B-45E4-B7AA4DD6161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0" creationId="{811C3F44-39EF-98FE-AD6A-235A92CDA5A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2" creationId="{0D18E9A8-701D-D55A-F713-473D8FE3789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4" creationId="{2E7CC2A8-0C7D-9959-68AB-9B008DD00E2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5" creationId="{F5723EE5-0BC6-7A02-2484-CFA0B156087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7" creationId="{06E45B30-9331-EC88-547E-6ABFE9E92A0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8" creationId="{350A1B27-342E-D67D-D3C2-9B9CA6ADD64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0" creationId="{38648E72-CC1E-910D-35E9-5F9A5841F86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1" creationId="{195E6CCE-668F-5BE0-E32D-C852BFAAFB9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2" creationId="{25ADB444-1269-551F-73B0-59D48342517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3" creationId="{30741A49-7090-7EEA-7CCD-155F3F0658E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4" creationId="{8719BDF2-E4FF-5CDD-74D1-49B1E166B19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6" creationId="{263AADE7-DC36-83C8-3547-F5288A2918F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7" creationId="{26697EA9-BA5C-3248-6A8B-542748BDA14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8" creationId="{3D029917-C7DE-4673-CF70-89C306DCC0E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9" creationId="{57C7095A-1412-8FEF-3A89-15C0CDC281E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0" creationId="{617E9F48-04D4-B00E-8D6C-29B31A15E7C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1" creationId="{673D93F4-9D93-5371-490D-504C2B6EF6C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3" creationId="{1E21383E-AAA1-021F-5A79-F31E1F91213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4" creationId="{C1BA3C0F-1CCB-6324-0E3A-A82E4DD746B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5" creationId="{F6E772D0-D8B1-E6C0-EFF1-D2582DED6BE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6" creationId="{D7B356A0-C8C1-24ED-44DA-0A23B6551B0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7" creationId="{0D578548-FCF7-C768-5A4C-07DBAF6DF02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8" creationId="{FCAA575E-CDE4-5459-2AF8-12B291D2399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9" creationId="{9FF9F747-94D8-1EDB-9F9D-4B641E6D31F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0" creationId="{719D08C3-6DF5-C875-4C67-2CC438D5362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1" creationId="{6BD89C06-398E-3D19-8142-667186D99B2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2" creationId="{A77212D5-8C88-A168-9934-40D194E0FE9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3" creationId="{ED230584-2873-83EF-AE06-E11CF3F0923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4" creationId="{B3F74FC5-ABC4-6A68-F2EC-A8F8B171C16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5" creationId="{0264567D-3B4F-56FA-3DC8-CCF629A09A0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6" creationId="{A6F5DA52-B2CF-9FED-980D-C15CE70088E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8" creationId="{AEF7DDF4-8679-B549-4654-3F74D4C05B5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9" creationId="{8A721B57-FE11-0A50-6266-BBA79A00CFF5}"/>
          </ac:inkMkLst>
        </pc:inkChg>
        <pc:inkChg chg="add del mod">
          <ac:chgData name="하 승웅" userId="f9089b053ea938d5" providerId="LiveId" clId="{E7C7E892-0CB8-48CE-BCD1-2104E53C57D0}" dt="2023-07-14T19:54:11.617" v="281" actId="9405"/>
          <ac:inkMkLst>
            <pc:docMk/>
            <pc:sldMk cId="3745310151" sldId="259"/>
            <ac:inkMk id="231" creationId="{C3F227B5-F332-0740-8884-27A15931A457}"/>
          </ac:inkMkLst>
        </pc:inkChg>
        <pc:inkChg chg="add del mod">
          <ac:chgData name="하 승웅" userId="f9089b053ea938d5" providerId="LiveId" clId="{E7C7E892-0CB8-48CE-BCD1-2104E53C57D0}" dt="2023-07-14T19:54:11.383" v="280" actId="9405"/>
          <ac:inkMkLst>
            <pc:docMk/>
            <pc:sldMk cId="3745310151" sldId="259"/>
            <ac:inkMk id="232" creationId="{6891BFFF-06DE-B994-BC4E-95127828FFEF}"/>
          </ac:inkMkLst>
        </pc:inkChg>
        <pc:inkChg chg="add del mod">
          <ac:chgData name="하 승웅" userId="f9089b053ea938d5" providerId="LiveId" clId="{E7C7E892-0CB8-48CE-BCD1-2104E53C57D0}" dt="2023-07-14T19:54:11.214" v="279" actId="9405"/>
          <ac:inkMkLst>
            <pc:docMk/>
            <pc:sldMk cId="3745310151" sldId="259"/>
            <ac:inkMk id="233" creationId="{70F19A50-2BEA-0D7A-CE1B-3CB1FBE93971}"/>
          </ac:inkMkLst>
        </pc:inkChg>
        <pc:inkChg chg="add del mod">
          <ac:chgData name="하 승웅" userId="f9089b053ea938d5" providerId="LiveId" clId="{E7C7E892-0CB8-48CE-BCD1-2104E53C57D0}" dt="2023-07-14T19:54:11.041" v="278"/>
          <ac:inkMkLst>
            <pc:docMk/>
            <pc:sldMk cId="3745310151" sldId="259"/>
            <ac:inkMk id="234" creationId="{C579B783-B720-A950-6D46-EA6CB677058D}"/>
          </ac:inkMkLst>
        </pc:inkChg>
        <pc:inkChg chg="add del">
          <ac:chgData name="하 승웅" userId="f9089b053ea938d5" providerId="LiveId" clId="{E7C7E892-0CB8-48CE-BCD1-2104E53C57D0}" dt="2023-07-14T19:54:46.913" v="283" actId="9405"/>
          <ac:inkMkLst>
            <pc:docMk/>
            <pc:sldMk cId="3745310151" sldId="259"/>
            <ac:inkMk id="236" creationId="{D6311F9C-BB7B-28F9-02FB-C57E13FC69B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37" creationId="{95BF2480-E3BF-BD6B-F572-A3CFACC9BD0F}"/>
          </ac:inkMkLst>
        </pc:inkChg>
      </pc:sldChg>
      <pc:sldChg chg="addSp delSp modSp new mod">
        <pc:chgData name="하 승웅" userId="f9089b053ea938d5" providerId="LiveId" clId="{E7C7E892-0CB8-48CE-BCD1-2104E53C57D0}" dt="2023-07-15T03:26:19.378" v="2088" actId="1076"/>
        <pc:sldMkLst>
          <pc:docMk/>
          <pc:sldMk cId="1990812192" sldId="260"/>
        </pc:sldMkLst>
        <pc:spChg chg="del">
          <ac:chgData name="하 승웅" userId="f9089b053ea938d5" providerId="LiveId" clId="{E7C7E892-0CB8-48CE-BCD1-2104E53C57D0}" dt="2023-07-14T20:02:39.976" v="289" actId="478"/>
          <ac:spMkLst>
            <pc:docMk/>
            <pc:sldMk cId="1990812192" sldId="260"/>
            <ac:spMk id="2" creationId="{AF13FA8C-871D-F781-4925-FE9581226F6F}"/>
          </ac:spMkLst>
        </pc:spChg>
        <pc:spChg chg="del">
          <ac:chgData name="하 승웅" userId="f9089b053ea938d5" providerId="LiveId" clId="{E7C7E892-0CB8-48CE-BCD1-2104E53C57D0}" dt="2023-07-14T20:02:39.976" v="289" actId="478"/>
          <ac:spMkLst>
            <pc:docMk/>
            <pc:sldMk cId="1990812192" sldId="260"/>
            <ac:spMk id="3" creationId="{039BFC6C-A42C-4DA9-25FB-6165C00755EC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6" creationId="{99BBB32C-FAA0-FFA6-F76E-704B253D57C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" creationId="{FB6FD684-61B6-19B8-1A2D-BA84106DBA0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47" creationId="{E9D017B4-B5D3-A1CC-1322-D60ACB11D32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48" creationId="{E0868C25-DEF0-DE3F-8413-2EC1BA00B86B}"/>
          </ac:spMkLst>
        </pc:spChg>
        <pc:spChg chg="add del mod">
          <ac:chgData name="하 승웅" userId="f9089b053ea938d5" providerId="LiveId" clId="{E7C7E892-0CB8-48CE-BCD1-2104E53C57D0}" dt="2023-07-14T20:09:49.984" v="383" actId="478"/>
          <ac:spMkLst>
            <pc:docMk/>
            <pc:sldMk cId="1990812192" sldId="260"/>
            <ac:spMk id="49" creationId="{A7563BCE-EE27-2130-5249-AB8CF4BA5F6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5" creationId="{16890CCC-3AB1-6DB2-3457-C9E0D1B0E43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6" creationId="{4BEB773B-F752-4DA3-5707-5D5D8142632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7" creationId="{5DE36840-14B2-68F9-E41A-037C7D4E99D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8" creationId="{2922B32E-08E3-5D62-E62C-98BA09B71B4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9" creationId="{9C766AC5-A925-657F-9E5E-4DE29D7D67D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0" creationId="{DFDA8351-6E26-B839-6636-43B2B5054681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1" creationId="{DF067161-C688-11E0-5A1A-14F3D07E79D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2" creationId="{2EC7A63D-A0AD-9A22-311C-863F037B0CD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3" creationId="{43C2D2FD-C030-8077-C94D-974B0CC1CB2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4" creationId="{44E36D5A-E280-E2B8-C6C2-E9A158132F87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5" creationId="{F4F92908-E2BD-39D0-DD4B-7C4A73A65FD7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6" creationId="{B5A0E3D6-A178-24BE-37C8-086C6ED594D9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7" creationId="{3B944D9D-FEA4-9BF4-96DD-F0F19402F9FF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8" creationId="{D3E4EE94-9E6A-DDA4-74E2-3ECEFAD4CBB6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9" creationId="{1A9D75F3-EBF5-CC0C-8064-2DDA52D19CF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0" creationId="{FE1EE431-359E-76D7-9F58-AD1113D7CE0C}"/>
          </ac:spMkLst>
        </pc:spChg>
        <pc:spChg chg="add del mod">
          <ac:chgData name="하 승웅" userId="f9089b053ea938d5" providerId="LiveId" clId="{E7C7E892-0CB8-48CE-BCD1-2104E53C57D0}" dt="2023-07-14T20:13:16.277" v="517"/>
          <ac:spMkLst>
            <pc:docMk/>
            <pc:sldMk cId="1990812192" sldId="260"/>
            <ac:spMk id="91" creationId="{90FAB7C2-BF1E-05A4-3A51-D0FC3B5FFC30}"/>
          </ac:spMkLst>
        </pc:spChg>
        <pc:spChg chg="add del mod">
          <ac:chgData name="하 승웅" userId="f9089b053ea938d5" providerId="LiveId" clId="{E7C7E892-0CB8-48CE-BCD1-2104E53C57D0}" dt="2023-07-14T20:13:15.197" v="515"/>
          <ac:spMkLst>
            <pc:docMk/>
            <pc:sldMk cId="1990812192" sldId="260"/>
            <ac:spMk id="92" creationId="{DA2F897E-0B2F-A552-4A46-EB8611FD2272}"/>
          </ac:spMkLst>
        </pc:spChg>
        <pc:spChg chg="add del mod">
          <ac:chgData name="하 승웅" userId="f9089b053ea938d5" providerId="LiveId" clId="{E7C7E892-0CB8-48CE-BCD1-2104E53C57D0}" dt="2023-07-14T20:13:33.566" v="527"/>
          <ac:spMkLst>
            <pc:docMk/>
            <pc:sldMk cId="1990812192" sldId="260"/>
            <ac:spMk id="93" creationId="{9A6764DD-89F9-79DF-68D0-EA8EC1EAE026}"/>
          </ac:spMkLst>
        </pc:spChg>
        <pc:spChg chg="add del mod">
          <ac:chgData name="하 승웅" userId="f9089b053ea938d5" providerId="LiveId" clId="{E7C7E892-0CB8-48CE-BCD1-2104E53C57D0}" dt="2023-07-14T20:13:32.334" v="525"/>
          <ac:spMkLst>
            <pc:docMk/>
            <pc:sldMk cId="1990812192" sldId="260"/>
            <ac:spMk id="94" creationId="{05EDD9ED-36C7-824D-9B3D-8D2F6ACD5E58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5" creationId="{0F7DF099-5E39-E413-2108-539156D89C15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6" creationId="{DF9745F7-A092-D569-EFC6-D7CBDF4B8BA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7" creationId="{983666E1-8203-72BB-A623-2D3606699A31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8" creationId="{02426819-7CF5-4A99-E5EB-2C7CB7C55EAC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9" creationId="{15D7EE0B-BB43-BF00-83B1-17B20927F1D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0" creationId="{1F0EFEB7-511B-E5C8-3104-D94ABE058DA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1" creationId="{1994EB39-E5CF-1990-3D9F-B1565F824A7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2" creationId="{4C53AF7C-9572-B94B-AA5C-4301D96D251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3" creationId="{49C78B53-8A57-B8FB-529F-84FC8B86BF5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4" creationId="{1875E357-5939-89F6-66B4-C06380823EC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5" creationId="{1352283C-5504-C55D-2D7B-5EA23FED53B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6" creationId="{5B81EA6F-5D4F-8382-3602-AA4DD35D7725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7" creationId="{DF61B449-C519-2142-F552-3C068E60D1D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8" creationId="{B8371761-6E8D-3EF9-3046-BE268FB9082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9" creationId="{7B13077B-521A-9486-586B-C3553006ED4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4" creationId="{7142E4A9-CAF8-9F76-19FD-1C3B1575F6DA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5" creationId="{0E132080-5691-9491-E4BE-FDFF3C067B9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6" creationId="{A6F7D513-7E8C-3DD0-EDDF-4090E4852DF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7" creationId="{847185A3-9CB1-4CA8-CD1D-8765E048668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8" creationId="{E25F6966-8A19-EFD6-A235-BEAB40666E2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9" creationId="{AD8FF88E-1C7D-0F9F-5DF0-45E902227CB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0" creationId="{FC340BD2-7A10-98F4-FB4C-CB37E2F893E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1" creationId="{4D989561-528A-C8B2-3AFE-2CA2A681D9D8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2" creationId="{AA94FE50-9B9B-26DB-392F-BE25C4592834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3" creationId="{DAAD8297-B26C-654B-6029-2A2F75FDA7B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4" creationId="{45988FC3-BCF8-727D-C288-334C5B309845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5" creationId="{94D0CF41-1378-B694-054D-411DC43550D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6" creationId="{842E185E-56EA-A3C8-CAB0-5979DA6C839C}"/>
          </ac:spMkLst>
        </pc:spChg>
        <pc:spChg chg="add del mod">
          <ac:chgData name="하 승웅" userId="f9089b053ea938d5" providerId="LiveId" clId="{E7C7E892-0CB8-48CE-BCD1-2104E53C57D0}" dt="2023-07-14T20:17:34.250" v="600"/>
          <ac:spMkLst>
            <pc:docMk/>
            <pc:sldMk cId="1990812192" sldId="260"/>
            <ac:spMk id="127" creationId="{CD96949E-9108-53D4-65C0-299BCCB50CB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8" creationId="{5AE5C3DB-4F20-CED6-8418-053BF5571CA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9" creationId="{B9512AE7-3D76-72C3-DD31-6114A516A5A7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30" creationId="{0FA72858-8DB7-9531-6671-3EE42744B1B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31" creationId="{1610AB90-5838-D34A-0A9C-877EE22262D8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32" creationId="{53523F0A-6C68-4612-001C-F2EDF5141409}"/>
          </ac:spMkLst>
        </pc:spChg>
        <pc:spChg chg="add del mod">
          <ac:chgData name="하 승웅" userId="f9089b053ea938d5" providerId="LiveId" clId="{E7C7E892-0CB8-48CE-BCD1-2104E53C57D0}" dt="2023-07-14T20:21:42.125" v="779" actId="478"/>
          <ac:spMkLst>
            <pc:docMk/>
            <pc:sldMk cId="1990812192" sldId="260"/>
            <ac:spMk id="140" creationId="{FEA4EB10-47D8-0E27-7716-B16FABAC89A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1" creationId="{EEBA084C-9164-7A3B-50FA-171C761F6F1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2" creationId="{ED2CBDFC-B8BD-4F83-569F-7AD27E3AF977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6" creationId="{3E824D89-719B-0FC1-6722-05324888209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7" creationId="{690DB8D5-7D79-4323-AE90-875D3DD36EE2}"/>
          </ac:spMkLst>
        </pc:spChg>
        <pc:spChg chg="add mod">
          <ac:chgData name="하 승웅" userId="f9089b053ea938d5" providerId="LiveId" clId="{E7C7E892-0CB8-48CE-BCD1-2104E53C57D0}" dt="2023-07-15T03:26:19.378" v="2088" actId="1076"/>
          <ac:spMkLst>
            <pc:docMk/>
            <pc:sldMk cId="1990812192" sldId="260"/>
            <ac:spMk id="148" creationId="{373D58FB-A53F-B90B-B23E-2E211BB73FB4}"/>
          </ac:spMkLst>
        </pc:spChg>
        <pc:spChg chg="add mod">
          <ac:chgData name="하 승웅" userId="f9089b053ea938d5" providerId="LiveId" clId="{E7C7E892-0CB8-48CE-BCD1-2104E53C57D0}" dt="2023-07-15T03:26:12.421" v="2085" actId="1076"/>
          <ac:spMkLst>
            <pc:docMk/>
            <pc:sldMk cId="1990812192" sldId="260"/>
            <ac:spMk id="149" creationId="{F23A85D5-9E0A-0501-D290-0B87FDE2AA5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0" creationId="{049F0D94-528D-4CE2-0CAE-5B6AA6C655D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1" creationId="{E5AC36E2-94B2-73D6-3AFD-DF76566A386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2" creationId="{DC5517EA-6A08-29CB-859F-AC332D96A8E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3" creationId="{C0E8048A-9558-DA5F-6483-A26A0A522FDA}"/>
          </ac:spMkLst>
        </pc:spChg>
        <pc:spChg chg="add del mod">
          <ac:chgData name="하 승웅" userId="f9089b053ea938d5" providerId="LiveId" clId="{E7C7E892-0CB8-48CE-BCD1-2104E53C57D0}" dt="2023-07-14T20:43:55.660" v="2078" actId="478"/>
          <ac:spMkLst>
            <pc:docMk/>
            <pc:sldMk cId="1990812192" sldId="260"/>
            <ac:spMk id="154" creationId="{9D9ECF70-4436-3CF0-1A4E-541A81269B28}"/>
          </ac:spMkLst>
        </pc:spChg>
        <pc:spChg chg="add del mod">
          <ac:chgData name="하 승웅" userId="f9089b053ea938d5" providerId="LiveId" clId="{E7C7E892-0CB8-48CE-BCD1-2104E53C57D0}" dt="2023-07-14T20:36:17.835" v="1892" actId="478"/>
          <ac:spMkLst>
            <pc:docMk/>
            <pc:sldMk cId="1990812192" sldId="260"/>
            <ac:spMk id="155" creationId="{A5BA8B5A-A4A8-D281-0F39-E96C2E135697}"/>
          </ac:spMkLst>
        </pc:spChg>
        <pc:spChg chg="add del mod">
          <ac:chgData name="하 승웅" userId="f9089b053ea938d5" providerId="LiveId" clId="{E7C7E892-0CB8-48CE-BCD1-2104E53C57D0}" dt="2023-07-14T20:28:43.220" v="1336" actId="478"/>
          <ac:spMkLst>
            <pc:docMk/>
            <pc:sldMk cId="1990812192" sldId="260"/>
            <ac:spMk id="157" creationId="{E1CE32FC-87E8-D02F-C1FD-872E9AD16D79}"/>
          </ac:spMkLst>
        </pc:spChg>
        <pc:spChg chg="add del mod">
          <ac:chgData name="하 승웅" userId="f9089b053ea938d5" providerId="LiveId" clId="{E7C7E892-0CB8-48CE-BCD1-2104E53C57D0}" dt="2023-07-14T20:32:21.409" v="1624"/>
          <ac:spMkLst>
            <pc:docMk/>
            <pc:sldMk cId="1990812192" sldId="260"/>
            <ac:spMk id="158" creationId="{5CE2274B-5896-FC19-E8C4-6E57E3326011}"/>
          </ac:spMkLst>
        </pc:spChg>
        <pc:spChg chg="add del mod">
          <ac:chgData name="하 승웅" userId="f9089b053ea938d5" providerId="LiveId" clId="{E7C7E892-0CB8-48CE-BCD1-2104E53C57D0}" dt="2023-07-14T20:32:05.314" v="1611"/>
          <ac:spMkLst>
            <pc:docMk/>
            <pc:sldMk cId="1990812192" sldId="260"/>
            <ac:spMk id="159" creationId="{E69C1977-05E7-5DDE-58E6-1ECFF6C83FFB}"/>
          </ac:spMkLst>
        </pc:spChg>
        <pc:spChg chg="add del mod">
          <ac:chgData name="하 승웅" userId="f9089b053ea938d5" providerId="LiveId" clId="{E7C7E892-0CB8-48CE-BCD1-2104E53C57D0}" dt="2023-07-14T20:32:37.413" v="1627" actId="478"/>
          <ac:spMkLst>
            <pc:docMk/>
            <pc:sldMk cId="1990812192" sldId="260"/>
            <ac:spMk id="161" creationId="{A43F1322-7606-59DE-1C62-8768CCE3CAC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62" creationId="{BC7ED2DA-61AA-231C-FAB5-B8CD9F2EC66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63" creationId="{71302058-F734-44EC-30BE-B89778CA02D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64" creationId="{D653A247-DBEC-665B-AA28-6C8C945B0152}"/>
          </ac:spMkLst>
        </pc:spChg>
        <pc:spChg chg="add del mod">
          <ac:chgData name="하 승웅" userId="f9089b053ea938d5" providerId="LiveId" clId="{E7C7E892-0CB8-48CE-BCD1-2104E53C57D0}" dt="2023-07-14T20:34:44.988" v="1858" actId="478"/>
          <ac:spMkLst>
            <pc:docMk/>
            <pc:sldMk cId="1990812192" sldId="260"/>
            <ac:spMk id="167" creationId="{EEA16B54-D953-7271-521E-57C091382360}"/>
          </ac:spMkLst>
        </pc:spChg>
        <pc:spChg chg="add del mod">
          <ac:chgData name="하 승웅" userId="f9089b053ea938d5" providerId="LiveId" clId="{E7C7E892-0CB8-48CE-BCD1-2104E53C57D0}" dt="2023-07-14T20:43:56.719" v="2079" actId="478"/>
          <ac:spMkLst>
            <pc:docMk/>
            <pc:sldMk cId="1990812192" sldId="260"/>
            <ac:spMk id="182" creationId="{E1A58362-23AD-982A-7A06-AEB86C5BCCBE}"/>
          </ac:spMkLst>
        </pc:spChg>
        <pc:spChg chg="add mod or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83" creationId="{C6BC361F-5679-AF4B-2034-8B28CE991510}"/>
          </ac:spMkLst>
        </pc:spChg>
        <pc:spChg chg="add del mod">
          <ac:chgData name="하 승웅" userId="f9089b053ea938d5" providerId="LiveId" clId="{E7C7E892-0CB8-48CE-BCD1-2104E53C57D0}" dt="2023-07-14T20:43:27.431" v="2069" actId="478"/>
          <ac:spMkLst>
            <pc:docMk/>
            <pc:sldMk cId="1990812192" sldId="260"/>
            <ac:spMk id="189" creationId="{F2C1992D-488F-3561-D924-228F717C1747}"/>
          </ac:spMkLst>
        </pc:spChg>
        <pc:grpChg chg="del mod">
          <ac:chgData name="하 승웅" userId="f9089b053ea938d5" providerId="LiveId" clId="{E7C7E892-0CB8-48CE-BCD1-2104E53C57D0}" dt="2023-07-14T20:09:57.558" v="384" actId="478"/>
          <ac:grpSpMkLst>
            <pc:docMk/>
            <pc:sldMk cId="1990812192" sldId="260"/>
            <ac:grpSpMk id="13" creationId="{D8B2A8BE-176A-CC9D-32E5-EA4D42B01056}"/>
          </ac:grpSpMkLst>
        </pc:grpChg>
        <pc:grpChg chg="mod">
          <ac:chgData name="하 승웅" userId="f9089b053ea938d5" providerId="LiveId" clId="{E7C7E892-0CB8-48CE-BCD1-2104E53C57D0}" dt="2023-07-14T20:09:05.763" v="309"/>
          <ac:grpSpMkLst>
            <pc:docMk/>
            <pc:sldMk cId="1990812192" sldId="260"/>
            <ac:grpSpMk id="17" creationId="{88A1761F-580D-BE26-7BE2-06BA3130656C}"/>
          </ac:grpSpMkLst>
        </pc:grpChg>
        <pc:grpChg chg="del mod">
          <ac:chgData name="하 승웅" userId="f9089b053ea938d5" providerId="LiveId" clId="{E7C7E892-0CB8-48CE-BCD1-2104E53C57D0}" dt="2023-07-14T20:09:16.328" v="322"/>
          <ac:grpSpMkLst>
            <pc:docMk/>
            <pc:sldMk cId="1990812192" sldId="260"/>
            <ac:grpSpMk id="23" creationId="{EB55311D-D600-632B-5E99-5F8F141E2461}"/>
          </ac:grpSpMkLst>
        </pc:grpChg>
        <pc:grpChg chg="del mod">
          <ac:chgData name="하 승웅" userId="f9089b053ea938d5" providerId="LiveId" clId="{E7C7E892-0CB8-48CE-BCD1-2104E53C57D0}" dt="2023-07-14T20:09:16.846" v="324"/>
          <ac:grpSpMkLst>
            <pc:docMk/>
            <pc:sldMk cId="1990812192" sldId="260"/>
            <ac:grpSpMk id="28" creationId="{DECD08C1-7EFD-DDF7-5D89-6C02B4693740}"/>
          </ac:grpSpMkLst>
        </pc:grpChg>
        <pc:grpChg chg="del mod">
          <ac:chgData name="하 승웅" userId="f9089b053ea938d5" providerId="LiveId" clId="{E7C7E892-0CB8-48CE-BCD1-2104E53C57D0}" dt="2023-07-14T20:12:09.581" v="484" actId="478"/>
          <ac:grpSpMkLst>
            <pc:docMk/>
            <pc:sldMk cId="1990812192" sldId="260"/>
            <ac:grpSpMk id="30" creationId="{3056DA12-69F6-D94A-0813-AAD37A380DE3}"/>
          </ac:grpSpMkLst>
        </pc:grpChg>
        <pc:grpChg chg="del mod">
          <ac:chgData name="하 승웅" userId="f9089b053ea938d5" providerId="LiveId" clId="{E7C7E892-0CB8-48CE-BCD1-2104E53C57D0}" dt="2023-07-14T20:09:25.507" v="335"/>
          <ac:grpSpMkLst>
            <pc:docMk/>
            <pc:sldMk cId="1990812192" sldId="260"/>
            <ac:grpSpMk id="36" creationId="{8D169488-1CCC-F7CA-135B-4D4965E0011A}"/>
          </ac:grpSpMkLst>
        </pc:grpChg>
        <pc:grpChg chg="del mod">
          <ac:chgData name="하 승웅" userId="f9089b053ea938d5" providerId="LiveId" clId="{E7C7E892-0CB8-48CE-BCD1-2104E53C57D0}" dt="2023-07-14T20:09:30.743" v="341"/>
          <ac:grpSpMkLst>
            <pc:docMk/>
            <pc:sldMk cId="1990812192" sldId="260"/>
            <ac:grpSpMk id="41" creationId="{6E8105C4-ADC4-ED3F-5083-E3CCD3A6E250}"/>
          </ac:grpSpMkLst>
        </pc:grpChg>
        <pc:grpChg chg="del mod">
          <ac:chgData name="하 승웅" userId="f9089b053ea938d5" providerId="LiveId" clId="{E7C7E892-0CB8-48CE-BCD1-2104E53C57D0}" dt="2023-07-14T20:12:11.295" v="486" actId="478"/>
          <ac:grpSpMkLst>
            <pc:docMk/>
            <pc:sldMk cId="1990812192" sldId="260"/>
            <ac:grpSpMk id="46" creationId="{0105E9B3-2DA2-9D3D-A7DF-64178F7319C0}"/>
          </ac:grpSpMkLst>
        </pc:grpChg>
        <pc:grpChg chg="del mod">
          <ac:chgData name="하 승웅" userId="f9089b053ea938d5" providerId="LiveId" clId="{E7C7E892-0CB8-48CE-BCD1-2104E53C57D0}" dt="2023-07-14T20:12:16.103" v="490" actId="478"/>
          <ac:grpSpMkLst>
            <pc:docMk/>
            <pc:sldMk cId="1990812192" sldId="260"/>
            <ac:grpSpMk id="52" creationId="{C47D2CAD-9D26-73E5-E7CE-72A435439044}"/>
          </ac:grpSpMkLst>
        </pc:grpChg>
        <pc:inkChg chg="add del">
          <ac:chgData name="하 승웅" userId="f9089b053ea938d5" providerId="LiveId" clId="{E7C7E892-0CB8-48CE-BCD1-2104E53C57D0}" dt="2023-07-14T20:02:32.289" v="288" actId="9405"/>
          <ac:inkMkLst>
            <pc:docMk/>
            <pc:sldMk cId="1990812192" sldId="260"/>
            <ac:inkMk id="4" creationId="{37ED745F-7D3F-4879-5191-57DD34F04341}"/>
          </ac:inkMkLst>
        </pc:inkChg>
        <pc:inkChg chg="add del">
          <ac:chgData name="하 승웅" userId="f9089b053ea938d5" providerId="LiveId" clId="{E7C7E892-0CB8-48CE-BCD1-2104E53C57D0}" dt="2023-07-14T20:02:50.118" v="291" actId="9405"/>
          <ac:inkMkLst>
            <pc:docMk/>
            <pc:sldMk cId="1990812192" sldId="260"/>
            <ac:inkMk id="5" creationId="{F8830E37-C565-24B9-CE6D-8C871CB3478E}"/>
          </ac:inkMkLst>
        </pc:inkChg>
        <pc:inkChg chg="add del">
          <ac:chgData name="하 승웅" userId="f9089b053ea938d5" providerId="LiveId" clId="{E7C7E892-0CB8-48CE-BCD1-2104E53C57D0}" dt="2023-07-14T20:03:07.923" v="297" actId="9405"/>
          <ac:inkMkLst>
            <pc:docMk/>
            <pc:sldMk cId="1990812192" sldId="260"/>
            <ac:inkMk id="8" creationId="{654AE7EB-0999-2FF3-B345-5B354AC6DCE3}"/>
          </ac:inkMkLst>
        </pc:inkChg>
        <pc:inkChg chg="add del">
          <ac:chgData name="하 승웅" userId="f9089b053ea938d5" providerId="LiveId" clId="{E7C7E892-0CB8-48CE-BCD1-2104E53C57D0}" dt="2023-07-14T20:03:09.352" v="299" actId="9405"/>
          <ac:inkMkLst>
            <pc:docMk/>
            <pc:sldMk cId="1990812192" sldId="260"/>
            <ac:inkMk id="9" creationId="{60F8E4E3-DF38-0B2C-3530-93B995A33153}"/>
          </ac:inkMkLst>
        </pc:inkChg>
        <pc:inkChg chg="add mod">
          <ac:chgData name="하 승웅" userId="f9089b053ea938d5" providerId="LiveId" clId="{E7C7E892-0CB8-48CE-BCD1-2104E53C57D0}" dt="2023-07-14T20:03:14.311" v="303"/>
          <ac:inkMkLst>
            <pc:docMk/>
            <pc:sldMk cId="1990812192" sldId="260"/>
            <ac:inkMk id="10" creationId="{4D1487D3-1BBC-6394-4690-4916DD2DF982}"/>
          </ac:inkMkLst>
        </pc:inkChg>
        <pc:inkChg chg="add mod">
          <ac:chgData name="하 승웅" userId="f9089b053ea938d5" providerId="LiveId" clId="{E7C7E892-0CB8-48CE-BCD1-2104E53C57D0}" dt="2023-07-14T20:03:14.311" v="303"/>
          <ac:inkMkLst>
            <pc:docMk/>
            <pc:sldMk cId="1990812192" sldId="260"/>
            <ac:inkMk id="11" creationId="{E45FE2D2-B83D-7CB3-5740-B683AE6B9E21}"/>
          </ac:inkMkLst>
        </pc:inkChg>
        <pc:inkChg chg="add mod">
          <ac:chgData name="하 승웅" userId="f9089b053ea938d5" providerId="LiveId" clId="{E7C7E892-0CB8-48CE-BCD1-2104E53C57D0}" dt="2023-07-14T20:03:14.311" v="303"/>
          <ac:inkMkLst>
            <pc:docMk/>
            <pc:sldMk cId="1990812192" sldId="260"/>
            <ac:inkMk id="12" creationId="{3C2A7A67-A9D9-53B7-0940-CE995E06C231}"/>
          </ac:inkMkLst>
        </pc:inkChg>
        <pc:inkChg chg="add del mod">
          <ac:chgData name="하 승웅" userId="f9089b053ea938d5" providerId="LiveId" clId="{E7C7E892-0CB8-48CE-BCD1-2104E53C57D0}" dt="2023-07-14T20:12:10.314" v="485" actId="478"/>
          <ac:inkMkLst>
            <pc:docMk/>
            <pc:sldMk cId="1990812192" sldId="260"/>
            <ac:inkMk id="14" creationId="{CBD92966-EA29-66B2-6E35-0608434C8817}"/>
          </ac:inkMkLst>
        </pc:inkChg>
        <pc:inkChg chg="add del mod">
          <ac:chgData name="하 승웅" userId="f9089b053ea938d5" providerId="LiveId" clId="{E7C7E892-0CB8-48CE-BCD1-2104E53C57D0}" dt="2023-07-14T20:09:05.935" v="310" actId="9405"/>
          <ac:inkMkLst>
            <pc:docMk/>
            <pc:sldMk cId="1990812192" sldId="260"/>
            <ac:inkMk id="15" creationId="{36B41C69-59BA-8F87-EA0F-60F28AA114FA}"/>
          </ac:inkMkLst>
        </pc:inkChg>
        <pc:inkChg chg="add del">
          <ac:chgData name="하 승웅" userId="f9089b053ea938d5" providerId="LiveId" clId="{E7C7E892-0CB8-48CE-BCD1-2104E53C57D0}" dt="2023-07-14T20:09:05.763" v="309"/>
          <ac:inkMkLst>
            <pc:docMk/>
            <pc:sldMk cId="1990812192" sldId="260"/>
            <ac:inkMk id="16" creationId="{F88C296E-696A-2645-C613-8CD42030ED40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18" creationId="{5D9C4B01-D742-FAA7-95C1-5FAE571BCBEB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19" creationId="{9E674AF0-C769-5973-3183-1682A3D4CD4E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0" creationId="{EDD29639-9D03-DE3C-7AC0-350C5DE491BF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1" creationId="{FCC2B2B3-CB25-FDE8-43FE-21F6174D35C5}"/>
          </ac:inkMkLst>
        </pc:inkChg>
        <pc:inkChg chg="add del">
          <ac:chgData name="하 승웅" userId="f9089b053ea938d5" providerId="LiveId" clId="{E7C7E892-0CB8-48CE-BCD1-2104E53C57D0}" dt="2023-07-14T20:09:11.123" v="316" actId="9405"/>
          <ac:inkMkLst>
            <pc:docMk/>
            <pc:sldMk cId="1990812192" sldId="260"/>
            <ac:inkMk id="22" creationId="{514DE022-AD88-9C42-6094-BEF32A7BECD8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4" creationId="{0EF1DAEA-87A3-6639-9E08-84D94A3B9EC7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5" creationId="{8A14C1C9-C20C-E006-0FDA-8BC543082557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6" creationId="{81330952-C277-1099-8B31-B2B54B8DD91E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7" creationId="{C43E7C84-8CBB-444C-0924-B30242F37113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9" creationId="{FCE6A435-6752-404A-A267-12CE3C2DFFA6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1" creationId="{D7BF9FDE-434C-7CEF-20C8-41AB29D965BF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2" creationId="{C79493E9-4E7D-E2F7-8FF6-C70F95F09991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3" creationId="{24D2D996-F076-D653-8FBB-73067014E986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4" creationId="{85C3BD06-DED2-CDCE-8E04-F97B41B11D6A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5" creationId="{0DA5DC25-6B6E-39DA-7057-45714FBC8D93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7" creationId="{47250B75-73C2-9469-24B1-C5FC4817588B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8" creationId="{BB4F9207-DF26-2B33-9292-A7E4CA61A765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9" creationId="{2E3118E7-EBB0-1EBA-5F29-0A87A3D92E0E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0" creationId="{2A1C8CF5-6D2E-7376-6BCB-448686BBB6DA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2" creationId="{5B8D7CB3-FCE3-801B-C7F7-5A3B46FB0D41}"/>
          </ac:inkMkLst>
        </pc:inkChg>
        <pc:inkChg chg="add del">
          <ac:chgData name="하 승웅" userId="f9089b053ea938d5" providerId="LiveId" clId="{E7C7E892-0CB8-48CE-BCD1-2104E53C57D0}" dt="2023-07-14T20:09:27.742" v="338" actId="9405"/>
          <ac:inkMkLst>
            <pc:docMk/>
            <pc:sldMk cId="1990812192" sldId="260"/>
            <ac:inkMk id="43" creationId="{6E2AFEBB-EAD1-A5C4-5617-CBD004A60F53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4" creationId="{1A61D857-DAD3-AD27-C5F9-3F0A69D37EAA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5" creationId="{A58B54C1-B876-DCA9-E57A-35CE4FCA98E7}"/>
          </ac:inkMkLst>
        </pc:inkChg>
        <pc:inkChg chg="add mod">
          <ac:chgData name="하 승웅" userId="f9089b053ea938d5" providerId="LiveId" clId="{E7C7E892-0CB8-48CE-BCD1-2104E53C57D0}" dt="2023-07-14T20:10:49.439" v="400"/>
          <ac:inkMkLst>
            <pc:docMk/>
            <pc:sldMk cId="1990812192" sldId="260"/>
            <ac:inkMk id="50" creationId="{1F70181D-D7F4-5033-7BD9-36C78700BF88}"/>
          </ac:inkMkLst>
        </pc:inkChg>
        <pc:inkChg chg="add mod">
          <ac:chgData name="하 승웅" userId="f9089b053ea938d5" providerId="LiveId" clId="{E7C7E892-0CB8-48CE-BCD1-2104E53C57D0}" dt="2023-07-14T20:10:49.439" v="400"/>
          <ac:inkMkLst>
            <pc:docMk/>
            <pc:sldMk cId="1990812192" sldId="260"/>
            <ac:inkMk id="51" creationId="{B3B72524-A6A6-7881-5A21-516D084DCE1B}"/>
          </ac:inkMkLst>
        </pc:inkChg>
        <pc:inkChg chg="add del">
          <ac:chgData name="하 승웅" userId="f9089b053ea938d5" providerId="LiveId" clId="{E7C7E892-0CB8-48CE-BCD1-2104E53C57D0}" dt="2023-07-14T20:10:55.901" v="410" actId="9405"/>
          <ac:inkMkLst>
            <pc:docMk/>
            <pc:sldMk cId="1990812192" sldId="260"/>
            <ac:inkMk id="53" creationId="{71A4EDBA-FFEA-0034-6C8B-4581BDB49E1C}"/>
          </ac:inkMkLst>
        </pc:inkChg>
        <pc:inkChg chg="add del">
          <ac:chgData name="하 승웅" userId="f9089b053ea938d5" providerId="LiveId" clId="{E7C7E892-0CB8-48CE-BCD1-2104E53C57D0}" dt="2023-07-14T20:10:55.652" v="409" actId="9405"/>
          <ac:inkMkLst>
            <pc:docMk/>
            <pc:sldMk cId="1990812192" sldId="260"/>
            <ac:inkMk id="54" creationId="{938C77FB-713D-8DA6-8FC1-3FB6912CE7A1}"/>
          </ac:inkMkLst>
        </pc:inkChg>
        <pc:inkChg chg="add del">
          <ac:chgData name="하 승웅" userId="f9089b053ea938d5" providerId="LiveId" clId="{E7C7E892-0CB8-48CE-BCD1-2104E53C57D0}" dt="2023-07-14T20:10:55.463" v="408" actId="9405"/>
          <ac:inkMkLst>
            <pc:docMk/>
            <pc:sldMk cId="1990812192" sldId="260"/>
            <ac:inkMk id="55" creationId="{9D4BCB29-3347-BB67-CC5E-476B1AC2E0A6}"/>
          </ac:inkMkLst>
        </pc:inkChg>
        <pc:inkChg chg="add del">
          <ac:chgData name="하 승웅" userId="f9089b053ea938d5" providerId="LiveId" clId="{E7C7E892-0CB8-48CE-BCD1-2104E53C57D0}" dt="2023-07-14T20:10:55.231" v="407" actId="9405"/>
          <ac:inkMkLst>
            <pc:docMk/>
            <pc:sldMk cId="1990812192" sldId="260"/>
            <ac:inkMk id="56" creationId="{7AEDBBA5-EE6C-B9E7-E6A3-B442F55BDEBD}"/>
          </ac:inkMkLst>
        </pc:inkChg>
        <pc:inkChg chg="add del">
          <ac:chgData name="하 승웅" userId="f9089b053ea938d5" providerId="LiveId" clId="{E7C7E892-0CB8-48CE-BCD1-2104E53C57D0}" dt="2023-07-14T20:10:54.844" v="406" actId="9405"/>
          <ac:inkMkLst>
            <pc:docMk/>
            <pc:sldMk cId="1990812192" sldId="260"/>
            <ac:inkMk id="57" creationId="{BD4F3391-8716-7056-D771-ACEF089325C5}"/>
          </ac:inkMkLst>
        </pc:inkChg>
        <pc:inkChg chg="add del">
          <ac:chgData name="하 승웅" userId="f9089b053ea938d5" providerId="LiveId" clId="{E7C7E892-0CB8-48CE-BCD1-2104E53C57D0}" dt="2023-07-14T20:11:02.642" v="432" actId="9405"/>
          <ac:inkMkLst>
            <pc:docMk/>
            <pc:sldMk cId="1990812192" sldId="260"/>
            <ac:inkMk id="58" creationId="{E3182EBA-1D2C-B030-54C7-73483EFFB3CD}"/>
          </ac:inkMkLst>
        </pc:inkChg>
        <pc:inkChg chg="add del">
          <ac:chgData name="하 승웅" userId="f9089b053ea938d5" providerId="LiveId" clId="{E7C7E892-0CB8-48CE-BCD1-2104E53C57D0}" dt="2023-07-14T20:11:02.390" v="431" actId="9405"/>
          <ac:inkMkLst>
            <pc:docMk/>
            <pc:sldMk cId="1990812192" sldId="260"/>
            <ac:inkMk id="59" creationId="{2284598E-1ECB-7E4B-AD6B-5D25621215D8}"/>
          </ac:inkMkLst>
        </pc:inkChg>
        <pc:inkChg chg="add del">
          <ac:chgData name="하 승웅" userId="f9089b053ea938d5" providerId="LiveId" clId="{E7C7E892-0CB8-48CE-BCD1-2104E53C57D0}" dt="2023-07-14T20:11:02.219" v="430" actId="9405"/>
          <ac:inkMkLst>
            <pc:docMk/>
            <pc:sldMk cId="1990812192" sldId="260"/>
            <ac:inkMk id="60" creationId="{EB3DAED0-0268-27A3-1390-7E35C6BD62E7}"/>
          </ac:inkMkLst>
        </pc:inkChg>
        <pc:inkChg chg="add del">
          <ac:chgData name="하 승웅" userId="f9089b053ea938d5" providerId="LiveId" clId="{E7C7E892-0CB8-48CE-BCD1-2104E53C57D0}" dt="2023-07-14T20:11:02.024" v="429" actId="9405"/>
          <ac:inkMkLst>
            <pc:docMk/>
            <pc:sldMk cId="1990812192" sldId="260"/>
            <ac:inkMk id="61" creationId="{8EB00752-0FD5-3989-16CB-12021D39F0BA}"/>
          </ac:inkMkLst>
        </pc:inkChg>
        <pc:inkChg chg="add del">
          <ac:chgData name="하 승웅" userId="f9089b053ea938d5" providerId="LiveId" clId="{E7C7E892-0CB8-48CE-BCD1-2104E53C57D0}" dt="2023-07-14T20:11:01.796" v="428" actId="9405"/>
          <ac:inkMkLst>
            <pc:docMk/>
            <pc:sldMk cId="1990812192" sldId="260"/>
            <ac:inkMk id="62" creationId="{C2FB89F6-5204-A7FF-69A9-39BAF3C75028}"/>
          </ac:inkMkLst>
        </pc:inkChg>
        <pc:inkChg chg="add del">
          <ac:chgData name="하 승웅" userId="f9089b053ea938d5" providerId="LiveId" clId="{E7C7E892-0CB8-48CE-BCD1-2104E53C57D0}" dt="2023-07-14T20:11:01.495" v="427" actId="9405"/>
          <ac:inkMkLst>
            <pc:docMk/>
            <pc:sldMk cId="1990812192" sldId="260"/>
            <ac:inkMk id="63" creationId="{DBEF7262-59B2-93A0-E1AD-336B03375610}"/>
          </ac:inkMkLst>
        </pc:inkChg>
        <pc:inkChg chg="add del">
          <ac:chgData name="하 승웅" userId="f9089b053ea938d5" providerId="LiveId" clId="{E7C7E892-0CB8-48CE-BCD1-2104E53C57D0}" dt="2023-07-14T20:11:01.297" v="426" actId="9405"/>
          <ac:inkMkLst>
            <pc:docMk/>
            <pc:sldMk cId="1990812192" sldId="260"/>
            <ac:inkMk id="64" creationId="{BDB28B5F-99F5-1054-74FB-AA350D87D7DB}"/>
          </ac:inkMkLst>
        </pc:inkChg>
        <pc:inkChg chg="add del">
          <ac:chgData name="하 승웅" userId="f9089b053ea938d5" providerId="LiveId" clId="{E7C7E892-0CB8-48CE-BCD1-2104E53C57D0}" dt="2023-07-14T20:11:01.121" v="425" actId="9405"/>
          <ac:inkMkLst>
            <pc:docMk/>
            <pc:sldMk cId="1990812192" sldId="260"/>
            <ac:inkMk id="65" creationId="{EF382B3A-2F31-7C9E-9873-E72A328B5AE4}"/>
          </ac:inkMkLst>
        </pc:inkChg>
        <pc:inkChg chg="add del">
          <ac:chgData name="하 승웅" userId="f9089b053ea938d5" providerId="LiveId" clId="{E7C7E892-0CB8-48CE-BCD1-2104E53C57D0}" dt="2023-07-14T20:11:00.946" v="424" actId="9405"/>
          <ac:inkMkLst>
            <pc:docMk/>
            <pc:sldMk cId="1990812192" sldId="260"/>
            <ac:inkMk id="66" creationId="{EF524AC2-9BED-4219-0BFA-95F6069F8D9F}"/>
          </ac:inkMkLst>
        </pc:inkChg>
        <pc:inkChg chg="add del">
          <ac:chgData name="하 승웅" userId="f9089b053ea938d5" providerId="LiveId" clId="{E7C7E892-0CB8-48CE-BCD1-2104E53C57D0}" dt="2023-07-14T20:11:00.767" v="423" actId="9405"/>
          <ac:inkMkLst>
            <pc:docMk/>
            <pc:sldMk cId="1990812192" sldId="260"/>
            <ac:inkMk id="67" creationId="{AB3F683D-71DD-8CF7-D300-7954CFAAE43C}"/>
          </ac:inkMkLst>
        </pc:inkChg>
        <pc:inkChg chg="add del">
          <ac:chgData name="하 승웅" userId="f9089b053ea938d5" providerId="LiveId" clId="{E7C7E892-0CB8-48CE-BCD1-2104E53C57D0}" dt="2023-07-14T20:11:00.422" v="422" actId="9405"/>
          <ac:inkMkLst>
            <pc:docMk/>
            <pc:sldMk cId="1990812192" sldId="260"/>
            <ac:inkMk id="68" creationId="{016D5A47-5DE7-48A4-762D-261531089597}"/>
          </ac:inkMkLst>
        </pc:inkChg>
        <pc:inkChg chg="add del">
          <ac:chgData name="하 승웅" userId="f9089b053ea938d5" providerId="LiveId" clId="{E7C7E892-0CB8-48CE-BCD1-2104E53C57D0}" dt="2023-07-14T20:12:15.008" v="489" actId="478"/>
          <ac:inkMkLst>
            <pc:docMk/>
            <pc:sldMk cId="1990812192" sldId="260"/>
            <ac:inkMk id="69" creationId="{41F5C175-E9DD-54B7-75A3-C0B527257B56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0" creationId="{33A17E86-A2E1-C7C7-0135-DC6257ABC326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1" creationId="{7C891F94-4845-4CB0-C891-A26DF67112AF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2" creationId="{E4649DED-AECB-BB83-1F79-DC44FFE9261A}"/>
          </ac:inkMkLst>
        </pc:inkChg>
        <pc:inkChg chg="add del">
          <ac:chgData name="하 승웅" userId="f9089b053ea938d5" providerId="LiveId" clId="{E7C7E892-0CB8-48CE-BCD1-2104E53C57D0}" dt="2023-07-14T20:12:12.571" v="487" actId="478"/>
          <ac:inkMkLst>
            <pc:docMk/>
            <pc:sldMk cId="1990812192" sldId="260"/>
            <ac:inkMk id="73" creationId="{19430E15-0DCE-A825-AAD9-3D5960D58822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4" creationId="{A53D2C28-1DC3-071A-3A7B-C405A7294A91}"/>
          </ac:inkMkLst>
        </pc:ink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11" creationId="{84806DFA-8FAC-10FD-1F10-C4714876CAEB}"/>
          </ac:cxnSpMkLst>
        </pc:cxnChg>
        <pc:cxnChg chg="add del">
          <ac:chgData name="하 승웅" userId="f9089b053ea938d5" providerId="LiveId" clId="{E7C7E892-0CB8-48CE-BCD1-2104E53C57D0}" dt="2023-07-14T20:20:09.079" v="757" actId="11529"/>
          <ac:cxnSpMkLst>
            <pc:docMk/>
            <pc:sldMk cId="1990812192" sldId="260"/>
            <ac:cxnSpMk id="134" creationId="{55A325E5-52B2-572D-3139-61DF32D6206B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35" creationId="{4CFCDE48-F384-3B97-A3DD-A2B4C648A970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37" creationId="{DB41038D-3911-161C-DA14-E5CD13FFE713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43" creationId="{5EC68208-783D-6465-12A4-87045E369E2D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68" creationId="{B35FFFD7-81CC-472E-8717-29D07E6AA0B6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74" creationId="{0FF19B34-0AEE-863C-6E7A-8DD5BC6A1D29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78" creationId="{25DD39BB-02F9-530B-3E51-B2ADE0434F2C}"/>
          </ac:cxnSpMkLst>
        </pc:cxnChg>
        <pc:cxnChg chg="add del mod">
          <ac:chgData name="하 승웅" userId="f9089b053ea938d5" providerId="LiveId" clId="{E7C7E892-0CB8-48CE-BCD1-2104E53C57D0}" dt="2023-07-14T20:43:51.428" v="2077" actId="478"/>
          <ac:cxnSpMkLst>
            <pc:docMk/>
            <pc:sldMk cId="1990812192" sldId="260"/>
            <ac:cxnSpMk id="192" creationId="{2DC3F9B7-7E7B-4141-3851-4FB74CAFA2DF}"/>
          </ac:cxnSpMkLst>
        </pc:cxnChg>
      </pc:sldChg>
    </pc:docChg>
  </pc:docChgLst>
  <pc:docChgLst>
    <pc:chgData name="하 승웅" userId="f9089b053ea938d5" providerId="LiveId" clId="{076E42D4-5BE4-4C6D-9483-7878367B41AD}"/>
    <pc:docChg chg="undo custSel addSld modSld">
      <pc:chgData name="하 승웅" userId="f9089b053ea938d5" providerId="LiveId" clId="{076E42D4-5BE4-4C6D-9483-7878367B41AD}" dt="2023-05-30T06:14:18.258" v="2328" actId="9405"/>
      <pc:docMkLst>
        <pc:docMk/>
      </pc:docMkLst>
      <pc:sldChg chg="addSp delSp modSp new mod">
        <pc:chgData name="하 승웅" userId="f9089b053ea938d5" providerId="LiveId" clId="{076E42D4-5BE4-4C6D-9483-7878367B41AD}" dt="2023-05-30T06:14:18.258" v="2328" actId="9405"/>
        <pc:sldMkLst>
          <pc:docMk/>
          <pc:sldMk cId="2276023957" sldId="256"/>
        </pc:sldMkLst>
        <pc:spChg chg="del">
          <ac:chgData name="하 승웅" userId="f9089b053ea938d5" providerId="LiveId" clId="{076E42D4-5BE4-4C6D-9483-7878367B41AD}" dt="2023-05-29T16:59:15.701" v="2" actId="478"/>
          <ac:spMkLst>
            <pc:docMk/>
            <pc:sldMk cId="2276023957" sldId="256"/>
            <ac:spMk id="2" creationId="{CCD826EF-58D8-F4AD-E546-4480E41E8002}"/>
          </ac:spMkLst>
        </pc:spChg>
        <pc:spChg chg="del">
          <ac:chgData name="하 승웅" userId="f9089b053ea938d5" providerId="LiveId" clId="{076E42D4-5BE4-4C6D-9483-7878367B41AD}" dt="2023-05-29T16:59:14.737" v="1" actId="478"/>
          <ac:spMkLst>
            <pc:docMk/>
            <pc:sldMk cId="2276023957" sldId="256"/>
            <ac:spMk id="3" creationId="{E6259DCB-119C-2C28-F33F-0EF74A4BBD16}"/>
          </ac:spMkLst>
        </pc:spChg>
        <pc:spChg chg="add mod">
          <ac:chgData name="하 승웅" userId="f9089b053ea938d5" providerId="LiveId" clId="{076E42D4-5BE4-4C6D-9483-7878367B41AD}" dt="2023-05-30T05:04:29.022" v="2137" actId="20577"/>
          <ac:spMkLst>
            <pc:docMk/>
            <pc:sldMk cId="2276023957" sldId="256"/>
            <ac:spMk id="4" creationId="{99A92C00-39FF-A5AD-1DA9-47A487B351B5}"/>
          </ac:spMkLst>
        </pc:spChg>
        <pc:spChg chg="add del mod">
          <ac:chgData name="하 승웅" userId="f9089b053ea938d5" providerId="LiveId" clId="{076E42D4-5BE4-4C6D-9483-7878367B41AD}" dt="2023-05-30T04:59:20.944" v="1900" actId="478"/>
          <ac:spMkLst>
            <pc:docMk/>
            <pc:sldMk cId="2276023957" sldId="256"/>
            <ac:spMk id="5" creationId="{A58DE2DF-80B1-1BF9-6AE6-38C1655E9FBB}"/>
          </ac:spMkLst>
        </pc:spChg>
        <pc:inkChg chg="add del">
          <ac:chgData name="하 승웅" userId="f9089b053ea938d5" providerId="LiveId" clId="{076E42D4-5BE4-4C6D-9483-7878367B41AD}" dt="2023-05-30T05:01:57.332" v="2015" actId="9405"/>
          <ac:inkMkLst>
            <pc:docMk/>
            <pc:sldMk cId="2276023957" sldId="256"/>
            <ac:inkMk id="2" creationId="{4A96686C-576F-FFFA-0F9F-8600912C94F2}"/>
          </ac:inkMkLst>
        </pc:inkChg>
        <pc:inkChg chg="add del">
          <ac:chgData name="하 승웅" userId="f9089b053ea938d5" providerId="LiveId" clId="{076E42D4-5BE4-4C6D-9483-7878367B41AD}" dt="2023-05-30T05:01:57.017" v="2014" actId="9405"/>
          <ac:inkMkLst>
            <pc:docMk/>
            <pc:sldMk cId="2276023957" sldId="256"/>
            <ac:inkMk id="3" creationId="{4EE01CD9-1F51-D168-CF6F-55358455F16B}"/>
          </ac:inkMkLst>
        </pc:inkChg>
        <pc:inkChg chg="add del">
          <ac:chgData name="하 승웅" userId="f9089b053ea938d5" providerId="LiveId" clId="{076E42D4-5BE4-4C6D-9483-7878367B41AD}" dt="2023-05-30T05:01:56.743" v="2013" actId="9405"/>
          <ac:inkMkLst>
            <pc:docMk/>
            <pc:sldMk cId="2276023957" sldId="256"/>
            <ac:inkMk id="6" creationId="{50F75E1D-BD09-876D-5590-D03A144404CF}"/>
          </ac:inkMkLst>
        </pc:inkChg>
        <pc:inkChg chg="add">
          <ac:chgData name="하 승웅" userId="f9089b053ea938d5" providerId="LiveId" clId="{076E42D4-5BE4-4C6D-9483-7878367B41AD}" dt="2023-05-30T06:12:43.532" v="2327" actId="9405"/>
          <ac:inkMkLst>
            <pc:docMk/>
            <pc:sldMk cId="2276023957" sldId="256"/>
            <ac:inkMk id="7" creationId="{C92459CB-4621-4081-5CE6-83A6DB97FC5F}"/>
          </ac:inkMkLst>
        </pc:inkChg>
        <pc:inkChg chg="add">
          <ac:chgData name="하 승웅" userId="f9089b053ea938d5" providerId="LiveId" clId="{076E42D4-5BE4-4C6D-9483-7878367B41AD}" dt="2023-05-30T06:14:18.258" v="2328" actId="9405"/>
          <ac:inkMkLst>
            <pc:docMk/>
            <pc:sldMk cId="2276023957" sldId="256"/>
            <ac:inkMk id="8" creationId="{7EA65B4F-B9CE-6D78-0BF6-F65802A4B5E6}"/>
          </ac:inkMkLst>
        </pc:inkChg>
      </pc:sldChg>
      <pc:sldChg chg="addSp delSp modSp new mod">
        <pc:chgData name="하 승웅" userId="f9089b053ea938d5" providerId="LiveId" clId="{076E42D4-5BE4-4C6D-9483-7878367B41AD}" dt="2023-05-30T06:12:35.990" v="2326" actId="9405"/>
        <pc:sldMkLst>
          <pc:docMk/>
          <pc:sldMk cId="142352291" sldId="257"/>
        </pc:sldMkLst>
        <pc:spChg chg="del">
          <ac:chgData name="하 승웅" userId="f9089b053ea938d5" providerId="LiveId" clId="{076E42D4-5BE4-4C6D-9483-7878367B41AD}" dt="2023-05-30T04:58:03.037" v="1757" actId="478"/>
          <ac:spMkLst>
            <pc:docMk/>
            <pc:sldMk cId="142352291" sldId="257"/>
            <ac:spMk id="2" creationId="{AAA1A593-F840-7B9D-7FAE-B427D7EF5277}"/>
          </ac:spMkLst>
        </pc:spChg>
        <pc:spChg chg="del">
          <ac:chgData name="하 승웅" userId="f9089b053ea938d5" providerId="LiveId" clId="{076E42D4-5BE4-4C6D-9483-7878367B41AD}" dt="2023-05-30T04:58:03.037" v="1757" actId="478"/>
          <ac:spMkLst>
            <pc:docMk/>
            <pc:sldMk cId="142352291" sldId="257"/>
            <ac:spMk id="3" creationId="{B63DE7CB-983B-D620-CCB9-31CB3F329A9E}"/>
          </ac:spMkLst>
        </pc:spChg>
        <pc:spChg chg="add del mod">
          <ac:chgData name="하 승웅" userId="f9089b053ea938d5" providerId="LiveId" clId="{076E42D4-5BE4-4C6D-9483-7878367B41AD}" dt="2023-05-30T04:58:23.284" v="1764" actId="478"/>
          <ac:spMkLst>
            <pc:docMk/>
            <pc:sldMk cId="142352291" sldId="257"/>
            <ac:spMk id="4" creationId="{462411EE-CB10-123A-2CD3-0C0B74A6BF20}"/>
          </ac:spMkLst>
        </pc:spChg>
        <pc:grpChg chg="del mod">
          <ac:chgData name="하 승웅" userId="f9089b053ea938d5" providerId="LiveId" clId="{076E42D4-5BE4-4C6D-9483-7878367B41AD}" dt="2023-05-30T04:59:47.799" v="1922"/>
          <ac:grpSpMkLst>
            <pc:docMk/>
            <pc:sldMk cId="142352291" sldId="257"/>
            <ac:grpSpMk id="11" creationId="{F79FCD9C-9EF0-E2F5-90C5-B91615C130C3}"/>
          </ac:grpSpMkLst>
        </pc:grpChg>
        <pc:grpChg chg="del mod">
          <ac:chgData name="하 승웅" userId="f9089b053ea938d5" providerId="LiveId" clId="{076E42D4-5BE4-4C6D-9483-7878367B41AD}" dt="2023-05-30T04:59:47.799" v="1922"/>
          <ac:grpSpMkLst>
            <pc:docMk/>
            <pc:sldMk cId="142352291" sldId="257"/>
            <ac:grpSpMk id="15" creationId="{3A458C31-25BF-B3C4-5BF2-EE1BFA142DC4}"/>
          </ac:grpSpMkLst>
        </pc:grpChg>
        <pc:grpChg chg="del mod">
          <ac:chgData name="하 승웅" userId="f9089b053ea938d5" providerId="LiveId" clId="{076E42D4-5BE4-4C6D-9483-7878367B41AD}" dt="2023-05-30T05:00:19.451" v="1930"/>
          <ac:grpSpMkLst>
            <pc:docMk/>
            <pc:sldMk cId="142352291" sldId="257"/>
            <ac:grpSpMk id="25" creationId="{857FB929-E382-DCFD-1867-C0BE55E1C518}"/>
          </ac:grpSpMkLst>
        </pc:grpChg>
        <pc:grpChg chg="mod">
          <ac:chgData name="하 승웅" userId="f9089b053ea938d5" providerId="LiveId" clId="{076E42D4-5BE4-4C6D-9483-7878367B41AD}" dt="2023-05-30T04:59:54.135" v="1928"/>
          <ac:grpSpMkLst>
            <pc:docMk/>
            <pc:sldMk cId="142352291" sldId="257"/>
            <ac:grpSpMk id="30" creationId="{E057FDEE-A516-B376-D9C5-DA0F5BE8B5CD}"/>
          </ac:grpSpMkLst>
        </pc:grpChg>
        <pc:grpChg chg="del mod">
          <ac:chgData name="하 승웅" userId="f9089b053ea938d5" providerId="LiveId" clId="{076E42D4-5BE4-4C6D-9483-7878367B41AD}" dt="2023-05-30T05:00:22.929" v="1936"/>
          <ac:grpSpMkLst>
            <pc:docMk/>
            <pc:sldMk cId="142352291" sldId="257"/>
            <ac:grpSpMk id="32" creationId="{4A15A700-58E7-DEAC-C663-91441ECA98F2}"/>
          </ac:grpSpMkLst>
        </pc:grpChg>
        <pc:grpChg chg="del mod">
          <ac:chgData name="하 승웅" userId="f9089b053ea938d5" providerId="LiveId" clId="{076E42D4-5BE4-4C6D-9483-7878367B41AD}" dt="2023-05-30T05:00:22.929" v="1936"/>
          <ac:grpSpMkLst>
            <pc:docMk/>
            <pc:sldMk cId="142352291" sldId="257"/>
            <ac:grpSpMk id="38" creationId="{3FE5781E-F7CF-A079-E2A6-20AE471D51DF}"/>
          </ac:grpSpMkLst>
        </pc:grpChg>
        <pc:grpChg chg="del mod">
          <ac:chgData name="하 승웅" userId="f9089b053ea938d5" providerId="LiveId" clId="{076E42D4-5BE4-4C6D-9483-7878367B41AD}" dt="2023-05-30T05:00:22.929" v="1936"/>
          <ac:grpSpMkLst>
            <pc:docMk/>
            <pc:sldMk cId="142352291" sldId="257"/>
            <ac:grpSpMk id="39" creationId="{3254B7E5-D998-EED4-A297-3D4AAFA90117}"/>
          </ac:grpSpMkLst>
        </pc:grpChg>
        <pc:grpChg chg="del mod">
          <ac:chgData name="하 승웅" userId="f9089b053ea938d5" providerId="LiveId" clId="{076E42D4-5BE4-4C6D-9483-7878367B41AD}" dt="2023-05-30T05:00:33.649" v="1953"/>
          <ac:grpSpMkLst>
            <pc:docMk/>
            <pc:sldMk cId="142352291" sldId="257"/>
            <ac:grpSpMk id="40" creationId="{68CE426E-11C6-A6D0-FBBB-2DFDB29509C1}"/>
          </ac:grpSpMkLst>
        </pc:grpChg>
        <pc:grpChg chg="del mod">
          <ac:chgData name="하 승웅" userId="f9089b053ea938d5" providerId="LiveId" clId="{076E42D4-5BE4-4C6D-9483-7878367B41AD}" dt="2023-05-30T05:00:33.649" v="1953"/>
          <ac:grpSpMkLst>
            <pc:docMk/>
            <pc:sldMk cId="142352291" sldId="257"/>
            <ac:grpSpMk id="55" creationId="{316C91C0-48EE-0A74-CD63-5E887E6C1588}"/>
          </ac:grpSpMkLst>
        </pc:grpChg>
        <pc:grpChg chg="del mod">
          <ac:chgData name="하 승웅" userId="f9089b053ea938d5" providerId="LiveId" clId="{076E42D4-5BE4-4C6D-9483-7878367B41AD}" dt="2023-05-30T05:00:34.834" v="1955"/>
          <ac:grpSpMkLst>
            <pc:docMk/>
            <pc:sldMk cId="142352291" sldId="257"/>
            <ac:grpSpMk id="56" creationId="{B28E1AE8-E773-0D11-8F05-0103B94D3547}"/>
          </ac:grpSpMkLst>
        </pc:grpChg>
        <pc:grpChg chg="del mod">
          <ac:chgData name="하 승웅" userId="f9089b053ea938d5" providerId="LiveId" clId="{076E42D4-5BE4-4C6D-9483-7878367B41AD}" dt="2023-05-30T05:00:35.393" v="1957"/>
          <ac:grpSpMkLst>
            <pc:docMk/>
            <pc:sldMk cId="142352291" sldId="257"/>
            <ac:grpSpMk id="58" creationId="{3F17572D-4E69-3235-2A70-FEA8F5DAFF03}"/>
          </ac:grpSpMkLst>
        </pc:grpChg>
        <pc:grpChg chg="del mod">
          <ac:chgData name="하 승웅" userId="f9089b053ea938d5" providerId="LiveId" clId="{076E42D4-5BE4-4C6D-9483-7878367B41AD}" dt="2023-05-30T05:00:44.358" v="1972"/>
          <ac:grpSpMkLst>
            <pc:docMk/>
            <pc:sldMk cId="142352291" sldId="257"/>
            <ac:grpSpMk id="60" creationId="{06E6DC92-8DA9-CDE5-684D-029C5811D6A6}"/>
          </ac:grpSpMkLst>
        </pc:grpChg>
        <pc:grpChg chg="del mod">
          <ac:chgData name="하 승웅" userId="f9089b053ea938d5" providerId="LiveId" clId="{076E42D4-5BE4-4C6D-9483-7878367B41AD}" dt="2023-05-30T05:00:44.358" v="1972"/>
          <ac:grpSpMkLst>
            <pc:docMk/>
            <pc:sldMk cId="142352291" sldId="257"/>
            <ac:grpSpMk id="73" creationId="{C81D0DC2-FDAF-C326-DC1D-E33E5BBDB439}"/>
          </ac:grpSpMkLst>
        </pc:grpChg>
        <pc:grpChg chg="del mod">
          <ac:chgData name="하 승웅" userId="f9089b053ea938d5" providerId="LiveId" clId="{076E42D4-5BE4-4C6D-9483-7878367B41AD}" dt="2023-05-30T05:00:48.943" v="1977"/>
          <ac:grpSpMkLst>
            <pc:docMk/>
            <pc:sldMk cId="142352291" sldId="257"/>
            <ac:grpSpMk id="74" creationId="{8DE8081C-C2E2-335C-33E7-4C7D6F458AB3}"/>
          </ac:grpSpMkLst>
        </pc:grpChg>
        <pc:grpChg chg="add del mod">
          <ac:chgData name="하 승웅" userId="f9089b053ea938d5" providerId="LiveId" clId="{076E42D4-5BE4-4C6D-9483-7878367B41AD}" dt="2023-05-30T05:00:59.290" v="1994"/>
          <ac:grpSpMkLst>
            <pc:docMk/>
            <pc:sldMk cId="142352291" sldId="257"/>
            <ac:grpSpMk id="79" creationId="{B8575900-AD40-8644-D287-4B5B5C3FAFF4}"/>
          </ac:grpSpMkLst>
        </pc:grpChg>
        <pc:grpChg chg="add del mod">
          <ac:chgData name="하 승웅" userId="f9089b053ea938d5" providerId="LiveId" clId="{076E42D4-5BE4-4C6D-9483-7878367B41AD}" dt="2023-05-30T05:00:54.031" v="1986"/>
          <ac:grpSpMkLst>
            <pc:docMk/>
            <pc:sldMk cId="142352291" sldId="257"/>
            <ac:grpSpMk id="82" creationId="{A88B3C3F-C084-6024-003D-497E06CD0D8C}"/>
          </ac:grpSpMkLst>
        </pc:grpChg>
        <pc:grpChg chg="mod">
          <ac:chgData name="하 승웅" userId="f9089b053ea938d5" providerId="LiveId" clId="{076E42D4-5BE4-4C6D-9483-7878367B41AD}" dt="2023-05-30T05:00:53.782" v="1984"/>
          <ac:grpSpMkLst>
            <pc:docMk/>
            <pc:sldMk cId="142352291" sldId="257"/>
            <ac:grpSpMk id="84" creationId="{156069A9-097C-95B1-4B49-2A29F6BD8C44}"/>
          </ac:grpSpMkLst>
        </pc:grpChg>
        <pc:grpChg chg="del mod">
          <ac:chgData name="하 승웅" userId="f9089b053ea938d5" providerId="LiveId" clId="{076E42D4-5BE4-4C6D-9483-7878367B41AD}" dt="2023-05-30T05:01:03.703" v="2000"/>
          <ac:grpSpMkLst>
            <pc:docMk/>
            <pc:sldMk cId="142352291" sldId="257"/>
            <ac:grpSpMk id="91" creationId="{2EC95BBD-F4E5-DADB-8235-469FD3A15F26}"/>
          </ac:grpSpMkLst>
        </pc:grpChg>
        <pc:grpChg chg="del mod">
          <ac:chgData name="하 승웅" userId="f9089b053ea938d5" providerId="LiveId" clId="{076E42D4-5BE4-4C6D-9483-7878367B41AD}" dt="2023-05-30T05:01:13.743" v="2005"/>
          <ac:grpSpMkLst>
            <pc:docMk/>
            <pc:sldMk cId="142352291" sldId="257"/>
            <ac:grpSpMk id="97" creationId="{94F32CB7-6D1E-0A5E-11C9-36321440C561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02" creationId="{8F262A6E-3B77-BA2A-D9BC-7245EF82A543}"/>
          </ac:grpSpMkLst>
        </pc:grpChg>
        <pc:grpChg chg="mod">
          <ac:chgData name="하 승웅" userId="f9089b053ea938d5" providerId="LiveId" clId="{076E42D4-5BE4-4C6D-9483-7878367B41AD}" dt="2023-05-30T05:01:18.088" v="2009"/>
          <ac:grpSpMkLst>
            <pc:docMk/>
            <pc:sldMk cId="142352291" sldId="257"/>
            <ac:grpSpMk id="106" creationId="{73FC28B8-AD36-46FF-661B-A2CBA8BA2E95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11" creationId="{7D3DDDAD-1F43-E9A4-EB5D-ABDAF495D061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21" creationId="{D6C8D6FF-5D0E-BC08-947B-75BD3A9C94D8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22" creationId="{48CB2ED8-290E-93CF-9FC2-3590ABE1F5EA}"/>
          </ac:grpSpMkLst>
        </pc:grpChg>
        <pc:grpChg chg="del mod">
          <ac:chgData name="하 승웅" userId="f9089b053ea938d5" providerId="LiveId" clId="{076E42D4-5BE4-4C6D-9483-7878367B41AD}" dt="2023-05-30T05:46:57.531" v="2205"/>
          <ac:grpSpMkLst>
            <pc:docMk/>
            <pc:sldMk cId="142352291" sldId="257"/>
            <ac:grpSpMk id="128" creationId="{8BFB9AE4-DC1A-A824-0DB2-1F62157FC321}"/>
          </ac:grpSpMkLst>
        </pc:grpChg>
        <pc:grpChg chg="mod">
          <ac:chgData name="하 승웅" userId="f9089b053ea938d5" providerId="LiveId" clId="{076E42D4-5BE4-4C6D-9483-7878367B41AD}" dt="2023-05-30T05:44:55.174" v="2199"/>
          <ac:grpSpMkLst>
            <pc:docMk/>
            <pc:sldMk cId="142352291" sldId="257"/>
            <ac:grpSpMk id="133" creationId="{DEDE14DF-5546-1865-891A-61104F3011F7}"/>
          </ac:grpSpMkLst>
        </pc:grpChg>
        <pc:grpChg chg="mod">
          <ac:chgData name="하 승웅" userId="f9089b053ea938d5" providerId="LiveId" clId="{076E42D4-5BE4-4C6D-9483-7878367B41AD}" dt="2023-05-30T05:44:54.728" v="2195"/>
          <ac:grpSpMkLst>
            <pc:docMk/>
            <pc:sldMk cId="142352291" sldId="257"/>
            <ac:grpSpMk id="150" creationId="{60BC0B3E-C520-34CD-C3C8-E5E5D663E81F}"/>
          </ac:grpSpMkLst>
        </pc:grpChg>
        <pc:grpChg chg="del mod">
          <ac:chgData name="하 승웅" userId="f9089b053ea938d5" providerId="LiveId" clId="{076E42D4-5BE4-4C6D-9483-7878367B41AD}" dt="2023-05-30T05:55:43.737" v="2213"/>
          <ac:grpSpMkLst>
            <pc:docMk/>
            <pc:sldMk cId="142352291" sldId="257"/>
            <ac:grpSpMk id="154" creationId="{866B0F03-393B-47AB-8236-6B71520369D0}"/>
          </ac:grpSpMkLst>
        </pc:grpChg>
        <pc:grpChg chg="del mod">
          <ac:chgData name="하 승웅" userId="f9089b053ea938d5" providerId="LiveId" clId="{076E42D4-5BE4-4C6D-9483-7878367B41AD}" dt="2023-05-30T05:55:45.432" v="2216"/>
          <ac:grpSpMkLst>
            <pc:docMk/>
            <pc:sldMk cId="142352291" sldId="257"/>
            <ac:grpSpMk id="162" creationId="{7BF4D0A6-C069-800B-1D9E-360BB37CFFAB}"/>
          </ac:grpSpMkLst>
        </pc:grpChg>
        <pc:grpChg chg="del mod">
          <ac:chgData name="하 승웅" userId="f9089b053ea938d5" providerId="LiveId" clId="{076E42D4-5BE4-4C6D-9483-7878367B41AD}" dt="2023-05-30T05:55:49.934" v="2226"/>
          <ac:grpSpMkLst>
            <pc:docMk/>
            <pc:sldMk cId="142352291" sldId="257"/>
            <ac:grpSpMk id="165" creationId="{C167EE1E-3269-29FA-EFF0-64DE2208334A}"/>
          </ac:grpSpMkLst>
        </pc:grpChg>
        <pc:grpChg chg="del mod">
          <ac:chgData name="하 승웅" userId="f9089b053ea938d5" providerId="LiveId" clId="{076E42D4-5BE4-4C6D-9483-7878367B41AD}" dt="2023-05-30T05:55:49.934" v="2226"/>
          <ac:grpSpMkLst>
            <pc:docMk/>
            <pc:sldMk cId="142352291" sldId="257"/>
            <ac:grpSpMk id="175" creationId="{CF13C6D1-92D4-AB81-31E5-C957473BEB2E}"/>
          </ac:grpSpMkLst>
        </pc:grpChg>
        <pc:grpChg chg="del mod">
          <ac:chgData name="하 승웅" userId="f9089b053ea938d5" providerId="LiveId" clId="{076E42D4-5BE4-4C6D-9483-7878367B41AD}" dt="2023-05-30T05:55:49.934" v="2226"/>
          <ac:grpSpMkLst>
            <pc:docMk/>
            <pc:sldMk cId="142352291" sldId="257"/>
            <ac:grpSpMk id="176" creationId="{2DDE1494-BDA8-C6DD-E6BA-B8B5B14C9498}"/>
          </ac:grpSpMkLst>
        </pc:grpChg>
        <pc:grpChg chg="del mod">
          <ac:chgData name="하 승웅" userId="f9089b053ea938d5" providerId="LiveId" clId="{076E42D4-5BE4-4C6D-9483-7878367B41AD}" dt="2023-05-30T05:55:56.629" v="2228"/>
          <ac:grpSpMkLst>
            <pc:docMk/>
            <pc:sldMk cId="142352291" sldId="257"/>
            <ac:grpSpMk id="177" creationId="{E92B06F9-D568-20FD-D5BA-62BBD841A926}"/>
          </ac:grpSpMkLst>
        </pc:grpChg>
        <pc:grpChg chg="del mod">
          <ac:chgData name="하 승웅" userId="f9089b053ea938d5" providerId="LiveId" clId="{076E42D4-5BE4-4C6D-9483-7878367B41AD}" dt="2023-05-30T05:56:17.420" v="2236"/>
          <ac:grpSpMkLst>
            <pc:docMk/>
            <pc:sldMk cId="142352291" sldId="257"/>
            <ac:grpSpMk id="179" creationId="{3E0B2473-8C03-8FA1-F254-69E6C67F6440}"/>
          </ac:grpSpMkLst>
        </pc:grpChg>
        <pc:grpChg chg="del mod">
          <ac:chgData name="하 승웅" userId="f9089b053ea938d5" providerId="LiveId" clId="{076E42D4-5BE4-4C6D-9483-7878367B41AD}" dt="2023-05-30T05:56:17.420" v="2236"/>
          <ac:grpSpMkLst>
            <pc:docMk/>
            <pc:sldMk cId="142352291" sldId="257"/>
            <ac:grpSpMk id="183" creationId="{31E327E2-6D65-8928-FF6C-D92C5360CBA7}"/>
          </ac:grpSpMkLst>
        </pc:grpChg>
        <pc:grpChg chg="del mod">
          <ac:chgData name="하 승웅" userId="f9089b053ea938d5" providerId="LiveId" clId="{076E42D4-5BE4-4C6D-9483-7878367B41AD}" dt="2023-05-30T05:56:29.701" v="2245"/>
          <ac:grpSpMkLst>
            <pc:docMk/>
            <pc:sldMk cId="142352291" sldId="257"/>
            <ac:grpSpMk id="187" creationId="{8797D144-10E6-EE3D-C847-DAC7DF40E1AB}"/>
          </ac:grpSpMkLst>
        </pc:grpChg>
        <pc:grpChg chg="del mod">
          <ac:chgData name="하 승웅" userId="f9089b053ea938d5" providerId="LiveId" clId="{076E42D4-5BE4-4C6D-9483-7878367B41AD}" dt="2023-05-30T05:56:53.237" v="2254"/>
          <ac:grpSpMkLst>
            <pc:docMk/>
            <pc:sldMk cId="142352291" sldId="257"/>
            <ac:grpSpMk id="196" creationId="{75FCEC00-9880-AA4A-3BA4-6339E5752065}"/>
          </ac:grpSpMkLst>
        </pc:grpChg>
        <pc:grpChg chg="del mod">
          <ac:chgData name="하 승웅" userId="f9089b053ea938d5" providerId="LiveId" clId="{076E42D4-5BE4-4C6D-9483-7878367B41AD}" dt="2023-05-30T05:56:55.849" v="2257"/>
          <ac:grpSpMkLst>
            <pc:docMk/>
            <pc:sldMk cId="142352291" sldId="257"/>
            <ac:grpSpMk id="205" creationId="{C0252292-0DF8-6371-2374-8664C8C40E54}"/>
          </ac:grpSpMkLst>
        </pc:grpChg>
        <pc:grpChg chg="del mod">
          <ac:chgData name="하 승웅" userId="f9089b053ea938d5" providerId="LiveId" clId="{076E42D4-5BE4-4C6D-9483-7878367B41AD}" dt="2023-05-30T05:57:01.086" v="2266"/>
          <ac:grpSpMkLst>
            <pc:docMk/>
            <pc:sldMk cId="142352291" sldId="257"/>
            <ac:grpSpMk id="208" creationId="{476BFE10-5AB3-884B-20AA-C56CE2B1EB71}"/>
          </ac:grpSpMkLst>
        </pc:grpChg>
        <pc:grpChg chg="add del mod">
          <ac:chgData name="하 승웅" userId="f9089b053ea938d5" providerId="LiveId" clId="{076E42D4-5BE4-4C6D-9483-7878367B41AD}" dt="2023-05-30T05:58:18.236" v="2279"/>
          <ac:grpSpMkLst>
            <pc:docMk/>
            <pc:sldMk cId="142352291" sldId="257"/>
            <ac:grpSpMk id="217" creationId="{F62C42BB-577F-F641-612F-B30392BC02AD}"/>
          </ac:grpSpMkLst>
        </pc:grpChg>
        <pc:grpChg chg="add del mod">
          <ac:chgData name="하 승웅" userId="f9089b053ea938d5" providerId="LiveId" clId="{076E42D4-5BE4-4C6D-9483-7878367B41AD}" dt="2023-05-30T05:57:25.726" v="2276"/>
          <ac:grpSpMkLst>
            <pc:docMk/>
            <pc:sldMk cId="142352291" sldId="257"/>
            <ac:grpSpMk id="219" creationId="{3D2CE94E-0E1E-1136-F9DA-DBA59E02AD4E}"/>
          </ac:grpSpMkLst>
        </pc:grpChg>
        <pc:grpChg chg="mod">
          <ac:chgData name="하 승웅" userId="f9089b053ea938d5" providerId="LiveId" clId="{076E42D4-5BE4-4C6D-9483-7878367B41AD}" dt="2023-05-30T05:57:25.411" v="2273"/>
          <ac:grpSpMkLst>
            <pc:docMk/>
            <pc:sldMk cId="142352291" sldId="257"/>
            <ac:grpSpMk id="222" creationId="{9C51CE45-D42E-7781-F16E-FFE59E9512BB}"/>
          </ac:grpSpMkLst>
        </pc:grpChg>
        <pc:grpChg chg="del mod">
          <ac:chgData name="하 승웅" userId="f9089b053ea938d5" providerId="LiveId" clId="{076E42D4-5BE4-4C6D-9483-7878367B41AD}" dt="2023-05-30T05:58:32.772" v="2283"/>
          <ac:grpSpMkLst>
            <pc:docMk/>
            <pc:sldMk cId="142352291" sldId="257"/>
            <ac:grpSpMk id="225" creationId="{3CF789F5-2E8B-43D2-6394-74049093FB92}"/>
          </ac:grpSpMkLst>
        </pc:grpChg>
        <pc:grpChg chg="del mod">
          <ac:chgData name="하 승웅" userId="f9089b053ea938d5" providerId="LiveId" clId="{076E42D4-5BE4-4C6D-9483-7878367B41AD}" dt="2023-05-30T06:10:09.863" v="2304"/>
          <ac:grpSpMkLst>
            <pc:docMk/>
            <pc:sldMk cId="142352291" sldId="257"/>
            <ac:grpSpMk id="229" creationId="{7D866BC3-AD17-4A71-251E-76E6D13E3C46}"/>
          </ac:grpSpMkLst>
        </pc:grpChg>
        <pc:grpChg chg="del mod">
          <ac:chgData name="하 승웅" userId="f9089b053ea938d5" providerId="LiveId" clId="{076E42D4-5BE4-4C6D-9483-7878367B41AD}" dt="2023-05-30T06:10:09.863" v="2304"/>
          <ac:grpSpMkLst>
            <pc:docMk/>
            <pc:sldMk cId="142352291" sldId="257"/>
            <ac:grpSpMk id="235" creationId="{15A773A8-E518-FBEA-F951-C4CD3467301B}"/>
          </ac:grpSpMkLst>
        </pc:grpChg>
        <pc:grpChg chg="del mod">
          <ac:chgData name="하 승웅" userId="f9089b053ea938d5" providerId="LiveId" clId="{076E42D4-5BE4-4C6D-9483-7878367B41AD}" dt="2023-05-30T06:10:12.347" v="2308"/>
          <ac:grpSpMkLst>
            <pc:docMk/>
            <pc:sldMk cId="142352291" sldId="257"/>
            <ac:grpSpMk id="250" creationId="{E934AFC2-1F5A-8D57-CF1E-4D6ABB5F6BAB}"/>
          </ac:grpSpMkLst>
        </pc:grpChg>
        <pc:grpChg chg="del mod">
          <ac:chgData name="하 승웅" userId="f9089b053ea938d5" providerId="LiveId" clId="{076E42D4-5BE4-4C6D-9483-7878367B41AD}" dt="2023-05-30T06:11:57.093" v="2314"/>
          <ac:grpSpMkLst>
            <pc:docMk/>
            <pc:sldMk cId="142352291" sldId="257"/>
            <ac:grpSpMk id="254" creationId="{E16BE6C2-C802-0DAF-E74D-1494C1110B77}"/>
          </ac:grpSpMkLst>
        </pc:grpChg>
        <pc:grpChg chg="del mod">
          <ac:chgData name="하 승웅" userId="f9089b053ea938d5" providerId="LiveId" clId="{076E42D4-5BE4-4C6D-9483-7878367B41AD}" dt="2023-05-30T06:12:06.109" v="2316"/>
          <ac:grpSpMkLst>
            <pc:docMk/>
            <pc:sldMk cId="142352291" sldId="257"/>
            <ac:grpSpMk id="260" creationId="{B7F065F4-6FEA-90B3-5B85-1017EE0BD197}"/>
          </ac:grpSpMkLst>
        </pc:grpChg>
        <pc:grpChg chg="del mod">
          <ac:chgData name="하 승웅" userId="f9089b053ea938d5" providerId="LiveId" clId="{076E42D4-5BE4-4C6D-9483-7878367B41AD}" dt="2023-05-30T06:12:12.698" v="2324"/>
          <ac:grpSpMkLst>
            <pc:docMk/>
            <pc:sldMk cId="142352291" sldId="257"/>
            <ac:grpSpMk id="262" creationId="{EB8C2568-68DB-BE68-981E-37C247A5A981}"/>
          </ac:grpSpMkLst>
        </pc:grpChg>
        <pc:grpChg chg="del mod">
          <ac:chgData name="하 승웅" userId="f9089b053ea938d5" providerId="LiveId" clId="{076E42D4-5BE4-4C6D-9483-7878367B41AD}" dt="2023-05-30T06:12:12.698" v="2324"/>
          <ac:grpSpMkLst>
            <pc:docMk/>
            <pc:sldMk cId="142352291" sldId="257"/>
            <ac:grpSpMk id="268" creationId="{C9B18713-5425-D0F7-6EBD-0CFF09D4D912}"/>
          </ac:grpSpMkLst>
        </pc:grpChg>
        <pc:grpChg chg="mod">
          <ac:chgData name="하 승웅" userId="f9089b053ea938d5" providerId="LiveId" clId="{076E42D4-5BE4-4C6D-9483-7878367B41AD}" dt="2023-05-30T06:12:12.698" v="2324"/>
          <ac:grpSpMkLst>
            <pc:docMk/>
            <pc:sldMk cId="142352291" sldId="257"/>
            <ac:grpSpMk id="270" creationId="{51A45C53-4FDC-4647-A994-E03EDB4F0E3F}"/>
          </ac:grpSpMkLst>
        </pc:grpChg>
        <pc:inkChg chg="add del">
          <ac:chgData name="하 승웅" userId="f9089b053ea938d5" providerId="LiveId" clId="{076E42D4-5BE4-4C6D-9483-7878367B41AD}" dt="2023-05-30T04:58:22.217" v="1762" actId="9405"/>
          <ac:inkMkLst>
            <pc:docMk/>
            <pc:sldMk cId="142352291" sldId="257"/>
            <ac:inkMk id="5" creationId="{85D63681-BC8C-330D-A520-9A2027863383}"/>
          </ac:inkMkLst>
        </pc:inkChg>
        <pc:inkChg chg="add del">
          <ac:chgData name="하 승웅" userId="f9089b053ea938d5" providerId="LiveId" clId="{076E42D4-5BE4-4C6D-9483-7878367B41AD}" dt="2023-05-30T04:59:31.548" v="1902" actId="9405"/>
          <ac:inkMkLst>
            <pc:docMk/>
            <pc:sldMk cId="142352291" sldId="257"/>
            <ac:inkMk id="6" creationId="{37CF6FA5-82DF-BA3E-07A5-B9DF8179AD7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" creationId="{2CFA2452-739A-7295-7C39-082CD01130F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" creationId="{1CC80D91-8A4A-8F11-DDAE-6C706405FC2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" creationId="{3722D44A-0CE9-59B7-E0E6-5C5F2C76DDA2}"/>
          </ac:inkMkLst>
        </pc:inkChg>
        <pc:inkChg chg="add del">
          <ac:chgData name="하 승웅" userId="f9089b053ea938d5" providerId="LiveId" clId="{076E42D4-5BE4-4C6D-9483-7878367B41AD}" dt="2023-05-30T04:59:36.174" v="1907" actId="9405"/>
          <ac:inkMkLst>
            <pc:docMk/>
            <pc:sldMk cId="142352291" sldId="257"/>
            <ac:inkMk id="10" creationId="{46A6694A-79EC-3D64-F1B3-AEFA03FD15C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" creationId="{F4A4B1E6-DC69-461F-54D2-283C3BF4F63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3" creationId="{244166AF-DCE1-3417-8E76-7BFCFBAC33D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4" creationId="{2F857577-00CF-167F-9690-F408FF688B3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" creationId="{1D0B3EED-FC38-B4C5-B778-9AFE5276BC7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" creationId="{F0F605F3-4E39-8692-3883-B9AE9792ACA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" creationId="{81E9B526-0D94-E461-F05F-93C37763A13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" creationId="{124A931F-5F6C-90A7-62A3-15FF3B7463D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" creationId="{160520EE-2D81-C277-0AC3-4AAFC83543B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" creationId="{5A557C70-2838-EAE2-41B8-11FFEC8B5F5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" creationId="{0E46A098-8EC7-9B62-1A2E-F08B00E4C76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" creationId="{91E470BC-66A5-C59B-53E2-2C2F5ACE5CA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" creationId="{E08A9079-0694-7941-F58E-0F8078FB7AE6}"/>
          </ac:inkMkLst>
        </pc:inkChg>
        <pc:inkChg chg="add del">
          <ac:chgData name="하 승웅" userId="f9089b053ea938d5" providerId="LiveId" clId="{076E42D4-5BE4-4C6D-9483-7878367B41AD}" dt="2023-05-30T04:59:50.610" v="1924" actId="9405"/>
          <ac:inkMkLst>
            <pc:docMk/>
            <pc:sldMk cId="142352291" sldId="257"/>
            <ac:inkMk id="26" creationId="{B55D7327-F500-3702-37FE-C28CD5F7CCE2}"/>
          </ac:inkMkLst>
        </pc:inkChg>
        <pc:inkChg chg="add mod">
          <ac:chgData name="하 승웅" userId="f9089b053ea938d5" providerId="LiveId" clId="{076E42D4-5BE4-4C6D-9483-7878367B41AD}" dt="2023-05-30T04:59:54.135" v="1928"/>
          <ac:inkMkLst>
            <pc:docMk/>
            <pc:sldMk cId="142352291" sldId="257"/>
            <ac:inkMk id="27" creationId="{C2F4B728-8CB8-790E-C7FB-347AA340DF9B}"/>
          </ac:inkMkLst>
        </pc:inkChg>
        <pc:inkChg chg="add mod">
          <ac:chgData name="하 승웅" userId="f9089b053ea938d5" providerId="LiveId" clId="{076E42D4-5BE4-4C6D-9483-7878367B41AD}" dt="2023-05-30T04:59:54.135" v="1928"/>
          <ac:inkMkLst>
            <pc:docMk/>
            <pc:sldMk cId="142352291" sldId="257"/>
            <ac:inkMk id="28" creationId="{02B74D37-1A32-36AD-03F6-0885E70C1448}"/>
          </ac:inkMkLst>
        </pc:inkChg>
        <pc:inkChg chg="add">
          <ac:chgData name="하 승웅" userId="f9089b053ea938d5" providerId="LiveId" clId="{076E42D4-5BE4-4C6D-9483-7878367B41AD}" dt="2023-05-30T04:59:53.216" v="1927" actId="9405"/>
          <ac:inkMkLst>
            <pc:docMk/>
            <pc:sldMk cId="142352291" sldId="257"/>
            <ac:inkMk id="29" creationId="{068B1017-58FF-6AFB-B3E7-CA891A4C40E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1" creationId="{B567218C-EE80-450E-E6E3-C4D4EB73232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3" creationId="{1EA887FC-185C-55F1-1D76-95AE9482E96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4" creationId="{6A3481E4-B461-A3A6-FFBF-3E55D2E0312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5" creationId="{BE3933B8-9E3E-98C7-36BA-85CF9BE6489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6" creationId="{C57C3131-63EF-9B46-0FB8-9BEBDF5945D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7" creationId="{C1ED4CC5-B2D5-D327-7DD1-26E6033A179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1" creationId="{7FF72297-B5C4-4C2D-5776-C6C490BB2BDB}"/>
          </ac:inkMkLst>
        </pc:inkChg>
        <pc:inkChg chg="add del">
          <ac:chgData name="하 승웅" userId="f9089b053ea938d5" providerId="LiveId" clId="{076E42D4-5BE4-4C6D-9483-7878367B41AD}" dt="2023-05-30T05:00:25.479" v="1939" actId="9405"/>
          <ac:inkMkLst>
            <pc:docMk/>
            <pc:sldMk cId="142352291" sldId="257"/>
            <ac:inkMk id="42" creationId="{79877BCE-1A22-FE6F-17CC-CF7EF115381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3" creationId="{234EB37D-2DD2-9950-C4B0-8D63B9D7165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4" creationId="{51F40052-E4F1-0A56-93EF-70BD3403E64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5" creationId="{4A38554E-E3AD-55F1-731B-6947599BB87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6" creationId="{E3B91A7B-5E7B-E861-A134-F14BB44B6EDB}"/>
          </ac:inkMkLst>
        </pc:inkChg>
        <pc:inkChg chg="add del">
          <ac:chgData name="하 승웅" userId="f9089b053ea938d5" providerId="LiveId" clId="{076E42D4-5BE4-4C6D-9483-7878367B41AD}" dt="2023-05-30T05:00:29.260" v="1945" actId="9405"/>
          <ac:inkMkLst>
            <pc:docMk/>
            <pc:sldMk cId="142352291" sldId="257"/>
            <ac:inkMk id="47" creationId="{900E15A4-18D5-A433-5824-01668F8920E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8" creationId="{C526261D-CBDE-6CFC-9171-867FF667CEC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9" creationId="{FF5C42AE-D46B-047B-7815-C3C4D7B00A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0" creationId="{50F05FD0-A360-2EFA-1FFA-71852EC1ABB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1" creationId="{D6B154E2-1073-AE7F-F2D7-FC06BAEE40D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2" creationId="{249CBB9C-3DF2-CDAD-A4A6-4739C04AA4B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3" creationId="{AF3DC1F3-5F4C-38DA-2218-444741F7ABD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4" creationId="{1E96B948-4114-BF16-D6A9-EA4171804CC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7" creationId="{865803AE-47D6-9E8C-5479-EEB7D1F7F4A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9" creationId="{3F717C97-C6F8-1A36-6638-068A525EC2E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1" creationId="{F1A66BE0-F1F3-F585-F6A1-0577CE4017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2" creationId="{D7315BC2-0A46-927A-84AB-2325C98F0F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3" creationId="{70CBEA58-8A17-F910-7CE0-F572DAE5EFD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4" creationId="{C2B8B4F0-A51D-0C46-7133-4A30F95207D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5" creationId="{590DCDBE-075E-BEC0-2A11-97F054D8385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6" creationId="{00BA48B6-FBC5-41A6-7DD6-456BBB5DE0A6}"/>
          </ac:inkMkLst>
        </pc:inkChg>
        <pc:inkChg chg="add del">
          <ac:chgData name="하 승웅" userId="f9089b053ea938d5" providerId="LiveId" clId="{076E42D4-5BE4-4C6D-9483-7878367B41AD}" dt="2023-05-30T05:00:40.144" v="1965" actId="9405"/>
          <ac:inkMkLst>
            <pc:docMk/>
            <pc:sldMk cId="142352291" sldId="257"/>
            <ac:inkMk id="67" creationId="{8BECEE2F-B93D-4016-BA47-F5F689D3F4A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8" creationId="{190B4003-6068-FC18-FD26-8766CE84E9D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9" creationId="{CDEE32EB-399D-A1C8-1EF3-3B3A8CB2698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0" creationId="{6D5E2B7A-649F-EC6F-7C43-2D6A3427E1F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1" creationId="{40BA4CE2-CB96-3C7F-87F5-89909F0CBFC7}"/>
          </ac:inkMkLst>
        </pc:inkChg>
        <pc:inkChg chg="add del">
          <ac:chgData name="하 승웅" userId="f9089b053ea938d5" providerId="LiveId" clId="{076E42D4-5BE4-4C6D-9483-7878367B41AD}" dt="2023-05-30T05:00:43.893" v="1971" actId="9405"/>
          <ac:inkMkLst>
            <pc:docMk/>
            <pc:sldMk cId="142352291" sldId="257"/>
            <ac:inkMk id="72" creationId="{B743707C-A2AE-2236-8829-ABB84008C51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5" creationId="{F28C7E28-A0F1-D6FC-B9C8-5D5F1DF9FB3E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6" creationId="{3CB2892A-0930-28EC-63F3-D8886771CA8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7" creationId="{84E3380A-8A68-E990-64E1-79BBE6FB8C4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8" creationId="{78A377A3-8260-739C-5EED-8BC0E8EDA6A3}"/>
          </ac:inkMkLst>
        </pc:inkChg>
        <pc:inkChg chg="add del mod">
          <ac:chgData name="하 승웅" userId="f9089b053ea938d5" providerId="LiveId" clId="{076E42D4-5BE4-4C6D-9483-7878367B41AD}" dt="2023-05-30T05:00:54.298" v="1987" actId="9405"/>
          <ac:inkMkLst>
            <pc:docMk/>
            <pc:sldMk cId="142352291" sldId="257"/>
            <ac:inkMk id="80" creationId="{CF194FAF-5ED2-E4BB-675A-444107DEF8BA}"/>
          </ac:inkMkLst>
        </pc:inkChg>
        <pc:inkChg chg="add del mod">
          <ac:chgData name="하 승웅" userId="f9089b053ea938d5" providerId="LiveId" clId="{076E42D4-5BE4-4C6D-9483-7878367B41AD}" dt="2023-05-30T05:00:54.031" v="1986"/>
          <ac:inkMkLst>
            <pc:docMk/>
            <pc:sldMk cId="142352291" sldId="257"/>
            <ac:inkMk id="81" creationId="{CC3ABB36-6DC3-C7A3-0B5D-0D764FC5B68E}"/>
          </ac:inkMkLst>
        </pc:inkChg>
        <pc:inkChg chg="add del mod">
          <ac:chgData name="하 승웅" userId="f9089b053ea938d5" providerId="LiveId" clId="{076E42D4-5BE4-4C6D-9483-7878367B41AD}" dt="2023-05-30T05:00:53.782" v="1984"/>
          <ac:inkMkLst>
            <pc:docMk/>
            <pc:sldMk cId="142352291" sldId="257"/>
            <ac:inkMk id="83" creationId="{B67BF456-3F6A-6F29-CAFC-715C2F43413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5" creationId="{8B78DC44-F6C8-0056-2107-D96A3169277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6" creationId="{F757E229-6BFB-4D0C-02BF-0C446AC213D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7" creationId="{902737B7-A40D-8D8F-A857-63DF8B076B5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8" creationId="{D73DB805-9C36-A7A0-28BE-B2BD01549A7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9" creationId="{1F80DCC0-643A-A03A-120E-E380AB1C862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0" creationId="{76177018-BEDB-DA45-851D-E2211738FA3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2" creationId="{12D10052-C6DA-A888-B6CC-4E4C5F925EE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3" creationId="{05260A3D-229A-90FC-05BC-ECF70F283E0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4" creationId="{1AC406CC-1112-19B9-CCA5-636C322F886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5" creationId="{381EFF62-F626-EA16-6688-B981183618F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6" creationId="{6CB29AE4-BC55-CF82-D7DB-D732AF519A1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8" creationId="{97AC9C54-140A-C463-623C-DAB44523CF1E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9" creationId="{A4ECB4B3-3211-D3E8-6579-BD045C0132A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0" creationId="{99693814-F279-2F0E-DB79-F077FB47FCB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1" creationId="{0E06DA62-F86E-AD1C-E389-237E51C203EF}"/>
          </ac:inkMkLst>
        </pc:inkChg>
        <pc:inkChg chg="add mod">
          <ac:chgData name="하 승웅" userId="f9089b053ea938d5" providerId="LiveId" clId="{076E42D4-5BE4-4C6D-9483-7878367B41AD}" dt="2023-05-30T05:01:18.088" v="2009"/>
          <ac:inkMkLst>
            <pc:docMk/>
            <pc:sldMk cId="142352291" sldId="257"/>
            <ac:inkMk id="103" creationId="{E786D15A-B274-A3FA-C67D-9654D7B30D8B}"/>
          </ac:inkMkLst>
        </pc:inkChg>
        <pc:inkChg chg="add mod">
          <ac:chgData name="하 승웅" userId="f9089b053ea938d5" providerId="LiveId" clId="{076E42D4-5BE4-4C6D-9483-7878367B41AD}" dt="2023-05-30T05:01:18.088" v="2009"/>
          <ac:inkMkLst>
            <pc:docMk/>
            <pc:sldMk cId="142352291" sldId="257"/>
            <ac:inkMk id="104" creationId="{B428DBA8-ABAE-DE3B-E4DD-A19C1FB3AB84}"/>
          </ac:inkMkLst>
        </pc:inkChg>
        <pc:inkChg chg="add mod">
          <ac:chgData name="하 승웅" userId="f9089b053ea938d5" providerId="LiveId" clId="{076E42D4-5BE4-4C6D-9483-7878367B41AD}" dt="2023-05-30T05:01:18.088" v="2009"/>
          <ac:inkMkLst>
            <pc:docMk/>
            <pc:sldMk cId="142352291" sldId="257"/>
            <ac:inkMk id="105" creationId="{7970F2A7-3591-A1A3-2861-74BDBE7F1D2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7" creationId="{6728ED00-B4FA-8D1A-DA72-5455D6F739A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8" creationId="{C39AE039-CC78-02E6-6ED3-D66E899D044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9" creationId="{C64167E3-6346-644D-0D3C-B1AF9D83905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0" creationId="{DD70891B-F316-62D5-70F6-C7EBCEBEB83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2" creationId="{797B525A-11FF-AB8F-8463-7ABA03A9F16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3" creationId="{DFB65635-3C7C-EEA7-F1B2-116E976C675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4" creationId="{E1604AA7-12EA-787A-04DD-0F7211C4BD8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5" creationId="{64225822-F14E-97E0-3FBF-4DB67833C52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6" creationId="{FE8161B1-D6E7-500E-6992-1C530CDC360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7" creationId="{A373AB8B-D4AA-DDED-5992-43C3696847F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8" creationId="{A9EB7300-ED68-A111-BC44-AA3736CD78A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9" creationId="{18BF13EF-9AAB-622F-6AF4-9E2644C9A86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0" creationId="{066A7512-466B-B391-BE4C-F07FE5BCF90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3" creationId="{E652C40C-2CB5-3153-B570-2350CB20781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4" creationId="{CE507C10-BEB4-B39C-7987-FC10AACE95F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5" creationId="{61E67D21-1F79-31E1-4D12-3BEDFDA5FED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6" creationId="{CBC6D15D-D96B-2D3A-A93D-74A791B46D4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7" creationId="{0B635C10-3A0F-5755-5416-995ABC4CB455}"/>
          </ac:inkMkLst>
        </pc:inkChg>
        <pc:inkChg chg="add mod">
          <ac:chgData name="하 승웅" userId="f9089b053ea938d5" providerId="LiveId" clId="{076E42D4-5BE4-4C6D-9483-7878367B41AD}" dt="2023-05-30T05:44:55.174" v="2199"/>
          <ac:inkMkLst>
            <pc:docMk/>
            <pc:sldMk cId="142352291" sldId="257"/>
            <ac:inkMk id="129" creationId="{F1D01841-0D66-4D3F-2BEA-6827C885237E}"/>
          </ac:inkMkLst>
        </pc:inkChg>
        <pc:inkChg chg="add del mod">
          <ac:chgData name="하 승웅" userId="f9089b053ea938d5" providerId="LiveId" clId="{076E42D4-5BE4-4C6D-9483-7878367B41AD}" dt="2023-05-30T05:44:55.779" v="2201" actId="9405"/>
          <ac:inkMkLst>
            <pc:docMk/>
            <pc:sldMk cId="142352291" sldId="257"/>
            <ac:inkMk id="130" creationId="{C4E946DA-7D64-260D-7DF8-58292536E5E9}"/>
          </ac:inkMkLst>
        </pc:inkChg>
        <pc:inkChg chg="add del">
          <ac:chgData name="하 승웅" userId="f9089b053ea938d5" providerId="LiveId" clId="{076E42D4-5BE4-4C6D-9483-7878367B41AD}" dt="2023-05-30T05:44:55.478" v="2200" actId="9405"/>
          <ac:inkMkLst>
            <pc:docMk/>
            <pc:sldMk cId="142352291" sldId="257"/>
            <ac:inkMk id="131" creationId="{1DBDC4CB-43CD-66B5-AD88-ECBF1C5B7915}"/>
          </ac:inkMkLst>
        </pc:inkChg>
        <pc:inkChg chg="add del">
          <ac:chgData name="하 승웅" userId="f9089b053ea938d5" providerId="LiveId" clId="{076E42D4-5BE4-4C6D-9483-7878367B41AD}" dt="2023-05-30T05:44:55.174" v="2199"/>
          <ac:inkMkLst>
            <pc:docMk/>
            <pc:sldMk cId="142352291" sldId="257"/>
            <ac:inkMk id="132" creationId="{104FF6E7-04EF-A2FF-57C6-8EDEC64213FC}"/>
          </ac:inkMkLst>
        </pc:inkChg>
        <pc:inkChg chg="add del">
          <ac:chgData name="하 승웅" userId="f9089b053ea938d5" providerId="LiveId" clId="{076E42D4-5BE4-4C6D-9483-7878367B41AD}" dt="2023-05-30T05:44:55.021" v="2197" actId="9405"/>
          <ac:inkMkLst>
            <pc:docMk/>
            <pc:sldMk cId="142352291" sldId="257"/>
            <ac:inkMk id="134" creationId="{038CAB51-C7AB-6E30-EC86-8F15E1C0B655}"/>
          </ac:inkMkLst>
        </pc:inkChg>
        <pc:inkChg chg="add del mod">
          <ac:chgData name="하 승웅" userId="f9089b053ea938d5" providerId="LiveId" clId="{076E42D4-5BE4-4C6D-9483-7878367B41AD}" dt="2023-05-30T05:44:54.870" v="2196" actId="9405"/>
          <ac:inkMkLst>
            <pc:docMk/>
            <pc:sldMk cId="142352291" sldId="257"/>
            <ac:inkMk id="135" creationId="{D58964AD-C574-EBBF-DFEE-692FF049672E}"/>
          </ac:inkMkLst>
        </pc:inkChg>
        <pc:inkChg chg="add del mod">
          <ac:chgData name="하 승웅" userId="f9089b053ea938d5" providerId="LiveId" clId="{076E42D4-5BE4-4C6D-9483-7878367B41AD}" dt="2023-05-30T05:44:54.728" v="2195"/>
          <ac:inkMkLst>
            <pc:docMk/>
            <pc:sldMk cId="142352291" sldId="257"/>
            <ac:inkMk id="136" creationId="{48DEB4D9-7815-AE43-621B-0968B00563E5}"/>
          </ac:inkMkLst>
        </pc:inkChg>
        <pc:inkChg chg="add del">
          <ac:chgData name="하 승웅" userId="f9089b053ea938d5" providerId="LiveId" clId="{076E42D4-5BE4-4C6D-9483-7878367B41AD}" dt="2023-05-30T05:44:54.576" v="2192" actId="9405"/>
          <ac:inkMkLst>
            <pc:docMk/>
            <pc:sldMk cId="142352291" sldId="257"/>
            <ac:inkMk id="137" creationId="{AE4DDE93-1682-1B48-8762-FFE42ADF2F4B}"/>
          </ac:inkMkLst>
        </pc:inkChg>
        <pc:inkChg chg="add del">
          <ac:chgData name="하 승웅" userId="f9089b053ea938d5" providerId="LiveId" clId="{076E42D4-5BE4-4C6D-9483-7878367B41AD}" dt="2023-05-30T05:44:53.056" v="2189" actId="9405"/>
          <ac:inkMkLst>
            <pc:docMk/>
            <pc:sldMk cId="142352291" sldId="257"/>
            <ac:inkMk id="138" creationId="{104E8DAB-E391-EF5F-351B-C591D4C779EC}"/>
          </ac:inkMkLst>
        </pc:inkChg>
        <pc:inkChg chg="add del">
          <ac:chgData name="하 승웅" userId="f9089b053ea938d5" providerId="LiveId" clId="{076E42D4-5BE4-4C6D-9483-7878367B41AD}" dt="2023-05-30T05:44:52.871" v="2188" actId="9405"/>
          <ac:inkMkLst>
            <pc:docMk/>
            <pc:sldMk cId="142352291" sldId="257"/>
            <ac:inkMk id="139" creationId="{0308EA92-9CF8-3FE9-49F7-1994286842F1}"/>
          </ac:inkMkLst>
        </pc:inkChg>
        <pc:inkChg chg="add del">
          <ac:chgData name="하 승웅" userId="f9089b053ea938d5" providerId="LiveId" clId="{076E42D4-5BE4-4C6D-9483-7878367B41AD}" dt="2023-05-30T05:44:52.541" v="2187" actId="9405"/>
          <ac:inkMkLst>
            <pc:docMk/>
            <pc:sldMk cId="142352291" sldId="257"/>
            <ac:inkMk id="140" creationId="{90CC6EC7-E47B-8400-0776-857DB1932D69}"/>
          </ac:inkMkLst>
        </pc:inkChg>
        <pc:inkChg chg="add del">
          <ac:chgData name="하 승웅" userId="f9089b053ea938d5" providerId="LiveId" clId="{076E42D4-5BE4-4C6D-9483-7878367B41AD}" dt="2023-05-30T05:44:52.348" v="2186" actId="9405"/>
          <ac:inkMkLst>
            <pc:docMk/>
            <pc:sldMk cId="142352291" sldId="257"/>
            <ac:inkMk id="141" creationId="{AC97E510-66CD-D058-C28F-A714AE3BD066}"/>
          </ac:inkMkLst>
        </pc:inkChg>
        <pc:inkChg chg="add del">
          <ac:chgData name="하 승웅" userId="f9089b053ea938d5" providerId="LiveId" clId="{076E42D4-5BE4-4C6D-9483-7878367B41AD}" dt="2023-05-30T05:44:52.177" v="2185" actId="9405"/>
          <ac:inkMkLst>
            <pc:docMk/>
            <pc:sldMk cId="142352291" sldId="257"/>
            <ac:inkMk id="142" creationId="{37F321C0-0199-B6F2-EB9A-BFDC27840EB9}"/>
          </ac:inkMkLst>
        </pc:inkChg>
        <pc:inkChg chg="add del">
          <ac:chgData name="하 승웅" userId="f9089b053ea938d5" providerId="LiveId" clId="{076E42D4-5BE4-4C6D-9483-7878367B41AD}" dt="2023-05-30T05:44:51.800" v="2184" actId="9405"/>
          <ac:inkMkLst>
            <pc:docMk/>
            <pc:sldMk cId="142352291" sldId="257"/>
            <ac:inkMk id="143" creationId="{EB5F7557-2EC2-8B24-3C5A-53AD7050F80A}"/>
          </ac:inkMkLst>
        </pc:inkChg>
        <pc:inkChg chg="add del">
          <ac:chgData name="하 승웅" userId="f9089b053ea938d5" providerId="LiveId" clId="{076E42D4-5BE4-4C6D-9483-7878367B41AD}" dt="2023-05-30T05:44:51.420" v="2183" actId="9405"/>
          <ac:inkMkLst>
            <pc:docMk/>
            <pc:sldMk cId="142352291" sldId="257"/>
            <ac:inkMk id="144" creationId="{EA42C786-5677-D4DF-CA90-2962B96E2350}"/>
          </ac:inkMkLst>
        </pc:inkChg>
        <pc:inkChg chg="add del">
          <ac:chgData name="하 승웅" userId="f9089b053ea938d5" providerId="LiveId" clId="{076E42D4-5BE4-4C6D-9483-7878367B41AD}" dt="2023-05-30T05:44:51.077" v="2182" actId="9405"/>
          <ac:inkMkLst>
            <pc:docMk/>
            <pc:sldMk cId="142352291" sldId="257"/>
            <ac:inkMk id="145" creationId="{6B8583B2-B6D4-DAD0-596F-72CC2DB27B04}"/>
          </ac:inkMkLst>
        </pc:inkChg>
        <pc:inkChg chg="add del">
          <ac:chgData name="하 승웅" userId="f9089b053ea938d5" providerId="LiveId" clId="{076E42D4-5BE4-4C6D-9483-7878367B41AD}" dt="2023-05-30T05:44:50.706" v="2181" actId="9405"/>
          <ac:inkMkLst>
            <pc:docMk/>
            <pc:sldMk cId="142352291" sldId="257"/>
            <ac:inkMk id="146" creationId="{2FB66A4C-768F-C8A3-17EE-7C2726F2BB89}"/>
          </ac:inkMkLst>
        </pc:inkChg>
        <pc:inkChg chg="add del">
          <ac:chgData name="하 승웅" userId="f9089b053ea938d5" providerId="LiveId" clId="{076E42D4-5BE4-4C6D-9483-7878367B41AD}" dt="2023-05-30T05:44:50.345" v="2180" actId="9405"/>
          <ac:inkMkLst>
            <pc:docMk/>
            <pc:sldMk cId="142352291" sldId="257"/>
            <ac:inkMk id="147" creationId="{8E62C608-475E-B720-37E3-0566DA977EB9}"/>
          </ac:inkMkLst>
        </pc:inkChg>
        <pc:inkChg chg="add del">
          <ac:chgData name="하 승웅" userId="f9089b053ea938d5" providerId="LiveId" clId="{076E42D4-5BE4-4C6D-9483-7878367B41AD}" dt="2023-05-30T05:44:49.868" v="2179" actId="9405"/>
          <ac:inkMkLst>
            <pc:docMk/>
            <pc:sldMk cId="142352291" sldId="257"/>
            <ac:inkMk id="148" creationId="{071E2810-88D1-9F7E-4627-BF7FFD2E84A4}"/>
          </ac:inkMkLst>
        </pc:inkChg>
        <pc:inkChg chg="add del">
          <ac:chgData name="하 승웅" userId="f9089b053ea938d5" providerId="LiveId" clId="{076E42D4-5BE4-4C6D-9483-7878367B41AD}" dt="2023-05-30T05:44:54.430" v="2191" actId="9405"/>
          <ac:inkMkLst>
            <pc:docMk/>
            <pc:sldMk cId="142352291" sldId="257"/>
            <ac:inkMk id="149" creationId="{444D046F-0105-634E-AEE1-678899F79F8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1" creationId="{843275DA-F7E8-41C6-16EE-7BA3B033FB2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2" creationId="{20021593-57E7-1E5B-C498-1B806DB62C4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3" creationId="{FAED731E-44EC-3395-2859-9D49A64272A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5" creationId="{D53A8F34-B7E5-37C9-93BE-B208F6DFB18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6" creationId="{8F30A175-5612-D27E-CF6D-C2EC85890AA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7" creationId="{AA88F57A-9D31-A253-49FE-6BCC3F0B15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8" creationId="{96E1EF46-E36A-982A-C85C-A1432DC0806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9" creationId="{BE04409C-F9CC-A31C-7E58-9969CEEB90C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0" creationId="{2E0421BD-024E-747E-D001-63CCDCAEF6E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1" creationId="{7801D3A1-07E5-70B8-A907-F70D514482A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3" creationId="{AF110292-2C98-DD1F-2458-08BF2FB501F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4" creationId="{5EE1EFD9-CFCA-5125-D788-C1F13A1512B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6" creationId="{92EBE569-7C9F-5856-49FB-DB65AAE3D4D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7" creationId="{7E43E54F-336E-B8CC-B62A-009B6C9BCEF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8" creationId="{2314B6B8-2753-53DC-993D-7C2DF4D911D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9" creationId="{8F231778-4C38-010F-ED2E-BC292974D18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0" creationId="{23DCD3B1-24EB-F7E0-178E-16EC4A3A2CD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1" creationId="{550EE440-29BD-8595-BC73-10499B12BD0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2" creationId="{5272DA4B-B155-B7D0-CED5-A773F1A3788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3" creationId="{62AB5E38-BCF4-6B52-D157-94569D40056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4" creationId="{7919000B-F6B1-8DA8-3F86-FD4A55E80E6B}"/>
          </ac:inkMkLst>
        </pc:inkChg>
        <pc:inkChg chg="add mod">
          <ac:chgData name="하 승웅" userId="f9089b053ea938d5" providerId="LiveId" clId="{076E42D4-5BE4-4C6D-9483-7878367B41AD}" dt="2023-05-30T05:56:17.420" v="2236"/>
          <ac:inkMkLst>
            <pc:docMk/>
            <pc:sldMk cId="142352291" sldId="257"/>
            <ac:inkMk id="178" creationId="{96B7D04B-19B2-14E1-C439-722F725CA83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0" creationId="{E1EE337E-82C4-8A21-4622-1A90F3EB659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1" creationId="{BDB9B8E5-CDC8-9BC5-0199-5D578DBECC7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2" creationId="{7B38FF58-C58B-884A-AD16-8B5464B3917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4" creationId="{E7361782-1183-9C19-B644-252FA56CEBD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5" creationId="{87E255C8-B9D7-0776-B1BF-743692A8B3A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6" creationId="{FB555DAE-BEAB-DDDB-9406-1772C2EEA60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8" creationId="{81D6010F-8365-2A05-88FD-65583F68784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9" creationId="{5302AC84-FC58-1F82-58EF-98B8AD612B9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0" creationId="{347023C9-23B3-93E2-2403-3D6BD107CA0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1" creationId="{419B8C3E-32DB-5967-F9A7-3DD016D99CD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2" creationId="{6016BDA1-16BF-1E4C-5EEB-94220DECF22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3" creationId="{EB66B025-AD75-EF0C-F182-641EB5825A2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4" creationId="{B06BCA3E-34C7-DA3E-8EBE-626681DA851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5" creationId="{53E9E4C9-FC9C-64DA-2329-B58946F8999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7" creationId="{4298F6E8-3ABC-78AF-3992-AA3856A3950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8" creationId="{48CE1109-F18B-3960-A79F-DAA67C71287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9" creationId="{18C074FA-BB60-E148-1361-1219F2279C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0" creationId="{40058B77-B1D8-3ECB-AF01-FB9745B79FA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1" creationId="{25D7EA35-AD5A-3E3A-B6DC-D47329A90C7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2" creationId="{B9C1B431-3557-244D-C34A-643133E7173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3" creationId="{DB65A997-8546-536D-71BA-847F6C41306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4" creationId="{8C185C34-8260-D0EE-C8F5-17EDB4AE902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6" creationId="{74BA8C61-E32E-86E5-5156-53814F3518C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7" creationId="{38292483-BBB7-B053-6D54-566BCE038C8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9" creationId="{FD04790B-2E59-A5FA-B061-72A70B0399C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0" creationId="{BFD0DC9F-0C8A-B1FA-5F7D-E4AA26AC8B7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1" creationId="{5BE8E288-DDB9-8964-0D73-A81CE29C5BA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2" creationId="{AF0B8BF5-20D4-4204-522A-0CB2783460B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3" creationId="{6722239F-023E-795F-BBA7-0FA25478565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4" creationId="{01912B31-1253-3CF4-57F2-8BE3450A348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5" creationId="{47CC64D9-683B-A3D9-9C95-FC208ECF653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6" creationId="{BAFAE703-57C6-B81B-3EC9-106B130BFC8D}"/>
          </ac:inkMkLst>
        </pc:inkChg>
        <pc:inkChg chg="add del mod">
          <ac:chgData name="하 승웅" userId="f9089b053ea938d5" providerId="LiveId" clId="{076E42D4-5BE4-4C6D-9483-7878367B41AD}" dt="2023-05-30T05:57:25.726" v="2276"/>
          <ac:inkMkLst>
            <pc:docMk/>
            <pc:sldMk cId="142352291" sldId="257"/>
            <ac:inkMk id="218" creationId="{981CE78D-C9B5-9A2B-23FC-37D20B31F92B}"/>
          </ac:inkMkLst>
        </pc:inkChg>
        <pc:inkChg chg="add del mod">
          <ac:chgData name="하 승웅" userId="f9089b053ea938d5" providerId="LiveId" clId="{076E42D4-5BE4-4C6D-9483-7878367B41AD}" dt="2023-05-30T05:57:25.526" v="2274" actId="9405"/>
          <ac:inkMkLst>
            <pc:docMk/>
            <pc:sldMk cId="142352291" sldId="257"/>
            <ac:inkMk id="220" creationId="{B626AF62-4948-985F-0C65-5888FC6EEB21}"/>
          </ac:inkMkLst>
        </pc:inkChg>
        <pc:inkChg chg="add del mod">
          <ac:chgData name="하 승웅" userId="f9089b053ea938d5" providerId="LiveId" clId="{076E42D4-5BE4-4C6D-9483-7878367B41AD}" dt="2023-05-30T05:57:25.411" v="2273"/>
          <ac:inkMkLst>
            <pc:docMk/>
            <pc:sldMk cId="142352291" sldId="257"/>
            <ac:inkMk id="221" creationId="{1553362B-60B6-B3E9-DB1A-050C0F896A2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3" creationId="{039B8342-6F65-2666-6A39-F04A339759C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4" creationId="{ACBB5E2F-A5DD-F17B-4C39-3ECC56E605A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6" creationId="{DA65554D-98AC-C92B-E73D-B0770C200BB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7" creationId="{8D3478A8-BB14-4C6C-8AA5-4DBCEA1F048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8" creationId="{6138C0AA-41E3-3BFA-D348-22962CBF0CD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0" creationId="{F2FB5C83-C5C4-E4FB-FBDB-DF2EDD0E855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1" creationId="{249ED052-6A56-79C4-D650-67AFDCBBD31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2" creationId="{C2686A9A-6013-2373-0F06-E437F5A0F7C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3" creationId="{83698A83-AA79-6346-4286-FD0AAE5131E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4" creationId="{02BD3768-4391-E680-C3D0-77E42C81AAD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6" creationId="{BA99E444-D62B-2121-8175-270F7DCB205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7" creationId="{EBD9D080-A2EA-0F93-8EFD-11528B8FDD4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8" creationId="{44C227CE-D3C5-1DD4-A6D0-D5B5D7368FE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9" creationId="{CED13FE5-A2A3-004C-5F45-349E3D37AE0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0" creationId="{CF5D2ED1-43E8-685A-700F-1AD02AC1565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1" creationId="{6EF97580-EE87-3762-63A9-EBA3A5A0725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2" creationId="{A4500563-750C-CDCE-F90F-BD4BE8141A3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3" creationId="{0A945006-8381-A390-5BEA-52377F26F12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4" creationId="{746626B6-5D6F-FA76-DEA7-BBEEDFA4DD3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5" creationId="{6F21A390-9F6A-1F15-5AD4-FA4B9889A5E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6" creationId="{C336A389-2392-D63D-1478-0C8AC76991E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7" creationId="{679E788E-54B8-C1EC-2111-E2071E2849F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8" creationId="{71A8CBDF-BA7D-274B-31AD-79DD77EF1AA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9" creationId="{A34AD65A-01D2-F5B9-8A59-95AF3F135F1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1" creationId="{077DC80F-533F-469E-DC4D-8B93EB51A5D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2" creationId="{A3A88B60-A5E4-B2C5-B6EB-BE953959703E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3" creationId="{7914F840-DDBA-5A3B-96DE-332CE220429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5" creationId="{407A11B7-BA2A-7E66-0922-3A6084EE865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6" creationId="{48E8C5C5-071B-F721-1C49-485F9194AAC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7" creationId="{44B21FDD-C90E-5882-5499-EDABBE1E19F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8" creationId="{502F8CA4-C87A-0D23-4000-E146422651F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9" creationId="{ACA98AA7-8E47-733D-0697-84756F20EFE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1" creationId="{9E8C541D-1831-9581-4E0E-0617062DA66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3" creationId="{EEF33531-21B2-60B0-1219-9FB79CEB929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4" creationId="{5F3147FE-1A50-C82B-D9B5-EEEAA8095EF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5" creationId="{60F07595-B26F-EC1C-41C4-F7BF511B5F7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6" creationId="{85CB4607-F7AC-28D1-D71A-7A8B8794C7F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7" creationId="{23F7CEBE-682D-4D4C-9748-2757D3D02F0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9" creationId="{8A146B79-51F5-26BE-FA3E-1452BCD32EDC}"/>
          </ac:inkMkLst>
        </pc:inkChg>
        <pc:inkChg chg="add">
          <ac:chgData name="하 승웅" userId="f9089b053ea938d5" providerId="LiveId" clId="{076E42D4-5BE4-4C6D-9483-7878367B41AD}" dt="2023-05-30T06:12:34.079" v="2325" actId="9405"/>
          <ac:inkMkLst>
            <pc:docMk/>
            <pc:sldMk cId="142352291" sldId="257"/>
            <ac:inkMk id="271" creationId="{957DBE31-370C-2EAD-9492-6D903F89D268}"/>
          </ac:inkMkLst>
        </pc:inkChg>
        <pc:inkChg chg="add">
          <ac:chgData name="하 승웅" userId="f9089b053ea938d5" providerId="LiveId" clId="{076E42D4-5BE4-4C6D-9483-7878367B41AD}" dt="2023-05-30T06:12:35.990" v="2326" actId="9405"/>
          <ac:inkMkLst>
            <pc:docMk/>
            <pc:sldMk cId="142352291" sldId="257"/>
            <ac:inkMk id="272" creationId="{513E3448-EF1D-2683-4FE6-2A0BBF3A9E52}"/>
          </ac:inkMkLst>
        </pc:inkChg>
      </pc:sldChg>
    </pc:docChg>
  </pc:docChgLst>
  <pc:docChgLst>
    <pc:chgData name="하 승웅" userId="f9089b053ea938d5" providerId="LiveId" clId="{B1D711A2-17C8-46BD-92DA-7FB8FE78EDBC}"/>
    <pc:docChg chg="undo custSel addSld modSld">
      <pc:chgData name="하 승웅" userId="f9089b053ea938d5" providerId="LiveId" clId="{B1D711A2-17C8-46BD-92DA-7FB8FE78EDBC}" dt="2023-06-15T05:19:57.830" v="151" actId="9405"/>
      <pc:docMkLst>
        <pc:docMk/>
      </pc:docMkLst>
      <pc:sldChg chg="addSp delSp modSp mod">
        <pc:chgData name="하 승웅" userId="f9089b053ea938d5" providerId="LiveId" clId="{B1D711A2-17C8-46BD-92DA-7FB8FE78EDBC}" dt="2023-06-15T05:18:59.019" v="122"/>
        <pc:sldMkLst>
          <pc:docMk/>
          <pc:sldMk cId="142352291" sldId="257"/>
        </pc:sldMkLst>
        <pc:grpChg chg="del mod">
          <ac:chgData name="하 승웅" userId="f9089b053ea938d5" providerId="LiveId" clId="{B1D711A2-17C8-46BD-92DA-7FB8FE78EDBC}" dt="2023-06-15T05:13:36.041" v="30"/>
          <ac:grpSpMkLst>
            <pc:docMk/>
            <pc:sldMk cId="142352291" sldId="257"/>
            <ac:grpSpMk id="5" creationId="{4868EF66-241E-7D52-1EA6-54DC9D44E824}"/>
          </ac:grpSpMkLst>
        </pc:grpChg>
        <pc:grpChg chg="del mod">
          <ac:chgData name="하 승웅" userId="f9089b053ea938d5" providerId="LiveId" clId="{B1D711A2-17C8-46BD-92DA-7FB8FE78EDBC}" dt="2023-06-15T05:16:21.997" v="73"/>
          <ac:grpSpMkLst>
            <pc:docMk/>
            <pc:sldMk cId="142352291" sldId="257"/>
            <ac:grpSpMk id="10" creationId="{51E7669D-823C-8F44-F439-386689BE91F4}"/>
          </ac:grpSpMkLst>
        </pc:grpChg>
        <pc:grpChg chg="mod">
          <ac:chgData name="하 승웅" userId="f9089b053ea938d5" providerId="LiveId" clId="{B1D711A2-17C8-46BD-92DA-7FB8FE78EDBC}" dt="2023-06-15T05:14:37.115" v="42"/>
          <ac:grpSpMkLst>
            <pc:docMk/>
            <pc:sldMk cId="142352291" sldId="257"/>
            <ac:grpSpMk id="47" creationId="{C7964BBF-F521-C38D-E49E-6375A40C95CE}"/>
          </ac:grpSpMkLst>
        </pc:grpChg>
        <pc:grpChg chg="del mod">
          <ac:chgData name="하 승웅" userId="f9089b053ea938d5" providerId="LiveId" clId="{B1D711A2-17C8-46BD-92DA-7FB8FE78EDBC}" dt="2023-06-15T05:15:36.535" v="58"/>
          <ac:grpSpMkLst>
            <pc:docMk/>
            <pc:sldMk cId="142352291" sldId="257"/>
            <ac:grpSpMk id="60" creationId="{542A29A4-97BA-81D0-2D89-7A90FC5D0D45}"/>
          </ac:grpSpMkLst>
        </pc:grpChg>
        <pc:grpChg chg="del mod">
          <ac:chgData name="하 승웅" userId="f9089b053ea938d5" providerId="LiveId" clId="{B1D711A2-17C8-46BD-92DA-7FB8FE78EDBC}" dt="2023-06-15T05:15:36.535" v="58"/>
          <ac:grpSpMkLst>
            <pc:docMk/>
            <pc:sldMk cId="142352291" sldId="257"/>
            <ac:grpSpMk id="80" creationId="{2225E61B-7C02-C9FD-6BF8-733F40E66571}"/>
          </ac:grpSpMkLst>
        </pc:grpChg>
        <pc:grpChg chg="del mod">
          <ac:chgData name="하 승웅" userId="f9089b053ea938d5" providerId="LiveId" clId="{B1D711A2-17C8-46BD-92DA-7FB8FE78EDBC}" dt="2023-06-15T05:15:39.023" v="62"/>
          <ac:grpSpMkLst>
            <pc:docMk/>
            <pc:sldMk cId="142352291" sldId="257"/>
            <ac:grpSpMk id="84" creationId="{73821278-7B8A-B349-EF67-14E43FF43E6E}"/>
          </ac:grpSpMkLst>
        </pc:grpChg>
        <pc:grpChg chg="del mod">
          <ac:chgData name="하 승웅" userId="f9089b053ea938d5" providerId="LiveId" clId="{B1D711A2-17C8-46BD-92DA-7FB8FE78EDBC}" dt="2023-06-15T05:15:42.935" v="64"/>
          <ac:grpSpMkLst>
            <pc:docMk/>
            <pc:sldMk cId="142352291" sldId="257"/>
            <ac:grpSpMk id="97" creationId="{31C1BE84-D820-675E-A268-6F7BDC8A8061}"/>
          </ac:grpSpMkLst>
        </pc:grpChg>
        <pc:grpChg chg="del mod">
          <ac:chgData name="하 승웅" userId="f9089b053ea938d5" providerId="LiveId" clId="{B1D711A2-17C8-46BD-92DA-7FB8FE78EDBC}" dt="2023-06-15T05:15:47.613" v="67"/>
          <ac:grpSpMkLst>
            <pc:docMk/>
            <pc:sldMk cId="142352291" sldId="257"/>
            <ac:grpSpMk id="122" creationId="{BA79D7A5-39C8-7C61-B419-4FCCFA1A0227}"/>
          </ac:grpSpMkLst>
        </pc:grpChg>
        <pc:grpChg chg="del mod">
          <ac:chgData name="하 승웅" userId="f9089b053ea938d5" providerId="LiveId" clId="{B1D711A2-17C8-46BD-92DA-7FB8FE78EDBC}" dt="2023-06-15T05:15:59.545" v="70"/>
          <ac:grpSpMkLst>
            <pc:docMk/>
            <pc:sldMk cId="142352291" sldId="257"/>
            <ac:grpSpMk id="130" creationId="{9948B99B-9DA8-5D4C-879A-FFACCC226624}"/>
          </ac:grpSpMkLst>
        </pc:grpChg>
        <pc:grpChg chg="del mod">
          <ac:chgData name="하 승웅" userId="f9089b053ea938d5" providerId="LiveId" clId="{B1D711A2-17C8-46BD-92DA-7FB8FE78EDBC}" dt="2023-06-15T05:15:59.545" v="70"/>
          <ac:grpSpMkLst>
            <pc:docMk/>
            <pc:sldMk cId="142352291" sldId="257"/>
            <ac:grpSpMk id="133" creationId="{3771D55D-46C3-281C-56FC-84EC851F05F2}"/>
          </ac:grpSpMkLst>
        </pc:grpChg>
        <pc:grpChg chg="mod">
          <ac:chgData name="하 승웅" userId="f9089b053ea938d5" providerId="LiveId" clId="{B1D711A2-17C8-46BD-92DA-7FB8FE78EDBC}" dt="2023-06-15T05:15:59.545" v="70"/>
          <ac:grpSpMkLst>
            <pc:docMk/>
            <pc:sldMk cId="142352291" sldId="257"/>
            <ac:grpSpMk id="136" creationId="{C272894C-2C12-4068-0967-D53057A7462F}"/>
          </ac:grpSpMkLst>
        </pc:grpChg>
        <pc:grpChg chg="del mod">
          <ac:chgData name="하 승웅" userId="f9089b053ea938d5" providerId="LiveId" clId="{B1D711A2-17C8-46BD-92DA-7FB8FE78EDBC}" dt="2023-06-15T05:16:21.997" v="73"/>
          <ac:grpSpMkLst>
            <pc:docMk/>
            <pc:sldMk cId="142352291" sldId="257"/>
            <ac:grpSpMk id="137" creationId="{DF876E7A-A2E4-A4F7-E2E6-3C3AF12FB237}"/>
          </ac:grpSpMkLst>
        </pc:grpChg>
        <pc:grpChg chg="mod">
          <ac:chgData name="하 승웅" userId="f9089b053ea938d5" providerId="LiveId" clId="{B1D711A2-17C8-46BD-92DA-7FB8FE78EDBC}" dt="2023-06-15T05:16:21.997" v="73"/>
          <ac:grpSpMkLst>
            <pc:docMk/>
            <pc:sldMk cId="142352291" sldId="257"/>
            <ac:grpSpMk id="140" creationId="{4DE9A5BE-C03D-D1E7-C0D7-8DFC30D4D10C}"/>
          </ac:grpSpMkLst>
        </pc:grpChg>
        <pc:grpChg chg="mod">
          <ac:chgData name="하 승웅" userId="f9089b053ea938d5" providerId="LiveId" clId="{B1D711A2-17C8-46BD-92DA-7FB8FE78EDBC}" dt="2023-06-15T05:18:59.019" v="122"/>
          <ac:grpSpMkLst>
            <pc:docMk/>
            <pc:sldMk cId="142352291" sldId="257"/>
            <ac:grpSpMk id="177" creationId="{A35DBFAB-4E64-281C-C631-C87294F3A7DD}"/>
          </ac:grpSpMkLst>
        </pc:grp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2" creationId="{0358035A-AC89-F267-8263-D9C209B4F62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3" creationId="{ABE1A8A8-EE63-7EC4-AA72-9120D39D6032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4" creationId="{BD865319-1F51-530B-598D-4A293C62BBFF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6" creationId="{1D0DC464-8525-6A3A-22AC-80A724556A5B}"/>
          </ac:inkMkLst>
        </pc:inkChg>
        <pc:inkChg chg="add del">
          <ac:chgData name="하 승웅" userId="f9089b053ea938d5" providerId="LiveId" clId="{B1D711A2-17C8-46BD-92DA-7FB8FE78EDBC}" dt="2023-06-15T05:14:04.084" v="32" actId="9405"/>
          <ac:inkMkLst>
            <pc:docMk/>
            <pc:sldMk cId="142352291" sldId="257"/>
            <ac:inkMk id="11" creationId="{F724DE44-B848-DBF3-BC08-0E1D2FADFF48}"/>
          </ac:inkMkLst>
        </pc:inkChg>
        <pc:inkChg chg="add del">
          <ac:chgData name="하 승웅" userId="f9089b053ea938d5" providerId="LiveId" clId="{B1D711A2-17C8-46BD-92DA-7FB8FE78EDBC}" dt="2023-06-15T05:14:06.402" v="34" actId="9405"/>
          <ac:inkMkLst>
            <pc:docMk/>
            <pc:sldMk cId="142352291" sldId="257"/>
            <ac:inkMk id="15" creationId="{48A4F52F-68A1-8DFD-BD44-59E8747280C6}"/>
          </ac:inkMkLst>
        </pc:inkChg>
        <pc:inkChg chg="add">
          <ac:chgData name="하 승웅" userId="f9089b053ea938d5" providerId="LiveId" clId="{B1D711A2-17C8-46BD-92DA-7FB8FE78EDBC}" dt="2023-06-15T05:14:07.633" v="35" actId="9405"/>
          <ac:inkMkLst>
            <pc:docMk/>
            <pc:sldMk cId="142352291" sldId="257"/>
            <ac:inkMk id="25" creationId="{584BD7DA-3EF9-04BF-6D54-0CB62422DCB9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26" creationId="{DBBFB97C-1B81-2B84-E34D-C70B6F453743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32" creationId="{830EFE38-E6FA-612F-6756-7B0431C02E4B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38" creationId="{74D44DA8-F98A-DE70-49A2-6FC27E24EA30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39" creationId="{B99BC342-D4A6-ADFA-9452-E7E0AD02BC20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40" creationId="{7D56CFB3-D9B5-5EC0-81AE-14C54211BC7C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42" creationId="{42FC73CB-0E1F-9C7E-2CEE-8DCE4B0E8F5D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55" creationId="{EDDD4671-DEB8-5BA9-98E7-71B6BDBD61FB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56" creationId="{9A700A72-B8B5-A2C4-2124-B2225F54C92B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58" creationId="{E94D790D-C55C-328D-7845-8BA6E3916206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67" creationId="{4085DA94-A1C4-2004-C47C-4F72A9F6D51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2" creationId="{14783F0A-9745-69A5-ADF6-1F53C4E2D71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3" creationId="{E4D05059-004C-4766-6D86-AA8B82675AFF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4" creationId="{17E73F7A-29E5-1D26-A77B-C453EFE2CE4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9" creationId="{87744285-20B7-8969-0799-2983F8183A93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81" creationId="{E6B7B0A2-522F-BA96-26B7-9CDCEC100E63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82" creationId="{95304330-800F-4222-6A2F-CA010CD8C732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83" creationId="{EA702C9A-C588-67B3-23D0-254DF16ECF3F}"/>
          </ac:inkMkLst>
        </pc:inkChg>
        <pc:inkChg chg="add mod">
          <ac:chgData name="하 승웅" userId="f9089b053ea938d5" providerId="LiveId" clId="{B1D711A2-17C8-46BD-92DA-7FB8FE78EDBC}" dt="2023-06-15T05:15:42.935" v="64"/>
          <ac:inkMkLst>
            <pc:docMk/>
            <pc:sldMk cId="142352291" sldId="257"/>
            <ac:inkMk id="91" creationId="{18A83795-1AE1-72DC-EC82-F35EC6A572E0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02" creationId="{E96D546D-00EE-7414-F730-A852E1CF196D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11" creationId="{D5488323-BB52-CC25-611D-DA1D20E1A522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21" creationId="{D43DF9DB-7432-05F4-63B4-F28C88B66E59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28" creationId="{1E155CB6-B7DA-75FE-976D-C1F11AC7A952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31" creationId="{FCDAC31D-7790-9F61-A3BA-85DD074015AA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32" creationId="{D5B37EAB-AAC7-9E3A-18E0-A77DEF711E0C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134" creationId="{E87BC20B-3CB7-C962-DBE3-568D6829E25B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35" creationId="{E7EDF6AB-8972-09C7-D4B4-756110DF0325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138" creationId="{3A48E126-63E2-CB68-6686-6E35CE460B5B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139" creationId="{1BE0FE44-BC95-F973-46A0-2DF4CB6DABE7}"/>
          </ac:inkMkLst>
        </pc:inkChg>
        <pc:inkChg chg="add">
          <ac:chgData name="하 승웅" userId="f9089b053ea938d5" providerId="LiveId" clId="{B1D711A2-17C8-46BD-92DA-7FB8FE78EDBC}" dt="2023-06-15T05:16:46.326" v="74" actId="9405"/>
          <ac:inkMkLst>
            <pc:docMk/>
            <pc:sldMk cId="142352291" sldId="257"/>
            <ac:inkMk id="141" creationId="{154EFB38-4CA4-B7F0-B48A-7C1E5794E0AC}"/>
          </ac:inkMkLst>
        </pc:inkChg>
        <pc:inkChg chg="add">
          <ac:chgData name="하 승웅" userId="f9089b053ea938d5" providerId="LiveId" clId="{B1D711A2-17C8-46BD-92DA-7FB8FE78EDBC}" dt="2023-06-15T05:17:26.187" v="106" actId="9405"/>
          <ac:inkMkLst>
            <pc:docMk/>
            <pc:sldMk cId="142352291" sldId="257"/>
            <ac:inkMk id="142" creationId="{FD47ADEC-9959-0B4A-D0CC-64642098EAE1}"/>
          </ac:inkMkLst>
        </pc:inkChg>
        <pc:inkChg chg="add">
          <ac:chgData name="하 승웅" userId="f9089b053ea938d5" providerId="LiveId" clId="{B1D711A2-17C8-46BD-92DA-7FB8FE78EDBC}" dt="2023-06-15T05:17:44.968" v="107" actId="9405"/>
          <ac:inkMkLst>
            <pc:docMk/>
            <pc:sldMk cId="142352291" sldId="257"/>
            <ac:inkMk id="143" creationId="{DF80A319-1C9B-035B-4B46-5A0B51D8016A}"/>
          </ac:inkMkLst>
        </pc:inkChg>
        <pc:inkChg chg="add del">
          <ac:chgData name="하 승웅" userId="f9089b053ea938d5" providerId="LiveId" clId="{B1D711A2-17C8-46BD-92DA-7FB8FE78EDBC}" dt="2023-06-15T05:17:52.014" v="111" actId="9405"/>
          <ac:inkMkLst>
            <pc:docMk/>
            <pc:sldMk cId="142352291" sldId="257"/>
            <ac:inkMk id="144" creationId="{A618FFFB-92F6-67CA-4E9F-2B3B8BC597CD}"/>
          </ac:inkMkLst>
        </pc:inkChg>
        <pc:inkChg chg="add del">
          <ac:chgData name="하 승웅" userId="f9089b053ea938d5" providerId="LiveId" clId="{B1D711A2-17C8-46BD-92DA-7FB8FE78EDBC}" dt="2023-06-15T05:17:51.838" v="110" actId="9405"/>
          <ac:inkMkLst>
            <pc:docMk/>
            <pc:sldMk cId="142352291" sldId="257"/>
            <ac:inkMk id="145" creationId="{DA9322DF-2575-2286-511F-C79907B99D4C}"/>
          </ac:inkMkLst>
        </pc:inkChg>
        <pc:inkChg chg="add">
          <ac:chgData name="하 승웅" userId="f9089b053ea938d5" providerId="LiveId" clId="{B1D711A2-17C8-46BD-92DA-7FB8FE78EDBC}" dt="2023-06-15T05:18:27.356" v="112" actId="9405"/>
          <ac:inkMkLst>
            <pc:docMk/>
            <pc:sldMk cId="142352291" sldId="257"/>
            <ac:inkMk id="146" creationId="{E93DD7FE-B157-FCB7-E82F-C5E1241776B7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47" creationId="{3E174053-B4C1-4D63-71E4-1A9005C17384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48" creationId="{1E817D62-A64E-3794-FF99-4DBA910C8CCB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49" creationId="{DC9C5D80-D595-4DD8-2F56-D18AA852166F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50" creationId="{A713DCA3-731A-6F5D-74B2-23B2F87F93A5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54" creationId="{60B49614-2491-C241-3935-9CD59D517531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62" creationId="{3CA92C0F-316D-4591-8D74-E725B564FE74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65" creationId="{965111C4-F823-3F4B-7BC4-D20E01C04D0A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75" creationId="{B5F32BFE-8ED7-C8FA-136B-99025D0C5AB5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76" creationId="{98826061-0B59-8F22-0138-E1C92071B111}"/>
          </ac:inkMkLst>
        </pc:inkChg>
      </pc:sldChg>
      <pc:sldChg chg="addSp delSp modSp add mod">
        <pc:chgData name="하 승웅" userId="f9089b053ea938d5" providerId="LiveId" clId="{B1D711A2-17C8-46BD-92DA-7FB8FE78EDBC}" dt="2023-06-15T05:19:57.830" v="151" actId="9405"/>
        <pc:sldMkLst>
          <pc:docMk/>
          <pc:sldMk cId="611999202" sldId="258"/>
        </pc:sldMkLst>
        <pc:grpChg chg="mod">
          <ac:chgData name="하 승웅" userId="f9089b053ea938d5" providerId="LiveId" clId="{B1D711A2-17C8-46BD-92DA-7FB8FE78EDBC}" dt="2023-06-15T04:56:59.204" v="16"/>
          <ac:grpSpMkLst>
            <pc:docMk/>
            <pc:sldMk cId="611999202" sldId="258"/>
            <ac:grpSpMk id="15" creationId="{06054939-9AE3-E6FD-96DB-D12044F0FA3D}"/>
          </ac:grpSpMkLst>
        </pc:grpChg>
        <pc:grpChg chg="del">
          <ac:chgData name="하 승웅" userId="f9089b053ea938d5" providerId="LiveId" clId="{B1D711A2-17C8-46BD-92DA-7FB8FE78EDBC}" dt="2023-06-15T04:56:42.033" v="1" actId="478"/>
          <ac:grpSpMkLst>
            <pc:docMk/>
            <pc:sldMk cId="611999202" sldId="258"/>
            <ac:grpSpMk id="30" creationId="{E057FDEE-A516-B376-D9C5-DA0F5BE8B5CD}"/>
          </ac:grpSpMkLst>
        </pc:grpChg>
        <pc:grpChg chg="del mod">
          <ac:chgData name="하 승웅" userId="f9089b053ea938d5" providerId="LiveId" clId="{B1D711A2-17C8-46BD-92DA-7FB8FE78EDBC}" dt="2023-06-15T05:17:00.890" v="82"/>
          <ac:grpSpMkLst>
            <pc:docMk/>
            <pc:sldMk cId="611999202" sldId="258"/>
            <ac:grpSpMk id="32" creationId="{BAD58C8A-F3A6-819A-E8E7-B9925CB6DBEF}"/>
          </ac:grpSpMkLst>
        </pc:grpChg>
        <pc:grpChg chg="mod">
          <ac:chgData name="하 승웅" userId="f9089b053ea938d5" providerId="LiveId" clId="{B1D711A2-17C8-46BD-92DA-7FB8FE78EDBC}" dt="2023-06-15T05:17:00.890" v="82"/>
          <ac:grpSpMkLst>
            <pc:docMk/>
            <pc:sldMk cId="611999202" sldId="258"/>
            <ac:grpSpMk id="72" creationId="{DBB4CC10-4A0F-960D-7606-DAC8580735A4}"/>
          </ac:grpSpMkLst>
        </pc:grpChg>
        <pc:grpChg chg="del">
          <ac:chgData name="하 승웅" userId="f9089b053ea938d5" providerId="LiveId" clId="{B1D711A2-17C8-46BD-92DA-7FB8FE78EDBC}" dt="2023-06-15T04:56:42.033" v="1" actId="478"/>
          <ac:grpSpMkLst>
            <pc:docMk/>
            <pc:sldMk cId="611999202" sldId="258"/>
            <ac:grpSpMk id="106" creationId="{73FC28B8-AD36-46FF-661B-A2CBA8BA2E95}"/>
          </ac:grpSpMkLst>
        </pc:grpChg>
        <pc:grpChg chg="del mod">
          <ac:chgData name="하 승웅" userId="f9089b053ea938d5" providerId="LiveId" clId="{B1D711A2-17C8-46BD-92DA-7FB8FE78EDBC}" dt="2023-06-15T05:17:15.408" v="105"/>
          <ac:grpSpMkLst>
            <pc:docMk/>
            <pc:sldMk cId="611999202" sldId="258"/>
            <ac:grpSpMk id="121" creationId="{3BC15B55-1E89-9924-E0CA-6B96AF32E090}"/>
          </ac:grpSpMkLst>
        </pc:grpChg>
        <pc:grpChg chg="mod">
          <ac:chgData name="하 승웅" userId="f9089b053ea938d5" providerId="LiveId" clId="{B1D711A2-17C8-46BD-92DA-7FB8FE78EDBC}" dt="2023-06-15T05:17:15.408" v="105"/>
          <ac:grpSpMkLst>
            <pc:docMk/>
            <pc:sldMk cId="611999202" sldId="258"/>
            <ac:grpSpMk id="137" creationId="{EE3C331B-118B-0E7F-92D2-B68E1DB3A1DC}"/>
          </ac:grpSpMkLst>
        </pc:grpChg>
        <pc:grpChg chg="del mod">
          <ac:chgData name="하 승웅" userId="f9089b053ea938d5" providerId="LiveId" clId="{B1D711A2-17C8-46BD-92DA-7FB8FE78EDBC}" dt="2023-06-15T05:19:47.745" v="133"/>
          <ac:grpSpMkLst>
            <pc:docMk/>
            <pc:sldMk cId="611999202" sldId="258"/>
            <ac:grpSpMk id="144" creationId="{C363940E-7165-FBE3-AA79-1409CD9956D6}"/>
          </ac:grpSpMkLst>
        </pc:grpChg>
        <pc:grpChg chg="mod">
          <ac:chgData name="하 승웅" userId="f9089b053ea938d5" providerId="LiveId" clId="{B1D711A2-17C8-46BD-92DA-7FB8FE78EDBC}" dt="2023-06-15T05:19:47.745" v="133"/>
          <ac:grpSpMkLst>
            <pc:docMk/>
            <pc:sldMk cId="611999202" sldId="258"/>
            <ac:grpSpMk id="148" creationId="{65206D33-5B5F-C5DF-FED5-15E265D57B1E}"/>
          </ac:grpSpMkLst>
        </pc:grpChg>
        <pc:grpChg chg="mod">
          <ac:chgData name="하 승웅" userId="f9089b053ea938d5" providerId="LiveId" clId="{B1D711A2-17C8-46BD-92DA-7FB8FE78EDBC}" dt="2023-06-15T05:19:52.128" v="140"/>
          <ac:grpSpMkLst>
            <pc:docMk/>
            <pc:sldMk cId="611999202" sldId="258"/>
            <ac:grpSpMk id="176" creationId="{3EFAA4CD-CD56-3B1C-BE51-647D6CCD2079}"/>
          </ac:grpSpMkLst>
        </pc:grpChg>
        <pc:grpChg chg="mod">
          <ac:chgData name="하 승웅" userId="f9089b053ea938d5" providerId="LiveId" clId="{B1D711A2-17C8-46BD-92DA-7FB8FE78EDBC}" dt="2023-06-15T05:19:57.020" v="150"/>
          <ac:grpSpMkLst>
            <pc:docMk/>
            <pc:sldMk cId="611999202" sldId="258"/>
            <ac:grpSpMk id="219" creationId="{51B42CB6-3380-3BEB-F152-30D7773BE458}"/>
          </ac:grpSpMkLst>
        </pc:grpChg>
        <pc:grpChg chg="del">
          <ac:chgData name="하 승웅" userId="f9089b053ea938d5" providerId="LiveId" clId="{B1D711A2-17C8-46BD-92DA-7FB8FE78EDBC}" dt="2023-06-15T04:56:42.033" v="1" actId="478"/>
          <ac:grpSpMkLst>
            <pc:docMk/>
            <pc:sldMk cId="611999202" sldId="258"/>
            <ac:grpSpMk id="270" creationId="{51A45C53-4FDC-4647-A994-E03EDB4F0E3F}"/>
          </ac:grpSpMkLst>
        </pc:grpChg>
        <pc:inkChg chg="add del">
          <ac:chgData name="하 승웅" userId="f9089b053ea938d5" providerId="LiveId" clId="{B1D711A2-17C8-46BD-92DA-7FB8FE78EDBC}" dt="2023-06-15T04:56:48.845" v="3" actId="9405"/>
          <ac:inkMkLst>
            <pc:docMk/>
            <pc:sldMk cId="611999202" sldId="258"/>
            <ac:inkMk id="2" creationId="{32329792-C9E4-D33F-13C5-409198A6DF20}"/>
          </ac:inkMkLst>
        </pc:inkChg>
        <pc:inkChg chg="add del">
          <ac:chgData name="하 승웅" userId="f9089b053ea938d5" providerId="LiveId" clId="{B1D711A2-17C8-46BD-92DA-7FB8FE78EDBC}" dt="2023-06-15T04:56:51.040" v="5" actId="9405"/>
          <ac:inkMkLst>
            <pc:docMk/>
            <pc:sldMk cId="611999202" sldId="258"/>
            <ac:inkMk id="3" creationId="{FEA37324-C9E6-07D3-0804-47319E496DAD}"/>
          </ac:inkMkLst>
        </pc:inkChg>
        <pc:inkChg chg="add del">
          <ac:chgData name="하 승웅" userId="f9089b053ea938d5" providerId="LiveId" clId="{B1D711A2-17C8-46BD-92DA-7FB8FE78EDBC}" dt="2023-06-15T04:56:53.262" v="7" actId="9405"/>
          <ac:inkMkLst>
            <pc:docMk/>
            <pc:sldMk cId="611999202" sldId="258"/>
            <ac:inkMk id="4" creationId="{DD1ABB8C-7A97-BC65-A3BC-33DC135485EE}"/>
          </ac:inkMkLst>
        </pc:inkChg>
        <pc:inkChg chg="add mod">
          <ac:chgData name="하 승웅" userId="f9089b053ea938d5" providerId="LiveId" clId="{B1D711A2-17C8-46BD-92DA-7FB8FE78EDBC}" dt="2023-06-15T04:56:59.204" v="16"/>
          <ac:inkMkLst>
            <pc:docMk/>
            <pc:sldMk cId="611999202" sldId="258"/>
            <ac:inkMk id="5" creationId="{CAD5FC2F-45C4-2D25-65A9-A1724A0487BC}"/>
          </ac:inkMkLst>
        </pc:inkChg>
        <pc:inkChg chg="add del mod">
          <ac:chgData name="하 승웅" userId="f9089b053ea938d5" providerId="LiveId" clId="{B1D711A2-17C8-46BD-92DA-7FB8FE78EDBC}" dt="2023-06-15T04:56:59.204" v="16"/>
          <ac:inkMkLst>
            <pc:docMk/>
            <pc:sldMk cId="611999202" sldId="258"/>
            <ac:inkMk id="6" creationId="{B356E142-A544-A7F1-B726-76B1640F84EE}"/>
          </ac:inkMkLst>
        </pc:inkChg>
        <pc:inkChg chg="add del">
          <ac:chgData name="하 승웅" userId="f9089b053ea938d5" providerId="LiveId" clId="{B1D711A2-17C8-46BD-92DA-7FB8FE78EDBC}" dt="2023-06-15T04:56:58.953" v="13" actId="9405"/>
          <ac:inkMkLst>
            <pc:docMk/>
            <pc:sldMk cId="611999202" sldId="258"/>
            <ac:inkMk id="10" creationId="{5BA6BBC7-475F-2D74-4BE4-684B57650B57}"/>
          </ac:inkMkLst>
        </pc:inkChg>
        <pc:inkChg chg="add del">
          <ac:chgData name="하 승웅" userId="f9089b053ea938d5" providerId="LiveId" clId="{B1D711A2-17C8-46BD-92DA-7FB8FE78EDBC}" dt="2023-06-15T04:56:58.784" v="12" actId="9405"/>
          <ac:inkMkLst>
            <pc:docMk/>
            <pc:sldMk cId="611999202" sldId="258"/>
            <ac:inkMk id="11" creationId="{2868B6F2-9624-65F6-2D77-F97237C99722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25" creationId="{C3CC611E-80D0-8D34-A492-F9DCCA792253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26" creationId="{6EE9336D-2260-8E8A-39E7-1B231E109A4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29" creationId="{068B1017-58FF-6AFB-B3E7-CA891A4C40EF}"/>
          </ac:inkMkLst>
        </pc:inkChg>
        <pc:inkChg chg="add del">
          <ac:chgData name="하 승웅" userId="f9089b053ea938d5" providerId="LiveId" clId="{B1D711A2-17C8-46BD-92DA-7FB8FE78EDBC}" dt="2023-06-15T04:57:03.048" v="23" actId="9405"/>
          <ac:inkMkLst>
            <pc:docMk/>
            <pc:sldMk cId="611999202" sldId="258"/>
            <ac:inkMk id="38" creationId="{2AB3B86D-F24B-7EAD-831E-7AC9E8E89154}"/>
          </ac:inkMkLst>
        </pc:inkChg>
        <pc:inkChg chg="add del">
          <ac:chgData name="하 승웅" userId="f9089b053ea938d5" providerId="LiveId" clId="{B1D711A2-17C8-46BD-92DA-7FB8FE78EDBC}" dt="2023-06-15T04:57:02.810" v="22" actId="9405"/>
          <ac:inkMkLst>
            <pc:docMk/>
            <pc:sldMk cId="611999202" sldId="258"/>
            <ac:inkMk id="39" creationId="{37C07115-7895-36D4-D24F-979A61976D97}"/>
          </ac:inkMkLst>
        </pc:inkChg>
        <pc:inkChg chg="add">
          <ac:chgData name="하 승웅" userId="f9089b053ea938d5" providerId="LiveId" clId="{B1D711A2-17C8-46BD-92DA-7FB8FE78EDBC}" dt="2023-06-15T04:57:04.113" v="24" actId="9405"/>
          <ac:inkMkLst>
            <pc:docMk/>
            <pc:sldMk cId="611999202" sldId="258"/>
            <ac:inkMk id="40" creationId="{8A9B02E9-6C86-3D7A-B0B1-7286EE8660EF}"/>
          </ac:inkMkLst>
        </pc:inkChg>
        <pc:inkChg chg="add">
          <ac:chgData name="하 승웅" userId="f9089b053ea938d5" providerId="LiveId" clId="{B1D711A2-17C8-46BD-92DA-7FB8FE78EDBC}" dt="2023-06-15T05:16:55.936" v="75" actId="9405"/>
          <ac:inkMkLst>
            <pc:docMk/>
            <pc:sldMk cId="611999202" sldId="258"/>
            <ac:inkMk id="42" creationId="{8DD5C6BB-12A1-A9E2-001D-DE3C81B40E0D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47" creationId="{19270D7C-CDF1-AA1D-C659-27EDCCDB28FB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55" creationId="{FD45CE60-2FD9-5385-3DD7-7D1331C2ABD1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56" creationId="{FBE98F11-96C5-CBE4-ECA9-27816EB5F2C1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58" creationId="{6029AF14-FD03-74C0-5336-0FC53C17FD78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60" creationId="{C30B3F14-BE80-E4D5-159B-D6A1B2D5C6C3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67" creationId="{976AA067-26E8-CA0B-948A-73E5B962C2EE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73" creationId="{49AA95FE-A026-741C-FA5B-FC2A0C0EB40A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74" creationId="{32954D1E-8429-B825-EC2E-ACC9519EB83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5" creationId="{F28C7E28-A0F1-D6FC-B9C8-5D5F1DF9FB3E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6" creationId="{3CB2892A-0930-28EC-63F3-D8886771CA8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7" creationId="{84E3380A-8A68-E990-64E1-79BBE6FB8C4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8" creationId="{78A377A3-8260-739C-5EED-8BC0E8EDA6A3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79" creationId="{7B5A7AAF-9DCB-F1AD-248A-AE71EFDC223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0" creationId="{E5B8E908-5EB2-CFAF-5FF4-C873DF13867D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1" creationId="{67C7B09B-94E2-8C8A-9BCD-4FC52FA399E9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2" creationId="{0F9585E9-1CEB-B378-A544-927EC34C5F2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3" creationId="{17D7EBD5-8712-87A0-96EE-1D762B9B2D6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4" creationId="{1FAC1B93-D8A0-272D-DB38-628CC04E62A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5" creationId="{8B78DC44-F6C8-0056-2107-D96A31692771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6" creationId="{F757E229-6BFB-4D0C-02BF-0C446AC213D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7" creationId="{902737B7-A40D-8D8F-A857-63DF8B076B5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8" creationId="{D73DB805-9C36-A7A0-28BE-B2BD01549A72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9" creationId="{1F80DCC0-643A-A03A-120E-E380AB1C862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0" creationId="{76177018-BEDB-DA45-851D-E2211738FA3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91" creationId="{3596A176-BAC8-1289-6F66-ED0C226BFC7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2" creationId="{12D10052-C6DA-A888-B6CC-4E4C5F925EE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3" creationId="{05260A3D-229A-90FC-05BC-ECF70F283E0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4" creationId="{1AC406CC-1112-19B9-CCA5-636C322F886B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5" creationId="{381EFF62-F626-EA16-6688-B981183618F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6" creationId="{6CB29AE4-BC55-CF82-D7DB-D732AF519A1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97" creationId="{514D3C16-5E3E-4A89-9030-54A6A9A4054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8" creationId="{97AC9C54-140A-C463-623C-DAB44523CF1E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9" creationId="{A4ECB4B3-3211-D3E8-6579-BD045C0132A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00" creationId="{99693814-F279-2F0E-DB79-F077FB47FCB6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01" creationId="{0E06DA62-F86E-AD1C-E389-237E51C203E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02" creationId="{F078D7A3-A3AB-00CD-B1E1-425BB7A79623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11" creationId="{660D0054-869E-E00C-A312-6218A0911FCB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2" creationId="{797B525A-11FF-AB8F-8463-7ABA03A9F16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3" creationId="{DFB65635-3C7C-EEA7-F1B2-116E976C675A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4" creationId="{E1604AA7-12EA-787A-04DD-0F7211C4BD85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5" creationId="{64225822-F14E-97E0-3FBF-4DB67833C522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6" creationId="{FE8161B1-D6E7-500E-6992-1C530CDC3601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7" creationId="{A373AB8B-D4AA-DDED-5992-43C3696847FD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8" creationId="{A9EB7300-ED68-A111-BC44-AA3736CD78A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9" creationId="{18BF13EF-9AAB-622F-6AF4-9E2644C9A86D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0" creationId="{066A7512-466B-B391-BE4C-F07FE5BCF900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22" creationId="{94C356C1-6E2E-D1F8-33B8-FD8A9EE4C8B8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3" creationId="{E652C40C-2CB5-3153-B570-2350CB20781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4" creationId="{CE507C10-BEB4-B39C-7987-FC10AACE95F6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5" creationId="{61E67D21-1F79-31E1-4D12-3BEDFDA5FEDA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6" creationId="{CBC6D15D-D96B-2D3A-A93D-74A791B46D4A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7" creationId="{0B635C10-3A0F-5755-5416-995ABC4CB455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28" creationId="{276D7B33-8F04-9E20-091F-9AE751B26E0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9" creationId="{F1D01841-0D66-4D3F-2BEA-6827C885237E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0" creationId="{55CB2455-CC18-C455-38B7-1D0C2359A330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1" creationId="{C647DF07-D5B3-28EC-2FEC-B862AA45AB08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2" creationId="{206A4B7D-69F3-F1A0-B349-5744405E44FA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3" creationId="{75DF5DA4-5657-0713-1D36-F8839ACF9B8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4" creationId="{B72DADE0-FC5D-5AEB-4568-9DA6CE3D334D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5" creationId="{9A9D24EA-AC71-E8C2-5A7D-F469BFDECD7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6" creationId="{C5978694-5497-DDB1-78A9-79F423C863E3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38" creationId="{7F445C43-4A0A-E111-5B42-12456925BB45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39" creationId="{3AF7094B-43DA-BBA2-AF38-5674A97F3EDA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0" creationId="{61BE2284-3ED6-6D2D-3051-ACF09B25DB9F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1" creationId="{37C0808F-96A5-0489-6FB4-AAE10EA6E498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2" creationId="{6D0217D9-3C25-8D43-704D-3AA7972A9231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3" creationId="{C79F9CAE-D2DF-779A-2AAC-C8C1BE70D8C7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5" creationId="{FB8587BC-CFE9-9224-252F-F6F2E17545F2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6" creationId="{6D1F6D23-8BD3-F720-2B6A-D54716595AE9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7" creationId="{02016FAD-8200-F320-B3D6-5148C63BCB69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49" creationId="{7B20DA33-C6E8-D602-467D-49559A49052D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50" creationId="{BDCC3EB5-B84F-EFC1-8C01-63B922E4E531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54" creationId="{087D2DAF-787C-F4C1-373F-56BEDA77C2C4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62" creationId="{83244D68-4D27-24F8-9C27-8BDF89C02D36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65" creationId="{22E8ADFF-2F97-D5BF-05C2-8284DE13350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2" creationId="{5272DA4B-B155-B7D0-CED5-A773F1A3788D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3" creationId="{62AB5E38-BCF4-6B52-D157-94569D400562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4" creationId="{7919000B-F6B1-8DA8-3F86-FD4A55E80E6B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75" creationId="{A940113D-F924-0292-54B4-40188E606831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77" creationId="{8E78544B-FBE2-02F5-29AF-5BBC216DD40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8" creationId="{96B7D04B-19B2-14E1-C439-722F725CA83D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79" creationId="{C7D3B7DD-2AB9-786C-F105-90C91DDC6279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83" creationId="{A755F0C4-FAB3-638C-A874-AE01283BC131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87" creationId="{BAC48FE0-FBA0-74DC-45EF-7680F572F34A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96" creationId="{17920040-9B6A-925F-91D9-645FE42DA595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05" creationId="{B32E1E01-E3F0-415C-26B2-40D12A446A1E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08" creationId="{79A16F4B-1BD0-3DD8-BE09-C5289A767D9A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17" creationId="{01BCC41C-6282-947E-AA54-3E93C303377B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18" creationId="{EA0AEB05-C47A-EFA9-8297-36B4E132EF65}"/>
          </ac:inkMkLst>
        </pc:inkChg>
        <pc:inkChg chg="add">
          <ac:chgData name="하 승웅" userId="f9089b053ea938d5" providerId="LiveId" clId="{B1D711A2-17C8-46BD-92DA-7FB8FE78EDBC}" dt="2023-06-15T05:19:57.830" v="151" actId="9405"/>
          <ac:inkMkLst>
            <pc:docMk/>
            <pc:sldMk cId="611999202" sldId="258"/>
            <ac:inkMk id="220" creationId="{5735F007-9149-1AA0-B286-1D7DFA0EDF5E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271" creationId="{957DBE31-370C-2EAD-9492-6D903F89D268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272" creationId="{513E3448-EF1D-2683-4FE6-2A0BBF3A9E52}"/>
          </ac:inkMkLst>
        </pc:inkChg>
      </pc:sldChg>
    </pc:docChg>
  </pc:docChgLst>
  <pc:docChgLst>
    <pc:chgData name="하 승웅" userId="f9089b053ea938d5" providerId="LiveId" clId="{C0D21F4F-1AEF-4899-94CC-895553E32EE9}"/>
    <pc:docChg chg="undo custSel modSld">
      <pc:chgData name="하 승웅" userId="f9089b053ea938d5" providerId="LiveId" clId="{C0D21F4F-1AEF-4899-94CC-895553E32EE9}" dt="2023-09-08T20:34:48.338" v="1882" actId="20577"/>
      <pc:docMkLst>
        <pc:docMk/>
      </pc:docMkLst>
      <pc:sldChg chg="addSp delSp modSp mod">
        <pc:chgData name="하 승웅" userId="f9089b053ea938d5" providerId="LiveId" clId="{C0D21F4F-1AEF-4899-94CC-895553E32EE9}" dt="2023-09-08T20:34:48.338" v="1882" actId="20577"/>
        <pc:sldMkLst>
          <pc:docMk/>
          <pc:sldMk cId="1990812192" sldId="260"/>
        </pc:sldMkLst>
        <pc:spChg chg="mod">
          <ac:chgData name="하 승웅" userId="f9089b053ea938d5" providerId="LiveId" clId="{C0D21F4F-1AEF-4899-94CC-895553E32EE9}" dt="2023-09-08T19:33:30.099" v="1583" actId="20577"/>
          <ac:spMkLst>
            <pc:docMk/>
            <pc:sldMk cId="1990812192" sldId="260"/>
            <ac:spMk id="2" creationId="{F1F0E058-F82B-E34D-C5FB-7B4EFDF64318}"/>
          </ac:spMkLst>
        </pc:spChg>
        <pc:spChg chg="mod">
          <ac:chgData name="하 승웅" userId="f9089b053ea938d5" providerId="LiveId" clId="{C0D21F4F-1AEF-4899-94CC-895553E32EE9}" dt="2023-09-08T20:05:34.866" v="1716" actId="20577"/>
          <ac:spMkLst>
            <pc:docMk/>
            <pc:sldMk cId="1990812192" sldId="260"/>
            <ac:spMk id="3" creationId="{67B18926-E707-C7B3-9D21-8BD64ACFBB68}"/>
          </ac:spMkLst>
        </pc:spChg>
        <pc:spChg chg="add mod">
          <ac:chgData name="하 승웅" userId="f9089b053ea938d5" providerId="LiveId" clId="{C0D21F4F-1AEF-4899-94CC-895553E32EE9}" dt="2023-09-08T19:58:57.922" v="1659" actId="1076"/>
          <ac:spMkLst>
            <pc:docMk/>
            <pc:sldMk cId="1990812192" sldId="260"/>
            <ac:spMk id="4" creationId="{5B0BE2E5-2209-7810-6B75-514596EDA79D}"/>
          </ac:spMkLst>
        </pc:spChg>
        <pc:spChg chg="mod">
          <ac:chgData name="하 승웅" userId="f9089b053ea938d5" providerId="LiveId" clId="{C0D21F4F-1AEF-4899-94CC-895553E32EE9}" dt="2023-09-08T19:33:35.178" v="1586" actId="20577"/>
          <ac:spMkLst>
            <pc:docMk/>
            <pc:sldMk cId="1990812192" sldId="260"/>
            <ac:spMk id="5" creationId="{49CFCAFE-BA29-EE6D-A607-32A40AD01458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6" creationId="{99BBB32C-FAA0-FFA6-F76E-704B253D57C6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7" creationId="{FB6FD684-61B6-19B8-1A2D-BA84106DBA02}"/>
          </ac:spMkLst>
        </pc:spChg>
        <pc:spChg chg="mod">
          <ac:chgData name="하 승웅" userId="f9089b053ea938d5" providerId="LiveId" clId="{C0D21F4F-1AEF-4899-94CC-895553E32EE9}" dt="2023-09-08T20:34:43.701" v="1880" actId="20577"/>
          <ac:spMkLst>
            <pc:docMk/>
            <pc:sldMk cId="1990812192" sldId="260"/>
            <ac:spMk id="8" creationId="{0502D44D-883F-31DF-49FA-A23DF31EED60}"/>
          </ac:spMkLst>
        </pc:spChg>
        <pc:spChg chg="del">
          <ac:chgData name="하 승웅" userId="f9089b053ea938d5" providerId="LiveId" clId="{C0D21F4F-1AEF-4899-94CC-895553E32EE9}" dt="2023-09-08T17:32:46.916" v="3" actId="478"/>
          <ac:spMkLst>
            <pc:docMk/>
            <pc:sldMk cId="1990812192" sldId="260"/>
            <ac:spMk id="9" creationId="{743CE094-5B8F-6429-A977-C2CBCA7150D1}"/>
          </ac:spMkLst>
        </pc:spChg>
        <pc:spChg chg="del mod">
          <ac:chgData name="하 승웅" userId="f9089b053ea938d5" providerId="LiveId" clId="{C0D21F4F-1AEF-4899-94CC-895553E32EE9}" dt="2023-09-08T17:48:14.128" v="597" actId="478"/>
          <ac:spMkLst>
            <pc:docMk/>
            <pc:sldMk cId="1990812192" sldId="260"/>
            <ac:spMk id="10" creationId="{11938604-9FD8-1CC9-5B2A-D175302A3119}"/>
          </ac:spMkLst>
        </pc:spChg>
        <pc:spChg chg="add del mod">
          <ac:chgData name="하 승웅" userId="f9089b053ea938d5" providerId="LiveId" clId="{C0D21F4F-1AEF-4899-94CC-895553E32EE9}" dt="2023-09-08T17:33:30.207" v="20"/>
          <ac:spMkLst>
            <pc:docMk/>
            <pc:sldMk cId="1990812192" sldId="260"/>
            <ac:spMk id="11" creationId="{5B3CC455-B260-350B-E89B-D1E1B5F5B849}"/>
          </ac:spMkLst>
        </pc:spChg>
        <pc:spChg chg="mod">
          <ac:chgData name="하 승웅" userId="f9089b053ea938d5" providerId="LiveId" clId="{C0D21F4F-1AEF-4899-94CC-895553E32EE9}" dt="2023-09-08T19:22:04.660" v="1147" actId="20577"/>
          <ac:spMkLst>
            <pc:docMk/>
            <pc:sldMk cId="1990812192" sldId="260"/>
            <ac:spMk id="12" creationId="{8FF866AB-3168-CB39-8299-36791F0504FB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4" creationId="{48AAEF07-5368-99E5-4B6A-219FFEB0CC39}"/>
          </ac:spMkLst>
        </pc:spChg>
        <pc:spChg chg="add mod">
          <ac:chgData name="하 승웅" userId="f9089b053ea938d5" providerId="LiveId" clId="{C0D21F4F-1AEF-4899-94CC-895553E32EE9}" dt="2023-09-08T19:24:35.654" v="1301" actId="1076"/>
          <ac:spMkLst>
            <pc:docMk/>
            <pc:sldMk cId="1990812192" sldId="260"/>
            <ac:spMk id="15" creationId="{5F29A7C5-D7F7-F4ED-24C4-30A2F1B1BEE8}"/>
          </ac:spMkLst>
        </pc:spChg>
        <pc:spChg chg="mod">
          <ac:chgData name="하 승웅" userId="f9089b053ea938d5" providerId="LiveId" clId="{C0D21F4F-1AEF-4899-94CC-895553E32EE9}" dt="2023-09-08T19:29:58.810" v="1498" actId="1076"/>
          <ac:spMkLst>
            <pc:docMk/>
            <pc:sldMk cId="1990812192" sldId="260"/>
            <ac:spMk id="16" creationId="{9279279C-1F46-7538-D766-5695E3472556}"/>
          </ac:spMkLst>
        </pc:spChg>
        <pc:spChg chg="mod">
          <ac:chgData name="하 승웅" userId="f9089b053ea938d5" providerId="LiveId" clId="{C0D21F4F-1AEF-4899-94CC-895553E32EE9}" dt="2023-09-08T19:33:24.604" v="1580" actId="20577"/>
          <ac:spMkLst>
            <pc:docMk/>
            <pc:sldMk cId="1990812192" sldId="260"/>
            <ac:spMk id="18" creationId="{C8E65061-B732-AFD3-3490-3FD7B05E9632}"/>
          </ac:spMkLst>
        </pc:spChg>
        <pc:spChg chg="mod">
          <ac:chgData name="하 승웅" userId="f9089b053ea938d5" providerId="LiveId" clId="{C0D21F4F-1AEF-4899-94CC-895553E32EE9}" dt="2023-09-08T19:29:37.390" v="1491" actId="1076"/>
          <ac:spMkLst>
            <pc:docMk/>
            <pc:sldMk cId="1990812192" sldId="260"/>
            <ac:spMk id="20" creationId="{26B90303-0B53-18BE-E9A4-3B1E74C650AA}"/>
          </ac:spMkLst>
        </pc:spChg>
        <pc:spChg chg="del mod">
          <ac:chgData name="하 승웅" userId="f9089b053ea938d5" providerId="LiveId" clId="{C0D21F4F-1AEF-4899-94CC-895553E32EE9}" dt="2023-09-08T20:05:36.779" v="1717" actId="478"/>
          <ac:spMkLst>
            <pc:docMk/>
            <pc:sldMk cId="1990812192" sldId="260"/>
            <ac:spMk id="21" creationId="{882DCC42-CBC0-2C7A-54CC-974AD2520F53}"/>
          </ac:spMkLst>
        </pc:spChg>
        <pc:spChg chg="mod">
          <ac:chgData name="하 승웅" userId="f9089b053ea938d5" providerId="LiveId" clId="{C0D21F4F-1AEF-4899-94CC-895553E32EE9}" dt="2023-09-08T19:33:13.268" v="1570" actId="20577"/>
          <ac:spMkLst>
            <pc:docMk/>
            <pc:sldMk cId="1990812192" sldId="260"/>
            <ac:spMk id="23" creationId="{78E7B0FE-ACC1-4FF7-1B92-CFFA46B70BAE}"/>
          </ac:spMkLst>
        </pc:spChg>
        <pc:spChg chg="del">
          <ac:chgData name="하 승웅" userId="f9089b053ea938d5" providerId="LiveId" clId="{C0D21F4F-1AEF-4899-94CC-895553E32EE9}" dt="2023-09-08T17:32:31.498" v="0" actId="478"/>
          <ac:spMkLst>
            <pc:docMk/>
            <pc:sldMk cId="1990812192" sldId="260"/>
            <ac:spMk id="29" creationId="{83FA670C-3F18-30D7-212C-C749B0F7119D}"/>
          </ac:spMkLst>
        </pc:spChg>
        <pc:spChg chg="add mod">
          <ac:chgData name="하 승웅" userId="f9089b053ea938d5" providerId="LiveId" clId="{C0D21F4F-1AEF-4899-94CC-895553E32EE9}" dt="2023-09-08T19:24:49.099" v="1303" actId="1076"/>
          <ac:spMkLst>
            <pc:docMk/>
            <pc:sldMk cId="1990812192" sldId="260"/>
            <ac:spMk id="32" creationId="{2CC106AD-8E4B-C6AB-F2FD-11ADBC88A3F8}"/>
          </ac:spMkLst>
        </pc:spChg>
        <pc:spChg chg="add mod">
          <ac:chgData name="하 승웅" userId="f9089b053ea938d5" providerId="LiveId" clId="{C0D21F4F-1AEF-4899-94CC-895553E32EE9}" dt="2023-09-08T19:24:49.099" v="1303" actId="1076"/>
          <ac:spMkLst>
            <pc:docMk/>
            <pc:sldMk cId="1990812192" sldId="260"/>
            <ac:spMk id="34" creationId="{7DB8FDAA-2CCA-D87A-AE18-B97981975AB4}"/>
          </ac:spMkLst>
        </pc:spChg>
        <pc:spChg chg="add mod">
          <ac:chgData name="하 승웅" userId="f9089b053ea938d5" providerId="LiveId" clId="{C0D21F4F-1AEF-4899-94CC-895553E32EE9}" dt="2023-09-08T19:24:49.099" v="1303" actId="1076"/>
          <ac:spMkLst>
            <pc:docMk/>
            <pc:sldMk cId="1990812192" sldId="260"/>
            <ac:spMk id="36" creationId="{CDAC8E9E-A981-F9E4-EBC5-868592029E9A}"/>
          </ac:spMkLst>
        </pc:spChg>
        <pc:spChg chg="add mod">
          <ac:chgData name="하 승웅" userId="f9089b053ea938d5" providerId="LiveId" clId="{C0D21F4F-1AEF-4899-94CC-895553E32EE9}" dt="2023-09-08T20:34:48.338" v="1882" actId="20577"/>
          <ac:spMkLst>
            <pc:docMk/>
            <pc:sldMk cId="1990812192" sldId="260"/>
            <ac:spMk id="37" creationId="{8DACC5D2-4498-2296-7B06-8EDBFC700014}"/>
          </ac:spMkLst>
        </pc:spChg>
        <pc:spChg chg="mod">
          <ac:chgData name="하 승웅" userId="f9089b053ea938d5" providerId="LiveId" clId="{C0D21F4F-1AEF-4899-94CC-895553E32EE9}" dt="2023-09-08T19:27:02.147" v="1378" actId="20577"/>
          <ac:spMkLst>
            <pc:docMk/>
            <pc:sldMk cId="1990812192" sldId="260"/>
            <ac:spMk id="47" creationId="{E9D017B4-B5D3-A1CC-1322-D60ACB11D32E}"/>
          </ac:spMkLst>
        </pc:spChg>
        <pc:spChg chg="mod">
          <ac:chgData name="하 승웅" userId="f9089b053ea938d5" providerId="LiveId" clId="{C0D21F4F-1AEF-4899-94CC-895553E32EE9}" dt="2023-09-08T19:27:05.957" v="1385" actId="20577"/>
          <ac:spMkLst>
            <pc:docMk/>
            <pc:sldMk cId="1990812192" sldId="260"/>
            <ac:spMk id="48" creationId="{E0868C25-DEF0-DE3F-8413-2EC1BA00B86B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75" creationId="{16890CCC-3AB1-6DB2-3457-C9E0D1B0E43B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76" creationId="{4BEB773B-F752-4DA3-5707-5D5D8142632D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77" creationId="{5DE36840-14B2-68F9-E41A-037C7D4E99DF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78" creationId="{2922B32E-08E3-5D62-E62C-98BA09B71B4F}"/>
          </ac:spMkLst>
        </pc:spChg>
        <pc:spChg chg="mod">
          <ac:chgData name="하 승웅" userId="f9089b053ea938d5" providerId="LiveId" clId="{C0D21F4F-1AEF-4899-94CC-895553E32EE9}" dt="2023-09-08T19:29:44.710" v="1493" actId="1076"/>
          <ac:spMkLst>
            <pc:docMk/>
            <pc:sldMk cId="1990812192" sldId="260"/>
            <ac:spMk id="79" creationId="{9C766AC5-A925-657F-9E5E-4DE29D7D67D9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80" creationId="{DFDA8351-6E26-B839-6636-43B2B5054681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81" creationId="{DF067161-C688-11E0-5A1A-14F3D07E79DD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82" creationId="{2EC7A63D-A0AD-9A22-311C-863F037B0CD2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83" creationId="{43C2D2FD-C030-8077-C94D-974B0CC1CB2B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84" creationId="{44E36D5A-E280-E2B8-C6C2-E9A158132F87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90" creationId="{FE1EE431-359E-76D7-9F58-AD1113D7CE0C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95" creationId="{0F7DF099-5E39-E413-2108-539156D89C15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96" creationId="{DF9745F7-A092-D569-EFC6-D7CBDF4B8BA6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97" creationId="{983666E1-8203-72BB-A623-2D3606699A31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98" creationId="{02426819-7CF5-4A99-E5EB-2C7CB7C55EAC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99" creationId="{15D7EE0B-BB43-BF00-83B1-17B20927F1DF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0" creationId="{1F0EFEB7-511B-E5C8-3104-D94ABE058DAF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1" creationId="{1994EB39-E5CF-1990-3D9F-B1565F824A70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2" creationId="{4C53AF7C-9572-B94B-AA5C-4301D96D251E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3" creationId="{49C78B53-8A57-B8FB-529F-84FC8B86BF59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4" creationId="{1875E357-5939-89F6-66B4-C06380823EC2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5" creationId="{1352283C-5504-C55D-2D7B-5EA23FED53B0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6" creationId="{5B81EA6F-5D4F-8382-3602-AA4DD35D7725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7" creationId="{DF61B449-C519-2142-F552-3C068E60D1D3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8" creationId="{B8371761-6E8D-3EF9-3046-BE268FB90822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09" creationId="{7B13077B-521A-9486-586B-C3553006ED4F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14" creationId="{7142E4A9-CAF8-9F76-19FD-1C3B1575F6DA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15" creationId="{0E132080-5691-9491-E4BE-FDFF3C067B9B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16" creationId="{A6F7D513-7E8C-3DD0-EDDF-4090E4852DF0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17" creationId="{847185A3-9CB1-4CA8-CD1D-8765E0486689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18" creationId="{E25F6966-8A19-EFD6-A235-BEAB40666E23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19" creationId="{AD8FF88E-1C7D-0F9F-5DF0-45E902227CBB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0" creationId="{FC340BD2-7A10-98F4-FB4C-CB37E2F893E9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1" creationId="{4D989561-528A-C8B2-3AFE-2CA2A681D9D8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2" creationId="{AA94FE50-9B9B-26DB-392F-BE25C4592834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3" creationId="{DAAD8297-B26C-654B-6029-2A2F75FDA7BD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4" creationId="{45988FC3-BCF8-727D-C288-334C5B309845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5" creationId="{94D0CF41-1378-B694-054D-411DC43550D0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6" creationId="{842E185E-56EA-A3C8-CAB0-5979DA6C839C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8" creationId="{5AE5C3DB-4F20-CED6-8418-053BF5571CAE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29" creationId="{B9512AE7-3D76-72C3-DD31-6114A516A5A7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30" creationId="{0FA72858-8DB7-9531-6671-3EE42744B1BD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31" creationId="{1610AB90-5838-D34A-0A9C-877EE22262D8}"/>
          </ac:spMkLst>
        </pc:spChg>
        <pc:spChg chg="mod">
          <ac:chgData name="하 승웅" userId="f9089b053ea938d5" providerId="LiveId" clId="{C0D21F4F-1AEF-4899-94CC-895553E32EE9}" dt="2023-09-08T19:13:27.411" v="1062" actId="20577"/>
          <ac:spMkLst>
            <pc:docMk/>
            <pc:sldMk cId="1990812192" sldId="260"/>
            <ac:spMk id="132" creationId="{53523F0A-6C68-4612-001C-F2EDF5141409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41" creationId="{EEBA084C-9164-7A3B-50FA-171C761F6F1E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42" creationId="{ED2CBDFC-B8BD-4F83-569F-7AD27E3AF977}"/>
          </ac:spMkLst>
        </pc:spChg>
        <pc:spChg chg="mod">
          <ac:chgData name="하 승웅" userId="f9089b053ea938d5" providerId="LiveId" clId="{C0D21F4F-1AEF-4899-94CC-895553E32EE9}" dt="2023-09-08T19:13:47.592" v="1070" actId="20577"/>
          <ac:spMkLst>
            <pc:docMk/>
            <pc:sldMk cId="1990812192" sldId="260"/>
            <ac:spMk id="146" creationId="{3E824D89-719B-0FC1-6722-05324888209F}"/>
          </ac:spMkLst>
        </pc:spChg>
        <pc:spChg chg="mod">
          <ac:chgData name="하 승웅" userId="f9089b053ea938d5" providerId="LiveId" clId="{C0D21F4F-1AEF-4899-94CC-895553E32EE9}" dt="2023-09-08T19:24:28.409" v="1300" actId="1076"/>
          <ac:spMkLst>
            <pc:docMk/>
            <pc:sldMk cId="1990812192" sldId="260"/>
            <ac:spMk id="147" creationId="{690DB8D5-7D79-4323-AE90-875D3DD36EE2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48" creationId="{373D58FB-A53F-B90B-B23E-2E211BB73FB4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49" creationId="{F23A85D5-9E0A-0501-D290-0B87FDE2AA53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50" creationId="{049F0D94-528D-4CE2-0CAE-5B6AA6C655DF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51" creationId="{E5AC36E2-94B2-73D6-3AFD-DF76566A3866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52" creationId="{DC5517EA-6A08-29CB-859F-AC332D96A8EB}"/>
          </ac:spMkLst>
        </pc:spChg>
        <pc:spChg chg="del mod">
          <ac:chgData name="하 승웅" userId="f9089b053ea938d5" providerId="LiveId" clId="{C0D21F4F-1AEF-4899-94CC-895553E32EE9}" dt="2023-09-08T17:33:10.055" v="5" actId="478"/>
          <ac:spMkLst>
            <pc:docMk/>
            <pc:sldMk cId="1990812192" sldId="260"/>
            <ac:spMk id="153" creationId="{C0E8048A-9558-DA5F-6483-A26A0A522FDA}"/>
          </ac:spMkLst>
        </pc:spChg>
        <pc:spChg chg="mod">
          <ac:chgData name="하 승웅" userId="f9089b053ea938d5" providerId="LiveId" clId="{C0D21F4F-1AEF-4899-94CC-895553E32EE9}" dt="2023-09-08T19:24:49.099" v="1303" actId="1076"/>
          <ac:spMkLst>
            <pc:docMk/>
            <pc:sldMk cId="1990812192" sldId="260"/>
            <ac:spMk id="162" creationId="{BC7ED2DA-61AA-231C-FAB5-B8CD9F2EC663}"/>
          </ac:spMkLst>
        </pc:spChg>
        <pc:spChg chg="mod">
          <ac:chgData name="하 승웅" userId="f9089b053ea938d5" providerId="LiveId" clId="{C0D21F4F-1AEF-4899-94CC-895553E32EE9}" dt="2023-09-08T19:24:49.099" v="1303" actId="1076"/>
          <ac:spMkLst>
            <pc:docMk/>
            <pc:sldMk cId="1990812192" sldId="260"/>
            <ac:spMk id="163" creationId="{71302058-F734-44EC-30BE-B89778CA02DB}"/>
          </ac:spMkLst>
        </pc:spChg>
        <pc:spChg chg="mod">
          <ac:chgData name="하 승웅" userId="f9089b053ea938d5" providerId="LiveId" clId="{C0D21F4F-1AEF-4899-94CC-895553E32EE9}" dt="2023-09-08T19:24:49.099" v="1303" actId="1076"/>
          <ac:spMkLst>
            <pc:docMk/>
            <pc:sldMk cId="1990812192" sldId="260"/>
            <ac:spMk id="164" creationId="{D653A247-DBEC-665B-AA28-6C8C945B0152}"/>
          </ac:spMkLst>
        </pc:spChg>
        <pc:spChg chg="mod">
          <ac:chgData name="하 승웅" userId="f9089b053ea938d5" providerId="LiveId" clId="{C0D21F4F-1AEF-4899-94CC-895553E32EE9}" dt="2023-09-08T19:12:49.674" v="1042" actId="1076"/>
          <ac:spMkLst>
            <pc:docMk/>
            <pc:sldMk cId="1990812192" sldId="260"/>
            <ac:spMk id="183" creationId="{C6BC361F-5679-AF4B-2034-8B28CE991510}"/>
          </ac:spMkLst>
        </pc:spChg>
        <pc:cxnChg chg="add mod">
          <ac:chgData name="하 승웅" userId="f9089b053ea938d5" providerId="LiveId" clId="{C0D21F4F-1AEF-4899-94CC-895553E32EE9}" dt="2023-09-08T19:30:40.575" v="1505" actId="13822"/>
          <ac:cxnSpMkLst>
            <pc:docMk/>
            <pc:sldMk cId="1990812192" sldId="260"/>
            <ac:cxnSpMk id="39" creationId="{C6171346-F228-4978-7607-A260957DEB3B}"/>
          </ac:cxnSpMkLst>
        </pc:cxnChg>
        <pc:cxnChg chg="add mod">
          <ac:chgData name="하 승웅" userId="f9089b053ea938d5" providerId="LiveId" clId="{C0D21F4F-1AEF-4899-94CC-895553E32EE9}" dt="2023-09-08T19:31:21.590" v="1526" actId="1582"/>
          <ac:cxnSpMkLst>
            <pc:docMk/>
            <pc:sldMk cId="1990812192" sldId="260"/>
            <ac:cxnSpMk id="41" creationId="{6B0BB905-7E51-0FA0-6F1D-4690E824E1A6}"/>
          </ac:cxnSpMkLst>
        </pc:cxnChg>
        <pc:cxnChg chg="add mod">
          <ac:chgData name="하 승웅" userId="f9089b053ea938d5" providerId="LiveId" clId="{C0D21F4F-1AEF-4899-94CC-895553E32EE9}" dt="2023-09-08T19:31:26.145" v="1527" actId="1582"/>
          <ac:cxnSpMkLst>
            <pc:docMk/>
            <pc:sldMk cId="1990812192" sldId="260"/>
            <ac:cxnSpMk id="44" creationId="{A923842B-C2EA-2540-3F79-2D4D00091EDC}"/>
          </ac:cxnSpMkLst>
        </pc:cxnChg>
        <pc:cxnChg chg="add mod">
          <ac:chgData name="하 승웅" userId="f9089b053ea938d5" providerId="LiveId" clId="{C0D21F4F-1AEF-4899-94CC-895553E32EE9}" dt="2023-09-08T19:30:54.445" v="1516" actId="14100"/>
          <ac:cxnSpMkLst>
            <pc:docMk/>
            <pc:sldMk cId="1990812192" sldId="260"/>
            <ac:cxnSpMk id="49" creationId="{3A58CF3D-B152-6349-279E-2875CE0BBFA5}"/>
          </ac:cxnSpMkLst>
        </pc:cxnChg>
        <pc:cxnChg chg="add mod">
          <ac:chgData name="하 승웅" userId="f9089b053ea938d5" providerId="LiveId" clId="{C0D21F4F-1AEF-4899-94CC-895553E32EE9}" dt="2023-09-08T19:30:59.640" v="1519" actId="14100"/>
          <ac:cxnSpMkLst>
            <pc:docMk/>
            <pc:sldMk cId="1990812192" sldId="260"/>
            <ac:cxnSpMk id="52" creationId="{A3081BD3-57A8-4E53-CCEE-221184D5E88A}"/>
          </ac:cxnSpMkLst>
        </pc:cxnChg>
        <pc:cxnChg chg="add mod">
          <ac:chgData name="하 승웅" userId="f9089b053ea938d5" providerId="LiveId" clId="{C0D21F4F-1AEF-4899-94CC-895553E32EE9}" dt="2023-09-08T19:32:03.803" v="1545" actId="1582"/>
          <ac:cxnSpMkLst>
            <pc:docMk/>
            <pc:sldMk cId="1990812192" sldId="260"/>
            <ac:cxnSpMk id="57" creationId="{053BD79F-D7BC-C1FB-3B54-75E529C3EA45}"/>
          </ac:cxnSpMkLst>
        </pc:cxnChg>
        <pc:cxnChg chg="add mod">
          <ac:chgData name="하 승웅" userId="f9089b053ea938d5" providerId="LiveId" clId="{C0D21F4F-1AEF-4899-94CC-895553E32EE9}" dt="2023-09-08T19:31:32.524" v="1530" actId="14100"/>
          <ac:cxnSpMkLst>
            <pc:docMk/>
            <pc:sldMk cId="1990812192" sldId="260"/>
            <ac:cxnSpMk id="60" creationId="{2E734A6C-FF4B-89A4-8342-F6D88ED42C23}"/>
          </ac:cxnSpMkLst>
        </pc:cxnChg>
        <pc:cxnChg chg="add mod">
          <ac:chgData name="하 승웅" userId="f9089b053ea938d5" providerId="LiveId" clId="{C0D21F4F-1AEF-4899-94CC-895553E32EE9}" dt="2023-09-08T19:32:16.139" v="1548" actId="1582"/>
          <ac:cxnSpMkLst>
            <pc:docMk/>
            <pc:sldMk cId="1990812192" sldId="260"/>
            <ac:cxnSpMk id="63" creationId="{1ADF04A6-23B2-F3C6-51C2-0D9C063038D2}"/>
          </ac:cxnSpMkLst>
        </pc:cxnChg>
        <pc:cxnChg chg="add mod">
          <ac:chgData name="하 승웅" userId="f9089b053ea938d5" providerId="LiveId" clId="{C0D21F4F-1AEF-4899-94CC-895553E32EE9}" dt="2023-09-08T19:31:59.212" v="1544" actId="14100"/>
          <ac:cxnSpMkLst>
            <pc:docMk/>
            <pc:sldMk cId="1990812192" sldId="260"/>
            <ac:cxnSpMk id="66" creationId="{1BD2C6C7-DF5E-762D-96F8-927A610D0174}"/>
          </ac:cxnSpMkLst>
        </pc:cxnChg>
        <pc:cxnChg chg="add mod">
          <ac:chgData name="하 승웅" userId="f9089b053ea938d5" providerId="LiveId" clId="{C0D21F4F-1AEF-4899-94CC-895553E32EE9}" dt="2023-09-08T19:31:48.944" v="1539" actId="14100"/>
          <ac:cxnSpMkLst>
            <pc:docMk/>
            <pc:sldMk cId="1990812192" sldId="260"/>
            <ac:cxnSpMk id="69" creationId="{7079B5DF-FE90-EBC6-F88D-AB009B032481}"/>
          </ac:cxnSpMkLst>
        </pc:cxnChg>
        <pc:cxnChg chg="add mod">
          <ac:chgData name="하 승웅" userId="f9089b053ea938d5" providerId="LiveId" clId="{C0D21F4F-1AEF-4899-94CC-895553E32EE9}" dt="2023-09-08T19:32:07.532" v="1546" actId="1582"/>
          <ac:cxnSpMkLst>
            <pc:docMk/>
            <pc:sldMk cId="1990812192" sldId="260"/>
            <ac:cxnSpMk id="72" creationId="{DA102F6E-D8D4-19B8-7619-5B1B8025BD0C}"/>
          </ac:cxnSpMkLst>
        </pc:cxnChg>
        <pc:cxnChg chg="add mod">
          <ac:chgData name="하 승웅" userId="f9089b053ea938d5" providerId="LiveId" clId="{C0D21F4F-1AEF-4899-94CC-895553E32EE9}" dt="2023-09-08T19:32:26.261" v="1552" actId="14100"/>
          <ac:cxnSpMkLst>
            <pc:docMk/>
            <pc:sldMk cId="1990812192" sldId="260"/>
            <ac:cxnSpMk id="87" creationId="{5A0970F2-8C6E-34C6-11A6-72DAF5E6C006}"/>
          </ac:cxnSpMkLst>
        </pc:cxnChg>
        <pc:cxnChg chg="add mod">
          <ac:chgData name="하 승웅" userId="f9089b053ea938d5" providerId="LiveId" clId="{C0D21F4F-1AEF-4899-94CC-895553E32EE9}" dt="2023-09-08T19:32:30.937" v="1555" actId="14100"/>
          <ac:cxnSpMkLst>
            <pc:docMk/>
            <pc:sldMk cId="1990812192" sldId="260"/>
            <ac:cxnSpMk id="92" creationId="{C4B07B4D-DBFA-2039-E648-4200CC3EA759}"/>
          </ac:cxnSpMkLst>
        </pc:cxnChg>
        <pc:cxnChg chg="add mod">
          <ac:chgData name="하 승웅" userId="f9089b053ea938d5" providerId="LiveId" clId="{C0D21F4F-1AEF-4899-94CC-895553E32EE9}" dt="2023-09-08T19:32:34.520" v="1558" actId="14100"/>
          <ac:cxnSpMkLst>
            <pc:docMk/>
            <pc:sldMk cId="1990812192" sldId="260"/>
            <ac:cxnSpMk id="110" creationId="{EF4CB89A-A8E7-2D7C-83B7-A3083808BC0F}"/>
          </ac:cxnSpMkLst>
        </pc:cxnChg>
        <pc:cxnChg chg="mod">
          <ac:chgData name="하 승웅" userId="f9089b053ea938d5" providerId="LiveId" clId="{C0D21F4F-1AEF-4899-94CC-895553E32EE9}" dt="2023-09-08T19:12:49.674" v="1042" actId="1076"/>
          <ac:cxnSpMkLst>
            <pc:docMk/>
            <pc:sldMk cId="1990812192" sldId="260"/>
            <ac:cxnSpMk id="111" creationId="{84806DFA-8FAC-10FD-1F10-C4714876CAEB}"/>
          </ac:cxnSpMkLst>
        </pc:cxnChg>
        <pc:cxnChg chg="add mod">
          <ac:chgData name="하 승웅" userId="f9089b053ea938d5" providerId="LiveId" clId="{C0D21F4F-1AEF-4899-94CC-895553E32EE9}" dt="2023-09-08T19:32:38.322" v="1561" actId="14100"/>
          <ac:cxnSpMkLst>
            <pc:docMk/>
            <pc:sldMk cId="1990812192" sldId="260"/>
            <ac:cxnSpMk id="127" creationId="{A5249615-5D08-8786-5E6E-BB02F4344EF6}"/>
          </ac:cxnSpMkLst>
        </pc:cxnChg>
        <pc:cxnChg chg="mod">
          <ac:chgData name="하 승웅" userId="f9089b053ea938d5" providerId="LiveId" clId="{C0D21F4F-1AEF-4899-94CC-895553E32EE9}" dt="2023-09-08T19:12:49.674" v="1042" actId="1076"/>
          <ac:cxnSpMkLst>
            <pc:docMk/>
            <pc:sldMk cId="1990812192" sldId="260"/>
            <ac:cxnSpMk id="135" creationId="{4CFCDE48-F384-3B97-A3DD-A2B4C648A970}"/>
          </ac:cxnSpMkLst>
        </pc:cxnChg>
        <pc:cxnChg chg="mod">
          <ac:chgData name="하 승웅" userId="f9089b053ea938d5" providerId="LiveId" clId="{C0D21F4F-1AEF-4899-94CC-895553E32EE9}" dt="2023-09-08T19:12:49.674" v="1042" actId="1076"/>
          <ac:cxnSpMkLst>
            <pc:docMk/>
            <pc:sldMk cId="1990812192" sldId="260"/>
            <ac:cxnSpMk id="137" creationId="{DB41038D-3911-161C-DA14-E5CD13FFE713}"/>
          </ac:cxnSpMkLst>
        </pc:cxnChg>
        <pc:cxnChg chg="mod">
          <ac:chgData name="하 승웅" userId="f9089b053ea938d5" providerId="LiveId" clId="{C0D21F4F-1AEF-4899-94CC-895553E32EE9}" dt="2023-09-08T19:12:49.674" v="1042" actId="1076"/>
          <ac:cxnSpMkLst>
            <pc:docMk/>
            <pc:sldMk cId="1990812192" sldId="260"/>
            <ac:cxnSpMk id="143" creationId="{5EC68208-783D-6465-12A4-87045E369E2D}"/>
          </ac:cxnSpMkLst>
        </pc:cxnChg>
        <pc:cxnChg chg="del mod">
          <ac:chgData name="하 승웅" userId="f9089b053ea938d5" providerId="LiveId" clId="{C0D21F4F-1AEF-4899-94CC-895553E32EE9}" dt="2023-09-08T19:13:02.575" v="1047" actId="478"/>
          <ac:cxnSpMkLst>
            <pc:docMk/>
            <pc:sldMk cId="1990812192" sldId="260"/>
            <ac:cxnSpMk id="168" creationId="{B35FFFD7-81CC-472E-8717-29D07E6AA0B6}"/>
          </ac:cxnSpMkLst>
        </pc:cxnChg>
        <pc:cxnChg chg="del mod">
          <ac:chgData name="하 승웅" userId="f9089b053ea938d5" providerId="LiveId" clId="{C0D21F4F-1AEF-4899-94CC-895553E32EE9}" dt="2023-09-08T19:13:01.225" v="1046" actId="478"/>
          <ac:cxnSpMkLst>
            <pc:docMk/>
            <pc:sldMk cId="1990812192" sldId="260"/>
            <ac:cxnSpMk id="174" creationId="{0FF19B34-0AEE-863C-6E7A-8DD5BC6A1D29}"/>
          </ac:cxnSpMkLst>
        </pc:cxnChg>
        <pc:cxnChg chg="del mod">
          <ac:chgData name="하 승웅" userId="f9089b053ea938d5" providerId="LiveId" clId="{C0D21F4F-1AEF-4899-94CC-895553E32EE9}" dt="2023-09-08T19:12:57.899" v="1044" actId="478"/>
          <ac:cxnSpMkLst>
            <pc:docMk/>
            <pc:sldMk cId="1990812192" sldId="260"/>
            <ac:cxnSpMk id="178" creationId="{25DD39BB-02F9-530B-3E51-B2ADE0434F2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16983"/>
            <a:ext cx="10363200" cy="3014345"/>
          </a:xfrm>
        </p:spPr>
        <p:txBody>
          <a:bodyPr anchor="b"/>
          <a:lstStyle>
            <a:lvl1pPr algn="ctr">
              <a:defRPr sz="7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47573"/>
            <a:ext cx="9144000" cy="2090400"/>
          </a:xfrm>
        </p:spPr>
        <p:txBody>
          <a:bodyPr/>
          <a:lstStyle>
            <a:lvl1pPr marL="0" indent="0" algn="ctr">
              <a:buNone/>
              <a:defRPr sz="3030"/>
            </a:lvl1pPr>
            <a:lvl2pPr marL="577215" indent="0" algn="ctr">
              <a:buNone/>
              <a:defRPr sz="2525"/>
            </a:lvl2pPr>
            <a:lvl3pPr marL="1154430" indent="0" algn="ctr">
              <a:buNone/>
              <a:defRPr sz="2273"/>
            </a:lvl3pPr>
            <a:lvl4pPr marL="1731645" indent="0" algn="ctr">
              <a:buNone/>
              <a:defRPr sz="2020"/>
            </a:lvl4pPr>
            <a:lvl5pPr marL="2308860" indent="0" algn="ctr">
              <a:buNone/>
              <a:defRPr sz="2020"/>
            </a:lvl5pPr>
            <a:lvl6pPr marL="2886075" indent="0" algn="ctr">
              <a:buNone/>
              <a:defRPr sz="2020"/>
            </a:lvl6pPr>
            <a:lvl7pPr marL="3463290" indent="0" algn="ctr">
              <a:buNone/>
              <a:defRPr sz="2020"/>
            </a:lvl7pPr>
            <a:lvl8pPr marL="4040505" indent="0" algn="ctr">
              <a:buNone/>
              <a:defRPr sz="2020"/>
            </a:lvl8pPr>
            <a:lvl9pPr marL="4617720" indent="0" algn="ctr">
              <a:buNone/>
              <a:defRPr sz="20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8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27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158546"/>
            <a:ext cx="10515600" cy="3601580"/>
          </a:xfrm>
        </p:spPr>
        <p:txBody>
          <a:bodyPr anchor="b"/>
          <a:lstStyle>
            <a:lvl1pPr>
              <a:defRPr sz="7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794199"/>
            <a:ext cx="10515600" cy="1893986"/>
          </a:xfrm>
        </p:spPr>
        <p:txBody>
          <a:bodyPr/>
          <a:lstStyle>
            <a:lvl1pPr marL="0" indent="0">
              <a:buNone/>
              <a:defRPr sz="3030">
                <a:solidFill>
                  <a:schemeClr val="tx1"/>
                </a:solidFill>
              </a:defRPr>
            </a:lvl1pPr>
            <a:lvl2pPr marL="577215" indent="0">
              <a:buNone/>
              <a:defRPr sz="2525">
                <a:solidFill>
                  <a:schemeClr val="tx1">
                    <a:tint val="75000"/>
                  </a:schemeClr>
                </a:solidFill>
              </a:defRPr>
            </a:lvl2pPr>
            <a:lvl3pPr marL="1154430" indent="0">
              <a:buNone/>
              <a:defRPr sz="2273">
                <a:solidFill>
                  <a:schemeClr val="tx1">
                    <a:tint val="75000"/>
                  </a:schemeClr>
                </a:solidFill>
              </a:defRPr>
            </a:lvl3pPr>
            <a:lvl4pPr marL="1731645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4pPr>
            <a:lvl5pPr marL="2308860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5pPr>
            <a:lvl6pPr marL="2886075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6pPr>
            <a:lvl7pPr marL="3463290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7pPr>
            <a:lvl8pPr marL="4040505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8pPr>
            <a:lvl9pPr marL="4617720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70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04852"/>
            <a:ext cx="5181600" cy="54935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04852"/>
            <a:ext cx="5181600" cy="54935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49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60972"/>
            <a:ext cx="10515600" cy="167352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122468"/>
            <a:ext cx="5157787" cy="1040189"/>
          </a:xfrm>
        </p:spPr>
        <p:txBody>
          <a:bodyPr anchor="b"/>
          <a:lstStyle>
            <a:lvl1pPr marL="0" indent="0">
              <a:buNone/>
              <a:defRPr sz="3030" b="1"/>
            </a:lvl1pPr>
            <a:lvl2pPr marL="577215" indent="0">
              <a:buNone/>
              <a:defRPr sz="2525" b="1"/>
            </a:lvl2pPr>
            <a:lvl3pPr marL="1154430" indent="0">
              <a:buNone/>
              <a:defRPr sz="2273" b="1"/>
            </a:lvl3pPr>
            <a:lvl4pPr marL="1731645" indent="0">
              <a:buNone/>
              <a:defRPr sz="2020" b="1"/>
            </a:lvl4pPr>
            <a:lvl5pPr marL="2308860" indent="0">
              <a:buNone/>
              <a:defRPr sz="2020" b="1"/>
            </a:lvl5pPr>
            <a:lvl6pPr marL="2886075" indent="0">
              <a:buNone/>
              <a:defRPr sz="2020" b="1"/>
            </a:lvl6pPr>
            <a:lvl7pPr marL="3463290" indent="0">
              <a:buNone/>
              <a:defRPr sz="2020" b="1"/>
            </a:lvl7pPr>
            <a:lvl8pPr marL="4040505" indent="0">
              <a:buNone/>
              <a:defRPr sz="2020" b="1"/>
            </a:lvl8pPr>
            <a:lvl9pPr marL="4617720" indent="0">
              <a:buNone/>
              <a:defRPr sz="20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162657"/>
            <a:ext cx="5157787" cy="46517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122468"/>
            <a:ext cx="5183188" cy="1040189"/>
          </a:xfrm>
        </p:spPr>
        <p:txBody>
          <a:bodyPr anchor="b"/>
          <a:lstStyle>
            <a:lvl1pPr marL="0" indent="0">
              <a:buNone/>
              <a:defRPr sz="3030" b="1"/>
            </a:lvl1pPr>
            <a:lvl2pPr marL="577215" indent="0">
              <a:buNone/>
              <a:defRPr sz="2525" b="1"/>
            </a:lvl2pPr>
            <a:lvl3pPr marL="1154430" indent="0">
              <a:buNone/>
              <a:defRPr sz="2273" b="1"/>
            </a:lvl3pPr>
            <a:lvl4pPr marL="1731645" indent="0">
              <a:buNone/>
              <a:defRPr sz="2020" b="1"/>
            </a:lvl4pPr>
            <a:lvl5pPr marL="2308860" indent="0">
              <a:buNone/>
              <a:defRPr sz="2020" b="1"/>
            </a:lvl5pPr>
            <a:lvl6pPr marL="2886075" indent="0">
              <a:buNone/>
              <a:defRPr sz="2020" b="1"/>
            </a:lvl6pPr>
            <a:lvl7pPr marL="3463290" indent="0">
              <a:buNone/>
              <a:defRPr sz="2020" b="1"/>
            </a:lvl7pPr>
            <a:lvl8pPr marL="4040505" indent="0">
              <a:buNone/>
              <a:defRPr sz="2020" b="1"/>
            </a:lvl8pPr>
            <a:lvl9pPr marL="4617720" indent="0">
              <a:buNone/>
              <a:defRPr sz="20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162657"/>
            <a:ext cx="5183188" cy="46517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1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06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15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7215"/>
            <a:ext cx="3932237" cy="2020253"/>
          </a:xfrm>
        </p:spPr>
        <p:txBody>
          <a:bodyPr anchor="b"/>
          <a:lstStyle>
            <a:lvl1pPr>
              <a:defRPr sz="40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46626"/>
            <a:ext cx="6172200" cy="6152952"/>
          </a:xfrm>
        </p:spPr>
        <p:txBody>
          <a:bodyPr/>
          <a:lstStyle>
            <a:lvl1pPr>
              <a:defRPr sz="4040"/>
            </a:lvl1pPr>
            <a:lvl2pPr>
              <a:defRPr sz="3535"/>
            </a:lvl2pPr>
            <a:lvl3pPr>
              <a:defRPr sz="3030"/>
            </a:lvl3pPr>
            <a:lvl4pPr>
              <a:defRPr sz="2525"/>
            </a:lvl4pPr>
            <a:lvl5pPr>
              <a:defRPr sz="2525"/>
            </a:lvl5pPr>
            <a:lvl6pPr>
              <a:defRPr sz="2525"/>
            </a:lvl6pPr>
            <a:lvl7pPr>
              <a:defRPr sz="2525"/>
            </a:lvl7pPr>
            <a:lvl8pPr>
              <a:defRPr sz="2525"/>
            </a:lvl8pPr>
            <a:lvl9pPr>
              <a:defRPr sz="2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97467"/>
            <a:ext cx="3932237" cy="4812130"/>
          </a:xfrm>
        </p:spPr>
        <p:txBody>
          <a:bodyPr/>
          <a:lstStyle>
            <a:lvl1pPr marL="0" indent="0">
              <a:buNone/>
              <a:defRPr sz="2020"/>
            </a:lvl1pPr>
            <a:lvl2pPr marL="577215" indent="0">
              <a:buNone/>
              <a:defRPr sz="1768"/>
            </a:lvl2pPr>
            <a:lvl3pPr marL="1154430" indent="0">
              <a:buNone/>
              <a:defRPr sz="1515"/>
            </a:lvl3pPr>
            <a:lvl4pPr marL="1731645" indent="0">
              <a:buNone/>
              <a:defRPr sz="1263"/>
            </a:lvl4pPr>
            <a:lvl5pPr marL="2308860" indent="0">
              <a:buNone/>
              <a:defRPr sz="1263"/>
            </a:lvl5pPr>
            <a:lvl6pPr marL="2886075" indent="0">
              <a:buNone/>
              <a:defRPr sz="1263"/>
            </a:lvl6pPr>
            <a:lvl7pPr marL="3463290" indent="0">
              <a:buNone/>
              <a:defRPr sz="1263"/>
            </a:lvl7pPr>
            <a:lvl8pPr marL="4040505" indent="0">
              <a:buNone/>
              <a:defRPr sz="1263"/>
            </a:lvl8pPr>
            <a:lvl9pPr marL="4617720" indent="0">
              <a:buNone/>
              <a:defRPr sz="1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733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7215"/>
            <a:ext cx="3932237" cy="2020253"/>
          </a:xfrm>
        </p:spPr>
        <p:txBody>
          <a:bodyPr anchor="b"/>
          <a:lstStyle>
            <a:lvl1pPr>
              <a:defRPr sz="40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46626"/>
            <a:ext cx="6172200" cy="6152952"/>
          </a:xfrm>
        </p:spPr>
        <p:txBody>
          <a:bodyPr anchor="t"/>
          <a:lstStyle>
            <a:lvl1pPr marL="0" indent="0">
              <a:buNone/>
              <a:defRPr sz="4040"/>
            </a:lvl1pPr>
            <a:lvl2pPr marL="577215" indent="0">
              <a:buNone/>
              <a:defRPr sz="3535"/>
            </a:lvl2pPr>
            <a:lvl3pPr marL="1154430" indent="0">
              <a:buNone/>
              <a:defRPr sz="3030"/>
            </a:lvl3pPr>
            <a:lvl4pPr marL="1731645" indent="0">
              <a:buNone/>
              <a:defRPr sz="2525"/>
            </a:lvl4pPr>
            <a:lvl5pPr marL="2308860" indent="0">
              <a:buNone/>
              <a:defRPr sz="2525"/>
            </a:lvl5pPr>
            <a:lvl6pPr marL="2886075" indent="0">
              <a:buNone/>
              <a:defRPr sz="2525"/>
            </a:lvl6pPr>
            <a:lvl7pPr marL="3463290" indent="0">
              <a:buNone/>
              <a:defRPr sz="2525"/>
            </a:lvl7pPr>
            <a:lvl8pPr marL="4040505" indent="0">
              <a:buNone/>
              <a:defRPr sz="2525"/>
            </a:lvl8pPr>
            <a:lvl9pPr marL="4617720" indent="0">
              <a:buNone/>
              <a:defRPr sz="2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97467"/>
            <a:ext cx="3932237" cy="4812130"/>
          </a:xfrm>
        </p:spPr>
        <p:txBody>
          <a:bodyPr/>
          <a:lstStyle>
            <a:lvl1pPr marL="0" indent="0">
              <a:buNone/>
              <a:defRPr sz="2020"/>
            </a:lvl1pPr>
            <a:lvl2pPr marL="577215" indent="0">
              <a:buNone/>
              <a:defRPr sz="1768"/>
            </a:lvl2pPr>
            <a:lvl3pPr marL="1154430" indent="0">
              <a:buNone/>
              <a:defRPr sz="1515"/>
            </a:lvl3pPr>
            <a:lvl4pPr marL="1731645" indent="0">
              <a:buNone/>
              <a:defRPr sz="1263"/>
            </a:lvl4pPr>
            <a:lvl5pPr marL="2308860" indent="0">
              <a:buNone/>
              <a:defRPr sz="1263"/>
            </a:lvl5pPr>
            <a:lvl6pPr marL="2886075" indent="0">
              <a:buNone/>
              <a:defRPr sz="1263"/>
            </a:lvl6pPr>
            <a:lvl7pPr marL="3463290" indent="0">
              <a:buNone/>
              <a:defRPr sz="1263"/>
            </a:lvl7pPr>
            <a:lvl8pPr marL="4040505" indent="0">
              <a:buNone/>
              <a:defRPr sz="1263"/>
            </a:lvl8pPr>
            <a:lvl9pPr marL="4617720" indent="0">
              <a:buNone/>
              <a:defRPr sz="1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92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0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60971"/>
            <a:ext cx="2628900" cy="733744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60971"/>
            <a:ext cx="7734300" cy="733744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48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60972"/>
            <a:ext cx="10515600" cy="1673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04852"/>
            <a:ext cx="10515600" cy="549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024894"/>
            <a:ext cx="2743200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0A48-ED0F-4F81-A7EB-C3B971E419A0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024894"/>
            <a:ext cx="4114800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024894"/>
            <a:ext cx="2743200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50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54430" rtl="0" eaLnBrk="1" latinLnBrk="1" hangingPunct="1">
        <a:lnSpc>
          <a:spcPct val="90000"/>
        </a:lnSpc>
        <a:spcBef>
          <a:spcPct val="0"/>
        </a:spcBef>
        <a:buNone/>
        <a:defRPr sz="55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608" indent="-288608" algn="l" defTabSz="1154430" rtl="0" eaLnBrk="1" latinLnBrk="1" hangingPunct="1">
        <a:lnSpc>
          <a:spcPct val="90000"/>
        </a:lnSpc>
        <a:spcBef>
          <a:spcPts val="1263"/>
        </a:spcBef>
        <a:buFont typeface="Arial" panose="020B0604020202020204" pitchFamily="34" charset="0"/>
        <a:buChar char="•"/>
        <a:defRPr sz="3535" kern="1200">
          <a:solidFill>
            <a:schemeClr val="tx1"/>
          </a:solidFill>
          <a:latin typeface="+mn-lt"/>
          <a:ea typeface="+mn-ea"/>
          <a:cs typeface="+mn-cs"/>
        </a:defRPr>
      </a:lvl1pPr>
      <a:lvl2pPr marL="865823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3030" kern="1200">
          <a:solidFill>
            <a:schemeClr val="tx1"/>
          </a:solidFill>
          <a:latin typeface="+mn-lt"/>
          <a:ea typeface="+mn-ea"/>
          <a:cs typeface="+mn-cs"/>
        </a:defRPr>
      </a:lvl2pPr>
      <a:lvl3pPr marL="1443038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525" kern="1200">
          <a:solidFill>
            <a:schemeClr val="tx1"/>
          </a:solidFill>
          <a:latin typeface="+mn-lt"/>
          <a:ea typeface="+mn-ea"/>
          <a:cs typeface="+mn-cs"/>
        </a:defRPr>
      </a:lvl3pPr>
      <a:lvl4pPr marL="2020253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4pPr>
      <a:lvl5pPr marL="2597468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5pPr>
      <a:lvl6pPr marL="3174683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6pPr>
      <a:lvl7pPr marL="3751898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7pPr>
      <a:lvl8pPr marL="4329113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8pPr>
      <a:lvl9pPr marL="4906328" indent="-288608" algn="l" defTabSz="1154430" rtl="0" eaLnBrk="1" latinLnBrk="1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22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1pPr>
      <a:lvl2pPr marL="577215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2pPr>
      <a:lvl3pPr marL="1154430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3pPr>
      <a:lvl4pPr marL="1731645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4pPr>
      <a:lvl5pPr marL="2308860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5pPr>
      <a:lvl6pPr marL="2886075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6pPr>
      <a:lvl7pPr marL="3463290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7pPr>
      <a:lvl8pPr marL="4040505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8pPr>
      <a:lvl9pPr marL="4617720" algn="l" defTabSz="1154430" rtl="0" eaLnBrk="1" latinLnBrk="1" hangingPunct="1">
        <a:defRPr sz="22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타원 182">
            <a:extLst>
              <a:ext uri="{FF2B5EF4-FFF2-40B4-BE49-F238E27FC236}">
                <a16:creationId xmlns:a16="http://schemas.microsoft.com/office/drawing/2014/main" id="{C6BC361F-5679-AF4B-2034-8B28CE991510}"/>
              </a:ext>
            </a:extLst>
          </p:cNvPr>
          <p:cNvSpPr/>
          <p:nvPr/>
        </p:nvSpPr>
        <p:spPr>
          <a:xfrm>
            <a:off x="5137697" y="2808644"/>
            <a:ext cx="1298198" cy="5675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9BBB32C-FAA0-FFA6-F76E-704B253D57C6}"/>
              </a:ext>
            </a:extLst>
          </p:cNvPr>
          <p:cNvSpPr/>
          <p:nvPr/>
        </p:nvSpPr>
        <p:spPr>
          <a:xfrm>
            <a:off x="1293572" y="3593312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6FD684-61B6-19B8-1A2D-BA84106DBA02}"/>
              </a:ext>
            </a:extLst>
          </p:cNvPr>
          <p:cNvSpPr/>
          <p:nvPr/>
        </p:nvSpPr>
        <p:spPr>
          <a:xfrm>
            <a:off x="5785416" y="3604862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017B4-B5D3-A1CC-1322-D60ACB11D32E}"/>
              </a:ext>
            </a:extLst>
          </p:cNvPr>
          <p:cNvSpPr txBox="1"/>
          <p:nvPr/>
        </p:nvSpPr>
        <p:spPr>
          <a:xfrm>
            <a:off x="1293573" y="4576605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General Topic graph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68C25-DEF0-DE3F-8413-2EC1BA00B86B}"/>
              </a:ext>
            </a:extLst>
          </p:cNvPr>
          <p:cNvSpPr txBox="1"/>
          <p:nvPr/>
        </p:nvSpPr>
        <p:spPr>
          <a:xfrm>
            <a:off x="5669702" y="4552824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Community Topic graph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890CCC-3AB1-6DB2-3457-C9E0D1B0E43B}"/>
              </a:ext>
            </a:extLst>
          </p:cNvPr>
          <p:cNvSpPr txBox="1"/>
          <p:nvPr/>
        </p:nvSpPr>
        <p:spPr>
          <a:xfrm>
            <a:off x="4295113" y="3867659"/>
            <a:ext cx="70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BEB773B-F752-4DA3-5707-5D5D8142632D}"/>
              </a:ext>
            </a:extLst>
          </p:cNvPr>
          <p:cNvSpPr/>
          <p:nvPr/>
        </p:nvSpPr>
        <p:spPr>
          <a:xfrm>
            <a:off x="1965282" y="1422034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5DE36840-14B2-68F9-E41A-037C7D4E99DF}"/>
              </a:ext>
            </a:extLst>
          </p:cNvPr>
          <p:cNvSpPr/>
          <p:nvPr/>
        </p:nvSpPr>
        <p:spPr>
          <a:xfrm>
            <a:off x="2510224" y="1415702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922B32E-08E3-5D62-E62C-98BA09B71B4F}"/>
              </a:ext>
            </a:extLst>
          </p:cNvPr>
          <p:cNvSpPr/>
          <p:nvPr/>
        </p:nvSpPr>
        <p:spPr>
          <a:xfrm>
            <a:off x="2263002" y="1876533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766AC5-A925-657F-9E5E-4DE29D7D67D9}"/>
              </a:ext>
            </a:extLst>
          </p:cNvPr>
          <p:cNvSpPr txBox="1"/>
          <p:nvPr/>
        </p:nvSpPr>
        <p:spPr>
          <a:xfrm>
            <a:off x="2613882" y="2167485"/>
            <a:ext cx="102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Events</a:t>
            </a:r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FDA8351-6E26-B839-6636-43B2B5054681}"/>
              </a:ext>
            </a:extLst>
          </p:cNvPr>
          <p:cNvSpPr/>
          <p:nvPr/>
        </p:nvSpPr>
        <p:spPr>
          <a:xfrm>
            <a:off x="1921797" y="3897929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F067161-C688-11E0-5A1A-14F3D07E79DD}"/>
              </a:ext>
            </a:extLst>
          </p:cNvPr>
          <p:cNvSpPr/>
          <p:nvPr/>
        </p:nvSpPr>
        <p:spPr>
          <a:xfrm>
            <a:off x="2163669" y="4191434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2EC7A63D-A0AD-9A22-311C-863F037B0CD2}"/>
              </a:ext>
            </a:extLst>
          </p:cNvPr>
          <p:cNvSpPr/>
          <p:nvPr/>
        </p:nvSpPr>
        <p:spPr>
          <a:xfrm>
            <a:off x="2612484" y="4191434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43C2D2FD-C030-8077-C94D-974B0CC1CB2B}"/>
              </a:ext>
            </a:extLst>
          </p:cNvPr>
          <p:cNvSpPr/>
          <p:nvPr/>
        </p:nvSpPr>
        <p:spPr>
          <a:xfrm>
            <a:off x="2810328" y="3876438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4E36D5A-E280-E2B8-C6C2-E9A158132F87}"/>
              </a:ext>
            </a:extLst>
          </p:cNvPr>
          <p:cNvSpPr/>
          <p:nvPr/>
        </p:nvSpPr>
        <p:spPr>
          <a:xfrm>
            <a:off x="2377716" y="3689535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위쪽 89">
            <a:extLst>
              <a:ext uri="{FF2B5EF4-FFF2-40B4-BE49-F238E27FC236}">
                <a16:creationId xmlns:a16="http://schemas.microsoft.com/office/drawing/2014/main" id="{FE1EE431-359E-76D7-9F58-AD1113D7CE0C}"/>
              </a:ext>
            </a:extLst>
          </p:cNvPr>
          <p:cNvSpPr/>
          <p:nvPr/>
        </p:nvSpPr>
        <p:spPr>
          <a:xfrm>
            <a:off x="2320318" y="2369386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F7DF099-5E39-E413-2108-539156D89C15}"/>
              </a:ext>
            </a:extLst>
          </p:cNvPr>
          <p:cNvSpPr/>
          <p:nvPr/>
        </p:nvSpPr>
        <p:spPr>
          <a:xfrm>
            <a:off x="2593713" y="1604381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DF9745F7-A092-D569-EFC6-D7CBDF4B8BA6}"/>
              </a:ext>
            </a:extLst>
          </p:cNvPr>
          <p:cNvSpPr/>
          <p:nvPr/>
        </p:nvSpPr>
        <p:spPr>
          <a:xfrm>
            <a:off x="2733064" y="1604381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983666E1-8203-72BB-A623-2D3606699A31}"/>
              </a:ext>
            </a:extLst>
          </p:cNvPr>
          <p:cNvSpPr/>
          <p:nvPr/>
        </p:nvSpPr>
        <p:spPr>
          <a:xfrm>
            <a:off x="2663528" y="1486737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02426819-7CF5-4A99-E5EB-2C7CB7C55EAC}"/>
              </a:ext>
            </a:extLst>
          </p:cNvPr>
          <p:cNvSpPr/>
          <p:nvPr/>
        </p:nvSpPr>
        <p:spPr>
          <a:xfrm>
            <a:off x="6419131" y="3897929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5D7EE0B-BB43-BF00-83B1-17B20927F1DF}"/>
              </a:ext>
            </a:extLst>
          </p:cNvPr>
          <p:cNvSpPr/>
          <p:nvPr/>
        </p:nvSpPr>
        <p:spPr>
          <a:xfrm>
            <a:off x="6661003" y="4191434"/>
            <a:ext cx="181344" cy="1737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1F0EFEB7-511B-E5C8-3104-D94ABE058DAF}"/>
              </a:ext>
            </a:extLst>
          </p:cNvPr>
          <p:cNvSpPr/>
          <p:nvPr/>
        </p:nvSpPr>
        <p:spPr>
          <a:xfrm>
            <a:off x="7112994" y="4191434"/>
            <a:ext cx="79543" cy="762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1994EB39-E5CF-1990-3D9F-B1565F824A70}"/>
              </a:ext>
            </a:extLst>
          </p:cNvPr>
          <p:cNvSpPr/>
          <p:nvPr/>
        </p:nvSpPr>
        <p:spPr>
          <a:xfrm>
            <a:off x="7307662" y="3876439"/>
            <a:ext cx="92580" cy="8869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53AF7C-9572-B94B-AA5C-4301D96D251E}"/>
              </a:ext>
            </a:extLst>
          </p:cNvPr>
          <p:cNvSpPr/>
          <p:nvPr/>
        </p:nvSpPr>
        <p:spPr>
          <a:xfrm>
            <a:off x="6842347" y="3658205"/>
            <a:ext cx="234768" cy="22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9C78B53-8A57-B8FB-529F-84FC8B86BF59}"/>
              </a:ext>
            </a:extLst>
          </p:cNvPr>
          <p:cNvSpPr/>
          <p:nvPr/>
        </p:nvSpPr>
        <p:spPr>
          <a:xfrm>
            <a:off x="2042377" y="1610303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1875E357-5939-89F6-66B4-C06380823EC2}"/>
              </a:ext>
            </a:extLst>
          </p:cNvPr>
          <p:cNvSpPr/>
          <p:nvPr/>
        </p:nvSpPr>
        <p:spPr>
          <a:xfrm>
            <a:off x="2181728" y="1610303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352283C-5504-C55D-2D7B-5EA23FED53B0}"/>
              </a:ext>
            </a:extLst>
          </p:cNvPr>
          <p:cNvSpPr/>
          <p:nvPr/>
        </p:nvSpPr>
        <p:spPr>
          <a:xfrm>
            <a:off x="2112192" y="1492659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5B81EA6F-5D4F-8382-3602-AA4DD35D7725}"/>
              </a:ext>
            </a:extLst>
          </p:cNvPr>
          <p:cNvSpPr/>
          <p:nvPr/>
        </p:nvSpPr>
        <p:spPr>
          <a:xfrm>
            <a:off x="2333782" y="2061932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F61B449-C519-2142-F552-3C068E60D1D3}"/>
              </a:ext>
            </a:extLst>
          </p:cNvPr>
          <p:cNvSpPr/>
          <p:nvPr/>
        </p:nvSpPr>
        <p:spPr>
          <a:xfrm>
            <a:off x="2473133" y="2061932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8371761-6E8D-3EF9-3046-BE268FB90822}"/>
              </a:ext>
            </a:extLst>
          </p:cNvPr>
          <p:cNvSpPr/>
          <p:nvPr/>
        </p:nvSpPr>
        <p:spPr>
          <a:xfrm>
            <a:off x="2403597" y="1944288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원호 108">
            <a:extLst>
              <a:ext uri="{FF2B5EF4-FFF2-40B4-BE49-F238E27FC236}">
                <a16:creationId xmlns:a16="http://schemas.microsoft.com/office/drawing/2014/main" id="{7B13077B-521A-9486-586B-C3553006ED4F}"/>
              </a:ext>
            </a:extLst>
          </p:cNvPr>
          <p:cNvSpPr/>
          <p:nvPr/>
        </p:nvSpPr>
        <p:spPr>
          <a:xfrm rot="16200000">
            <a:off x="4503455" y="2601374"/>
            <a:ext cx="2639898" cy="2348631"/>
          </a:xfrm>
          <a:prstGeom prst="arc">
            <a:avLst>
              <a:gd name="adj1" fmla="val 16200000"/>
              <a:gd name="adj2" fmla="val 281922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연결선: 구부러짐 110">
            <a:extLst>
              <a:ext uri="{FF2B5EF4-FFF2-40B4-BE49-F238E27FC236}">
                <a16:creationId xmlns:a16="http://schemas.microsoft.com/office/drawing/2014/main" id="{84806DFA-8FAC-10FD-1F10-C4714876CAEB}"/>
              </a:ext>
            </a:extLst>
          </p:cNvPr>
          <p:cNvCxnSpPr>
            <a:cxnSpLocks/>
            <a:stCxn id="48" idx="1"/>
            <a:endCxn id="75" idx="2"/>
          </p:cNvCxnSpPr>
          <p:nvPr/>
        </p:nvCxnSpPr>
        <p:spPr>
          <a:xfrm rot="10800000">
            <a:off x="4649090" y="4236993"/>
            <a:ext cx="1020613" cy="50049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화살표: 위쪽 113">
            <a:extLst>
              <a:ext uri="{FF2B5EF4-FFF2-40B4-BE49-F238E27FC236}">
                <a16:creationId xmlns:a16="http://schemas.microsoft.com/office/drawing/2014/main" id="{7142E4A9-CAF8-9F76-19FD-1C3B1575F6DA}"/>
              </a:ext>
            </a:extLst>
          </p:cNvPr>
          <p:cNvSpPr/>
          <p:nvPr/>
        </p:nvSpPr>
        <p:spPr>
          <a:xfrm rot="7200000">
            <a:off x="3483880" y="1760146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0E132080-5691-9491-E4BE-FDFF3C067B9B}"/>
              </a:ext>
            </a:extLst>
          </p:cNvPr>
          <p:cNvSpPr/>
          <p:nvPr/>
        </p:nvSpPr>
        <p:spPr>
          <a:xfrm>
            <a:off x="5324576" y="2892111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A6F7D513-7E8C-3DD0-EDDF-4090E4852DF0}"/>
              </a:ext>
            </a:extLst>
          </p:cNvPr>
          <p:cNvSpPr/>
          <p:nvPr/>
        </p:nvSpPr>
        <p:spPr>
          <a:xfrm>
            <a:off x="5869518" y="2885779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847185A3-9CB1-4CA8-CD1D-8765E0486689}"/>
              </a:ext>
            </a:extLst>
          </p:cNvPr>
          <p:cNvSpPr/>
          <p:nvPr/>
        </p:nvSpPr>
        <p:spPr>
          <a:xfrm>
            <a:off x="5953007" y="3074458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E25F6966-8A19-EFD6-A235-BEAB40666E23}"/>
              </a:ext>
            </a:extLst>
          </p:cNvPr>
          <p:cNvSpPr/>
          <p:nvPr/>
        </p:nvSpPr>
        <p:spPr>
          <a:xfrm>
            <a:off x="6092358" y="3074458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AD8FF88E-1C7D-0F9F-5DF0-45E902227CBB}"/>
              </a:ext>
            </a:extLst>
          </p:cNvPr>
          <p:cNvSpPr/>
          <p:nvPr/>
        </p:nvSpPr>
        <p:spPr>
          <a:xfrm>
            <a:off x="6022822" y="2956814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FC340BD2-7A10-98F4-FB4C-CB37E2F893E9}"/>
              </a:ext>
            </a:extLst>
          </p:cNvPr>
          <p:cNvSpPr/>
          <p:nvPr/>
        </p:nvSpPr>
        <p:spPr>
          <a:xfrm>
            <a:off x="5401671" y="3080380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4D989561-528A-C8B2-3AFE-2CA2A681D9D8}"/>
              </a:ext>
            </a:extLst>
          </p:cNvPr>
          <p:cNvSpPr/>
          <p:nvPr/>
        </p:nvSpPr>
        <p:spPr>
          <a:xfrm>
            <a:off x="5541022" y="3080380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AA94FE50-9B9B-26DB-392F-BE25C4592834}"/>
              </a:ext>
            </a:extLst>
          </p:cNvPr>
          <p:cNvSpPr/>
          <p:nvPr/>
        </p:nvSpPr>
        <p:spPr>
          <a:xfrm>
            <a:off x="5471486" y="2962736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DAAD8297-B26C-654B-6029-2A2F75FDA7BD}"/>
              </a:ext>
            </a:extLst>
          </p:cNvPr>
          <p:cNvSpPr/>
          <p:nvPr/>
        </p:nvSpPr>
        <p:spPr>
          <a:xfrm>
            <a:off x="3896449" y="2802074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45988FC3-BCF8-727D-C288-334C5B309845}"/>
              </a:ext>
            </a:extLst>
          </p:cNvPr>
          <p:cNvSpPr/>
          <p:nvPr/>
        </p:nvSpPr>
        <p:spPr>
          <a:xfrm>
            <a:off x="3967229" y="2987473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94D0CF41-1378-B694-054D-411DC43550D0}"/>
              </a:ext>
            </a:extLst>
          </p:cNvPr>
          <p:cNvSpPr/>
          <p:nvPr/>
        </p:nvSpPr>
        <p:spPr>
          <a:xfrm>
            <a:off x="4106580" y="2987473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42E185E-56EA-A3C8-CAB0-5979DA6C839C}"/>
              </a:ext>
            </a:extLst>
          </p:cNvPr>
          <p:cNvSpPr/>
          <p:nvPr/>
        </p:nvSpPr>
        <p:spPr>
          <a:xfrm>
            <a:off x="4037044" y="2869829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화살표: 위쪽 127">
            <a:extLst>
              <a:ext uri="{FF2B5EF4-FFF2-40B4-BE49-F238E27FC236}">
                <a16:creationId xmlns:a16="http://schemas.microsoft.com/office/drawing/2014/main" id="{5AE5C3DB-4F20-CED6-8418-053BF5571CAE}"/>
              </a:ext>
            </a:extLst>
          </p:cNvPr>
          <p:cNvSpPr/>
          <p:nvPr/>
        </p:nvSpPr>
        <p:spPr>
          <a:xfrm rot="18000000">
            <a:off x="4382460" y="3036256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9512AE7-3D76-72C3-DD31-6114A516A5A7}"/>
              </a:ext>
            </a:extLst>
          </p:cNvPr>
          <p:cNvSpPr txBox="1"/>
          <p:nvPr/>
        </p:nvSpPr>
        <p:spPr>
          <a:xfrm>
            <a:off x="3964586" y="3278048"/>
            <a:ext cx="7079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Rejected</a:t>
            </a:r>
            <a:endParaRPr lang="ko-KR" altLang="en-US" sz="1000" dirty="0"/>
          </a:p>
        </p:txBody>
      </p:sp>
      <p:sp>
        <p:nvSpPr>
          <p:cNvPr id="130" name="화살표: 위쪽 129">
            <a:extLst>
              <a:ext uri="{FF2B5EF4-FFF2-40B4-BE49-F238E27FC236}">
                <a16:creationId xmlns:a16="http://schemas.microsoft.com/office/drawing/2014/main" id="{0FA72858-8DB7-9531-6671-3EE42744B1BD}"/>
              </a:ext>
            </a:extLst>
          </p:cNvPr>
          <p:cNvSpPr/>
          <p:nvPr/>
        </p:nvSpPr>
        <p:spPr>
          <a:xfrm rot="7200000">
            <a:off x="4814616" y="2799591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610AB90-5838-D34A-0A9C-877EE22262D8}"/>
              </a:ext>
            </a:extLst>
          </p:cNvPr>
          <p:cNvSpPr txBox="1"/>
          <p:nvPr/>
        </p:nvSpPr>
        <p:spPr>
          <a:xfrm>
            <a:off x="4410650" y="2474194"/>
            <a:ext cx="802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Accepted</a:t>
            </a:r>
            <a:endParaRPr lang="ko-KR" altLang="en-US" sz="10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3523F0A-6C68-4612-001C-F2EDF5141409}"/>
              </a:ext>
            </a:extLst>
          </p:cNvPr>
          <p:cNvSpPr txBox="1"/>
          <p:nvPr/>
        </p:nvSpPr>
        <p:spPr>
          <a:xfrm>
            <a:off x="3936610" y="4695529"/>
            <a:ext cx="17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① </a:t>
            </a:r>
            <a:r>
              <a:rPr lang="en-US" altLang="ko-KR" sz="1000" dirty="0"/>
              <a:t>Shaped by freq. and dist. of topic space</a:t>
            </a:r>
            <a:endParaRPr lang="ko-KR" altLang="en-US" sz="1000" dirty="0"/>
          </a:p>
        </p:txBody>
      </p:sp>
      <p:cxnSp>
        <p:nvCxnSpPr>
          <p:cNvPr id="135" name="연결선: 구부러짐 134">
            <a:extLst>
              <a:ext uri="{FF2B5EF4-FFF2-40B4-BE49-F238E27FC236}">
                <a16:creationId xmlns:a16="http://schemas.microsoft.com/office/drawing/2014/main" id="{4CFCDE48-F384-3B97-A3DD-A2B4C648A970}"/>
              </a:ext>
            </a:extLst>
          </p:cNvPr>
          <p:cNvCxnSpPr>
            <a:cxnSpLocks/>
            <a:stCxn id="183" idx="6"/>
          </p:cNvCxnSpPr>
          <p:nvPr/>
        </p:nvCxnSpPr>
        <p:spPr>
          <a:xfrm flipV="1">
            <a:off x="6435895" y="2301467"/>
            <a:ext cx="350170" cy="790962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DB41038D-3911-161C-DA14-E5CD13FFE713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6314683" y="2946517"/>
            <a:ext cx="1303395" cy="1329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EEBA084C-9164-7A3B-50FA-171C761F6F1E}"/>
              </a:ext>
            </a:extLst>
          </p:cNvPr>
          <p:cNvSpPr/>
          <p:nvPr/>
        </p:nvSpPr>
        <p:spPr>
          <a:xfrm>
            <a:off x="5757370" y="1309521"/>
            <a:ext cx="2348630" cy="85177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2CBDFC-B8BD-4F83-569F-7AD27E3AF977}"/>
              </a:ext>
            </a:extLst>
          </p:cNvPr>
          <p:cNvSpPr txBox="1"/>
          <p:nvPr/>
        </p:nvSpPr>
        <p:spPr>
          <a:xfrm>
            <a:off x="6419131" y="858512"/>
            <a:ext cx="938618" cy="376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Activity</a:t>
            </a:r>
            <a:endParaRPr lang="ko-KR" altLang="en-US" dirty="0"/>
          </a:p>
        </p:txBody>
      </p:sp>
      <p:cxnSp>
        <p:nvCxnSpPr>
          <p:cNvPr id="143" name="연결선: 구부러짐 142">
            <a:extLst>
              <a:ext uri="{FF2B5EF4-FFF2-40B4-BE49-F238E27FC236}">
                <a16:creationId xmlns:a16="http://schemas.microsoft.com/office/drawing/2014/main" id="{5EC68208-783D-6465-12A4-87045E369E2D}"/>
              </a:ext>
            </a:extLst>
          </p:cNvPr>
          <p:cNvCxnSpPr>
            <a:cxnSpLocks/>
            <a:stCxn id="141" idx="6"/>
            <a:endCxn id="7" idx="6"/>
          </p:cNvCxnSpPr>
          <p:nvPr/>
        </p:nvCxnSpPr>
        <p:spPr>
          <a:xfrm>
            <a:off x="8106000" y="1735407"/>
            <a:ext cx="28046" cy="2295341"/>
          </a:xfrm>
          <a:prstGeom prst="curvedConnector3">
            <a:avLst>
              <a:gd name="adj1" fmla="val 244680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E824D89-719B-0FC1-6722-05324888209F}"/>
              </a:ext>
            </a:extLst>
          </p:cNvPr>
          <p:cNvSpPr txBox="1"/>
          <p:nvPr/>
        </p:nvSpPr>
        <p:spPr>
          <a:xfrm>
            <a:off x="6992384" y="2764754"/>
            <a:ext cx="985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② </a:t>
            </a:r>
            <a:r>
              <a:rPr lang="en-US" altLang="ko-KR" sz="1000" dirty="0"/>
              <a:t>Sampling via random walk</a:t>
            </a:r>
            <a:endParaRPr lang="ko-KR" altLang="en-US" sz="10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90DB8D5-7D79-4323-AE90-875D3DD36EE2}"/>
              </a:ext>
            </a:extLst>
          </p:cNvPr>
          <p:cNvSpPr txBox="1"/>
          <p:nvPr/>
        </p:nvSpPr>
        <p:spPr>
          <a:xfrm>
            <a:off x="8746539" y="3289425"/>
            <a:ext cx="1401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③ </a:t>
            </a:r>
            <a:r>
              <a:rPr lang="en-US" altLang="ko-KR" sz="1000" dirty="0"/>
              <a:t>Changing freq. and dist. of topic space</a:t>
            </a:r>
            <a:endParaRPr lang="ko-KR" altLang="en-US" sz="1000" dirty="0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373D58FB-A53F-B90B-B23E-2E211BB73FB4}"/>
              </a:ext>
            </a:extLst>
          </p:cNvPr>
          <p:cNvSpPr/>
          <p:nvPr/>
        </p:nvSpPr>
        <p:spPr>
          <a:xfrm>
            <a:off x="6373637" y="1503445"/>
            <a:ext cx="254926" cy="24423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F23A85D5-9E0A-0501-D290-0B87FDE2AA53}"/>
              </a:ext>
            </a:extLst>
          </p:cNvPr>
          <p:cNvSpPr/>
          <p:nvPr/>
        </p:nvSpPr>
        <p:spPr>
          <a:xfrm>
            <a:off x="6687495" y="1935011"/>
            <a:ext cx="101912" cy="9763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049F0D94-528D-4CE2-0CAE-5B6AA6C655DF}"/>
              </a:ext>
            </a:extLst>
          </p:cNvPr>
          <p:cNvSpPr/>
          <p:nvPr/>
        </p:nvSpPr>
        <p:spPr>
          <a:xfrm>
            <a:off x="7077116" y="1902402"/>
            <a:ext cx="146413" cy="1402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E5AC36E2-94B2-73D6-3AFD-DF76566A3866}"/>
              </a:ext>
            </a:extLst>
          </p:cNvPr>
          <p:cNvSpPr/>
          <p:nvPr/>
        </p:nvSpPr>
        <p:spPr>
          <a:xfrm>
            <a:off x="7257736" y="1587406"/>
            <a:ext cx="154479" cy="148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DC5517EA-6A08-29CB-859F-AC332D96A8EB}"/>
              </a:ext>
            </a:extLst>
          </p:cNvPr>
          <p:cNvSpPr/>
          <p:nvPr/>
        </p:nvSpPr>
        <p:spPr>
          <a:xfrm>
            <a:off x="6806469" y="1369174"/>
            <a:ext cx="181344" cy="173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C7ED2DA-61AA-231C-FAB5-B8CD9F2EC663}"/>
              </a:ext>
            </a:extLst>
          </p:cNvPr>
          <p:cNvSpPr/>
          <p:nvPr/>
        </p:nvSpPr>
        <p:spPr>
          <a:xfrm>
            <a:off x="2531613" y="6819580"/>
            <a:ext cx="2581786" cy="1023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“Posters of the news (users, managers, moderators, journalists, etc.) choose their content based on the collective mind.</a:t>
            </a:r>
            <a:endParaRPr lang="ko-KR" altLang="en-US" sz="1200" i="1" dirty="0">
              <a:solidFill>
                <a:schemeClr val="tx1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71302058-F734-44EC-30BE-B89778CA02DB}"/>
              </a:ext>
            </a:extLst>
          </p:cNvPr>
          <p:cNvSpPr/>
          <p:nvPr/>
        </p:nvSpPr>
        <p:spPr>
          <a:xfrm>
            <a:off x="8079141" y="6679981"/>
            <a:ext cx="1619274" cy="1267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“Everyone in the community now sees how other people says, and it changes their collective mind.”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D653A247-DBEC-665B-AA28-6C8C945B0152}"/>
              </a:ext>
            </a:extLst>
          </p:cNvPr>
          <p:cNvSpPr/>
          <p:nvPr/>
        </p:nvSpPr>
        <p:spPr>
          <a:xfrm>
            <a:off x="5712264" y="6714999"/>
            <a:ext cx="1770174" cy="12328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“According to the posted news and their pre-existing collective notions, users stochastically makes comments .”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18926-E707-C7B3-9D21-8BD64ACFBB68}"/>
                  </a:ext>
                </a:extLst>
              </p:cNvPr>
              <p:cNvSpPr txBox="1"/>
              <p:nvPr/>
            </p:nvSpPr>
            <p:spPr>
              <a:xfrm>
                <a:off x="1835724" y="4922156"/>
                <a:ext cx="1040413" cy="976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p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altLang="ko-KR" sz="1400" b="0" dirty="0"/>
              </a:p>
              <a:p>
                <a:endParaRPr lang="ko-KR" altLang="en-US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18926-E707-C7B3-9D21-8BD64ACF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24" y="4922156"/>
                <a:ext cx="1040413" cy="9761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CAFE-BA29-EE6D-A607-32A40AD01458}"/>
                  </a:ext>
                </a:extLst>
              </p:cNvPr>
              <p:cNvSpPr txBox="1"/>
              <p:nvPr/>
            </p:nvSpPr>
            <p:spPr>
              <a:xfrm>
                <a:off x="-211303" y="220067"/>
                <a:ext cx="3009750" cy="624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⁡(1+</m:t>
                          </m:r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CAFE-BA29-EE6D-A607-32A40AD01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1303" y="220067"/>
                <a:ext cx="3009750" cy="624273"/>
              </a:xfrm>
              <a:prstGeom prst="rect">
                <a:avLst/>
              </a:prstGeom>
              <a:blipFill>
                <a:blip r:embed="rId3"/>
                <a:stretch>
                  <a:fillRect t="-100000" b="-1271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2D44D-883F-31DF-49FA-A23DF31EED60}"/>
                  </a:ext>
                </a:extLst>
              </p:cNvPr>
              <p:cNvSpPr txBox="1"/>
              <p:nvPr/>
            </p:nvSpPr>
            <p:spPr>
              <a:xfrm>
                <a:off x="6400569" y="4914198"/>
                <a:ext cx="1076961" cy="7682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2D44D-883F-31DF-49FA-A23DF31E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69" y="4914198"/>
                <a:ext cx="1076961" cy="768224"/>
              </a:xfrm>
              <a:prstGeom prst="rect">
                <a:avLst/>
              </a:prstGeom>
              <a:blipFill>
                <a:blip r:embed="rId4"/>
                <a:stretch>
                  <a:fillRect l="-3390" b="-3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F866AB-3168-CB39-8299-36791F0504FB}"/>
                  </a:ext>
                </a:extLst>
              </p:cNvPr>
              <p:cNvSpPr txBox="1"/>
              <p:nvPr/>
            </p:nvSpPr>
            <p:spPr>
              <a:xfrm>
                <a:off x="6687496" y="3139646"/>
                <a:ext cx="2147645" cy="33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F866AB-3168-CB39-8299-36791F050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496" y="3139646"/>
                <a:ext cx="2147645" cy="337400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EF07-5368-99E5-4B6A-219FFEB0CC39}"/>
                  </a:ext>
                </a:extLst>
              </p:cNvPr>
              <p:cNvSpPr txBox="1"/>
              <p:nvPr/>
            </p:nvSpPr>
            <p:spPr>
              <a:xfrm>
                <a:off x="3850555" y="1882075"/>
                <a:ext cx="1962552" cy="580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2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)×</m:t>
                      </m:r>
                      <m:sSubSup>
                        <m:sSubSupPr>
                          <m:ctrlP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EF07-5368-99E5-4B6A-219FFEB0C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555" y="1882075"/>
                <a:ext cx="1962552" cy="580095"/>
              </a:xfrm>
              <a:prstGeom prst="rect">
                <a:avLst/>
              </a:prstGeom>
              <a:blipFill>
                <a:blip r:embed="rId6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9279C-1F46-7538-D766-5695E3472556}"/>
                  </a:ext>
                </a:extLst>
              </p:cNvPr>
              <p:cNvSpPr txBox="1"/>
              <p:nvPr/>
            </p:nvSpPr>
            <p:spPr>
              <a:xfrm>
                <a:off x="-35581" y="5872822"/>
                <a:ext cx="53982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/>
                  <a:t>Topics :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, Events :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sz="1400" dirty="0"/>
                  <a:t> , Comm. :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400" dirty="0"/>
                  <a:t> , Topics in event :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9279C-1F46-7538-D766-5695E3472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581" y="5872822"/>
                <a:ext cx="5398217" cy="307777"/>
              </a:xfrm>
              <a:prstGeom prst="rect">
                <a:avLst/>
              </a:prstGeom>
              <a:blipFill>
                <a:blip r:embed="rId7"/>
                <a:stretch>
                  <a:fillRect l="-339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65061-B732-AFD3-3490-3FD7B05E9632}"/>
                  </a:ext>
                </a:extLst>
              </p:cNvPr>
              <p:cNvSpPr txBox="1"/>
              <p:nvPr/>
            </p:nvSpPr>
            <p:spPr>
              <a:xfrm>
                <a:off x="30183" y="1823167"/>
                <a:ext cx="2945661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…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ko-KR" sz="1400" i="1">
                                        <a:latin typeface="Cambria Math" panose="02040503050406030204" pitchFamily="18" charset="0"/>
                                      </a:rPr>
                                      <m:t>𝑡𝑝</m:t>
                                    </m:r>
                                  </m:sub>
                                </m:s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p>
                            </m:sSubSup>
                          </m:e>
                        </m:eqArr>
                      </m:e>
                    </m:d>
                  </m:oMath>
                </a14:m>
                <a:r>
                  <a:rPr lang="en-US" altLang="ko-KR" sz="1400" dirty="0"/>
                  <a:t> 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65061-B732-AFD3-3490-3FD7B05E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3" y="1823167"/>
                <a:ext cx="2945661" cy="6712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B90303-0B53-18BE-E9A4-3B1E74C650AA}"/>
                  </a:ext>
                </a:extLst>
              </p:cNvPr>
              <p:cNvSpPr txBox="1"/>
              <p:nvPr/>
            </p:nvSpPr>
            <p:spPr>
              <a:xfrm>
                <a:off x="2911053" y="409189"/>
                <a:ext cx="2986875" cy="1123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groupChr>
                            </m:e>
                            <m:li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lim>
                          </m:limLow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,…, </m:t>
                          </m:r>
                          <m:limLow>
                            <m:limLow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groupChr>
                            </m:e>
                            <m:li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lim>
                          </m:limLow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… </m:t>
                          </m:r>
                        </m:e>
                      </m:d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B90303-0B53-18BE-E9A4-3B1E74C6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053" y="409189"/>
                <a:ext cx="2986875" cy="11235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E7B0FE-ACC1-4FF7-1B92-CFFA46B70BAE}"/>
                  </a:ext>
                </a:extLst>
              </p:cNvPr>
              <p:cNvSpPr txBox="1"/>
              <p:nvPr/>
            </p:nvSpPr>
            <p:spPr>
              <a:xfrm>
                <a:off x="69782" y="2409998"/>
                <a:ext cx="1809301" cy="1266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400" dirty="0"/>
                  <a:t> </a:t>
                </a: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𝒛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E7B0FE-ACC1-4FF7-1B92-CFFA46B7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2" y="2409998"/>
                <a:ext cx="1809301" cy="12667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F0E058-F82B-E34D-C5FB-7B4EFDF64318}"/>
                  </a:ext>
                </a:extLst>
              </p:cNvPr>
              <p:cNvSpPr txBox="1"/>
              <p:nvPr/>
            </p:nvSpPr>
            <p:spPr>
              <a:xfrm>
                <a:off x="-225724" y="751491"/>
                <a:ext cx="3009750" cy="609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⁡(1+</m:t>
                          </m:r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F0E058-F82B-E34D-C5FB-7B4EFDF64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5724" y="751491"/>
                <a:ext cx="3009750" cy="609654"/>
              </a:xfrm>
              <a:prstGeom prst="rect">
                <a:avLst/>
              </a:prstGeom>
              <a:blipFill>
                <a:blip r:embed="rId11"/>
                <a:stretch>
                  <a:fillRect t="-103000" b="-13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0BE2E5-2209-7810-6B75-514596EDA79D}"/>
                  </a:ext>
                </a:extLst>
              </p:cNvPr>
              <p:cNvSpPr txBox="1"/>
              <p:nvPr/>
            </p:nvSpPr>
            <p:spPr>
              <a:xfrm>
                <a:off x="5274298" y="146763"/>
                <a:ext cx="4275834" cy="642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altLang="ko-KR" sz="140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1" i="1" smtClean="0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0BE2E5-2209-7810-6B75-514596EDA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298" y="146763"/>
                <a:ext cx="4275834" cy="642933"/>
              </a:xfrm>
              <a:prstGeom prst="rect">
                <a:avLst/>
              </a:prstGeom>
              <a:blipFill>
                <a:blip r:embed="rId12"/>
                <a:stretch>
                  <a:fillRect t="-114151" b="-1566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29A7C5-D7F7-F4ED-24C4-30A2F1B1BEE8}"/>
                  </a:ext>
                </a:extLst>
              </p:cNvPr>
              <p:cNvSpPr txBox="1"/>
              <p:nvPr/>
            </p:nvSpPr>
            <p:spPr>
              <a:xfrm>
                <a:off x="8855796" y="262108"/>
                <a:ext cx="3361057" cy="2700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ko-KR" sz="1200" dirty="0"/>
              </a:p>
              <a:p>
                <a:endParaRPr lang="en-US" altLang="ko-KR" sz="1200" dirty="0"/>
              </a:p>
              <a:p>
                <a:pPr marL="228600" indent="-228600">
                  <a:buAutoNum type="arabicParenR"/>
                </a:pPr>
                <a:r>
                  <a:rPr lang="en-US" altLang="ko-KR" sz="1200" dirty="0"/>
                  <a:t>Assign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RW for each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ko-KR" sz="1200" dirty="0"/>
                  <a:t>-</a:t>
                </a:r>
                <a:r>
                  <a:rPr lang="en-US" altLang="ko-KR" sz="1200" dirty="0" err="1"/>
                  <a:t>th</a:t>
                </a:r>
                <a:r>
                  <a:rPr lang="en-US" altLang="ko-KR" sz="1200" dirty="0"/>
                  <a:t> topic node and add the same value to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200" dirty="0"/>
                  <a:t>.</a:t>
                </a:r>
              </a:p>
              <a:p>
                <a:pPr marL="228600" indent="-228600">
                  <a:buAutoNum type="arabicParenR"/>
                </a:pPr>
                <a:r>
                  <a:rPr lang="en-US" altLang="ko-KR" sz="1200" dirty="0"/>
                  <a:t>Each RW jumps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200" dirty="0"/>
                  <a:t> steps, according to followings. </a:t>
                </a:r>
              </a:p>
              <a:p>
                <a:pPr marL="685800" lvl="1" indent="-228600">
                  <a:buAutoNum type="arabicParenR"/>
                </a:pPr>
                <a:r>
                  <a:rPr lang="en-US" altLang="ko-KR" sz="1200" dirty="0"/>
                  <a:t>Connection between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1200" dirty="0"/>
                  <a:t> other topic nodes are </a:t>
                </a:r>
                <a14:m>
                  <m:oMath xmlns:m="http://schemas.openxmlformats.org/officeDocument/2006/math">
                    <m:r>
                      <a:rPr lang="en-US" altLang="ko-KR" sz="120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</m:oMath>
                </a14:m>
                <a:endParaRPr lang="en-US" altLang="ko-KR" sz="1200" dirty="0"/>
              </a:p>
              <a:p>
                <a:pPr marL="685800" lvl="1" indent="-228600">
                  <a:buAutoNum type="arabicParenR"/>
                </a:pPr>
                <a:r>
                  <a:rPr lang="en-US" altLang="ko-KR" sz="1200" dirty="0"/>
                  <a:t>All other nodes have prob.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𝑡𝑝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altLang="ko-KR" sz="1200" dirty="0"/>
                  <a:t>, where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sz="1200" dirty="0"/>
                  <a:t> is the current node and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200" dirty="0"/>
                  <a:t> is all other nodes. </a:t>
                </a:r>
              </a:p>
              <a:p>
                <a:pPr marL="228600" indent="-228600">
                  <a:buAutoNum type="arabicParenR"/>
                </a:pPr>
                <a:r>
                  <a:rPr lang="en-US" altLang="ko-KR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29A7C5-D7F7-F4ED-24C4-30A2F1B1B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796" y="262108"/>
                <a:ext cx="3361057" cy="2700547"/>
              </a:xfrm>
              <a:prstGeom prst="rect">
                <a:avLst/>
              </a:prstGeom>
              <a:blipFill>
                <a:blip r:embed="rId13"/>
                <a:stretch>
                  <a:fillRect l="-181" r="-907" b="-1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CC106AD-8E4B-C6AB-F2FD-11ADBC88A3F8}"/>
              </a:ext>
            </a:extLst>
          </p:cNvPr>
          <p:cNvSpPr txBox="1"/>
          <p:nvPr/>
        </p:nvSpPr>
        <p:spPr>
          <a:xfrm>
            <a:off x="3560605" y="6426470"/>
            <a:ext cx="342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①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B8FDAA-2CCA-D87A-AE18-B97981975AB4}"/>
              </a:ext>
            </a:extLst>
          </p:cNvPr>
          <p:cNvSpPr txBox="1"/>
          <p:nvPr/>
        </p:nvSpPr>
        <p:spPr>
          <a:xfrm>
            <a:off x="6394426" y="6369051"/>
            <a:ext cx="675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②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AC8E9E-A981-F9E4-EBC5-868592029E9A}"/>
              </a:ext>
            </a:extLst>
          </p:cNvPr>
          <p:cNvSpPr txBox="1"/>
          <p:nvPr/>
        </p:nvSpPr>
        <p:spPr>
          <a:xfrm>
            <a:off x="8687141" y="6312635"/>
            <a:ext cx="403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③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ACC5D2-4498-2296-7B06-8EDBFC700014}"/>
                  </a:ext>
                </a:extLst>
              </p:cNvPr>
              <p:cNvSpPr txBox="1"/>
              <p:nvPr/>
            </p:nvSpPr>
            <p:spPr>
              <a:xfrm>
                <a:off x="8209256" y="3920238"/>
                <a:ext cx="3982744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altLang="ko-KR" sz="1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ACC5D2-4498-2296-7B06-8EDBFC700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256" y="3920238"/>
                <a:ext cx="3982744" cy="66999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6171346-F228-4978-7607-A260957DEB3B}"/>
              </a:ext>
            </a:extLst>
          </p:cNvPr>
          <p:cNvCxnSpPr>
            <a:cxnSpLocks/>
            <a:stCxn id="84" idx="2"/>
            <a:endCxn id="80" idx="7"/>
          </p:cNvCxnSpPr>
          <p:nvPr/>
        </p:nvCxnSpPr>
        <p:spPr>
          <a:xfrm flipH="1">
            <a:off x="2024718" y="3747296"/>
            <a:ext cx="352998" cy="167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B0BB905-7E51-0FA0-6F1D-4690E824E1A6}"/>
              </a:ext>
            </a:extLst>
          </p:cNvPr>
          <p:cNvCxnSpPr>
            <a:cxnSpLocks/>
            <a:stCxn id="83" idx="2"/>
            <a:endCxn id="80" idx="5"/>
          </p:cNvCxnSpPr>
          <p:nvPr/>
        </p:nvCxnSpPr>
        <p:spPr>
          <a:xfrm flipH="1">
            <a:off x="2024718" y="3934199"/>
            <a:ext cx="785610" cy="623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923842B-C2EA-2540-3F79-2D4D00091EDC}"/>
              </a:ext>
            </a:extLst>
          </p:cNvPr>
          <p:cNvCxnSpPr>
            <a:cxnSpLocks/>
            <a:stCxn id="82" idx="1"/>
            <a:endCxn id="84" idx="5"/>
          </p:cNvCxnSpPr>
          <p:nvPr/>
        </p:nvCxnSpPr>
        <p:spPr>
          <a:xfrm flipH="1" flipV="1">
            <a:off x="2480637" y="3788139"/>
            <a:ext cx="149506" cy="4202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A58CF3D-B152-6349-279E-2875CE0BBFA5}"/>
              </a:ext>
            </a:extLst>
          </p:cNvPr>
          <p:cNvCxnSpPr>
            <a:cxnSpLocks/>
            <a:stCxn id="83" idx="3"/>
            <a:endCxn id="81" idx="0"/>
          </p:cNvCxnSpPr>
          <p:nvPr/>
        </p:nvCxnSpPr>
        <p:spPr>
          <a:xfrm flipH="1">
            <a:off x="2223959" y="3975042"/>
            <a:ext cx="604028" cy="216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3081BD3-57A8-4E53-CCEE-221184D5E88A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2223959" y="3812315"/>
            <a:ext cx="207023" cy="379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53BD79F-D7BC-C1FB-3B54-75E529C3EA45}"/>
              </a:ext>
            </a:extLst>
          </p:cNvPr>
          <p:cNvCxnSpPr>
            <a:cxnSpLocks/>
            <a:stCxn id="102" idx="2"/>
            <a:endCxn id="98" idx="7"/>
          </p:cNvCxnSpPr>
          <p:nvPr/>
        </p:nvCxnSpPr>
        <p:spPr>
          <a:xfrm flipH="1">
            <a:off x="6522052" y="3770665"/>
            <a:ext cx="320295" cy="1441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E734A6C-FF4B-89A4-8342-F6D88ED42C23}"/>
              </a:ext>
            </a:extLst>
          </p:cNvPr>
          <p:cNvCxnSpPr>
            <a:cxnSpLocks/>
            <a:stCxn id="100" idx="1"/>
            <a:endCxn id="98" idx="5"/>
          </p:cNvCxnSpPr>
          <p:nvPr/>
        </p:nvCxnSpPr>
        <p:spPr>
          <a:xfrm flipH="1" flipV="1">
            <a:off x="6522052" y="3996533"/>
            <a:ext cx="602591" cy="2060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DF04A6-23B2-F3C6-51C2-0D9C063038D2}"/>
              </a:ext>
            </a:extLst>
          </p:cNvPr>
          <p:cNvCxnSpPr>
            <a:cxnSpLocks/>
            <a:stCxn id="100" idx="2"/>
            <a:endCxn id="99" idx="6"/>
          </p:cNvCxnSpPr>
          <p:nvPr/>
        </p:nvCxnSpPr>
        <p:spPr>
          <a:xfrm flipH="1">
            <a:off x="6842347" y="4229537"/>
            <a:ext cx="270647" cy="487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BD2C6C7-DF5E-762D-96F8-927A610D0174}"/>
              </a:ext>
            </a:extLst>
          </p:cNvPr>
          <p:cNvCxnSpPr>
            <a:cxnSpLocks/>
            <a:stCxn id="102" idx="4"/>
            <a:endCxn id="99" idx="7"/>
          </p:cNvCxnSpPr>
          <p:nvPr/>
        </p:nvCxnSpPr>
        <p:spPr>
          <a:xfrm flipH="1">
            <a:off x="6815790" y="3883125"/>
            <a:ext cx="143941" cy="3337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079B5DF-FE90-EBC6-F88D-AB009B032481}"/>
              </a:ext>
            </a:extLst>
          </p:cNvPr>
          <p:cNvCxnSpPr>
            <a:cxnSpLocks/>
            <a:stCxn id="101" idx="1"/>
            <a:endCxn id="102" idx="5"/>
          </p:cNvCxnSpPr>
          <p:nvPr/>
        </p:nvCxnSpPr>
        <p:spPr>
          <a:xfrm flipH="1" flipV="1">
            <a:off x="7042734" y="3850186"/>
            <a:ext cx="278486" cy="3924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A102F6E-D8D4-19B8-7619-5B1B8025BD0C}"/>
              </a:ext>
            </a:extLst>
          </p:cNvPr>
          <p:cNvCxnSpPr>
            <a:cxnSpLocks/>
            <a:stCxn id="99" idx="1"/>
            <a:endCxn id="98" idx="5"/>
          </p:cNvCxnSpPr>
          <p:nvPr/>
        </p:nvCxnSpPr>
        <p:spPr>
          <a:xfrm flipH="1" flipV="1">
            <a:off x="6522052" y="3996533"/>
            <a:ext cx="165508" cy="22034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A0970F2-8C6E-34C6-11A6-72DAF5E6C006}"/>
              </a:ext>
            </a:extLst>
          </p:cNvPr>
          <p:cNvCxnSpPr>
            <a:cxnSpLocks/>
            <a:stCxn id="151" idx="4"/>
            <a:endCxn id="150" idx="0"/>
          </p:cNvCxnSpPr>
          <p:nvPr/>
        </p:nvCxnSpPr>
        <p:spPr>
          <a:xfrm flipH="1">
            <a:off x="7150323" y="1735406"/>
            <a:ext cx="184653" cy="1669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C4B07B4D-DBFA-2039-E648-4200CC3EA759}"/>
              </a:ext>
            </a:extLst>
          </p:cNvPr>
          <p:cNvCxnSpPr>
            <a:cxnSpLocks/>
            <a:stCxn id="149" idx="7"/>
            <a:endCxn id="152" idx="4"/>
          </p:cNvCxnSpPr>
          <p:nvPr/>
        </p:nvCxnSpPr>
        <p:spPr>
          <a:xfrm flipV="1">
            <a:off x="6774482" y="1542911"/>
            <a:ext cx="122659" cy="40639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F4CB89A-A8E7-2D7C-83B7-A3083808BC0F}"/>
              </a:ext>
            </a:extLst>
          </p:cNvPr>
          <p:cNvCxnSpPr>
            <a:cxnSpLocks/>
            <a:stCxn id="150" idx="1"/>
            <a:endCxn id="148" idx="5"/>
          </p:cNvCxnSpPr>
          <p:nvPr/>
        </p:nvCxnSpPr>
        <p:spPr>
          <a:xfrm flipH="1" flipV="1">
            <a:off x="6591230" y="1711911"/>
            <a:ext cx="507328" cy="21103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A5249615-5D08-8786-5E6E-BB02F4344EF6}"/>
              </a:ext>
            </a:extLst>
          </p:cNvPr>
          <p:cNvCxnSpPr>
            <a:cxnSpLocks/>
            <a:stCxn id="150" idx="1"/>
            <a:endCxn id="152" idx="5"/>
          </p:cNvCxnSpPr>
          <p:nvPr/>
        </p:nvCxnSpPr>
        <p:spPr>
          <a:xfrm flipH="1" flipV="1">
            <a:off x="6961256" y="1517468"/>
            <a:ext cx="137302" cy="4054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81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타원 182">
            <a:extLst>
              <a:ext uri="{FF2B5EF4-FFF2-40B4-BE49-F238E27FC236}">
                <a16:creationId xmlns:a16="http://schemas.microsoft.com/office/drawing/2014/main" id="{C6BC361F-5679-AF4B-2034-8B28CE991510}"/>
              </a:ext>
            </a:extLst>
          </p:cNvPr>
          <p:cNvSpPr/>
          <p:nvPr/>
        </p:nvSpPr>
        <p:spPr>
          <a:xfrm>
            <a:off x="5164176" y="1984267"/>
            <a:ext cx="1298198" cy="10415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9BBB32C-FAA0-FFA6-F76E-704B253D57C6}"/>
              </a:ext>
            </a:extLst>
          </p:cNvPr>
          <p:cNvSpPr/>
          <p:nvPr/>
        </p:nvSpPr>
        <p:spPr>
          <a:xfrm>
            <a:off x="1293572" y="2904884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6FD684-61B6-19B8-1A2D-BA84106DBA02}"/>
              </a:ext>
            </a:extLst>
          </p:cNvPr>
          <p:cNvSpPr/>
          <p:nvPr/>
        </p:nvSpPr>
        <p:spPr>
          <a:xfrm>
            <a:off x="5785416" y="2916434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017B4-B5D3-A1CC-1322-D60ACB11D32E}"/>
              </a:ext>
            </a:extLst>
          </p:cNvPr>
          <p:cNvSpPr txBox="1"/>
          <p:nvPr/>
        </p:nvSpPr>
        <p:spPr>
          <a:xfrm>
            <a:off x="1293573" y="3888177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General Topic graph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68C25-DEF0-DE3F-8413-2EC1BA00B86B}"/>
              </a:ext>
            </a:extLst>
          </p:cNvPr>
          <p:cNvSpPr txBox="1"/>
          <p:nvPr/>
        </p:nvSpPr>
        <p:spPr>
          <a:xfrm>
            <a:off x="5669702" y="3864396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Community Topic graph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890CCC-3AB1-6DB2-3457-C9E0D1B0E43B}"/>
              </a:ext>
            </a:extLst>
          </p:cNvPr>
          <p:cNvSpPr txBox="1"/>
          <p:nvPr/>
        </p:nvSpPr>
        <p:spPr>
          <a:xfrm>
            <a:off x="4295113" y="3179231"/>
            <a:ext cx="70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BEB773B-F752-4DA3-5707-5D5D8142632D}"/>
              </a:ext>
            </a:extLst>
          </p:cNvPr>
          <p:cNvSpPr/>
          <p:nvPr/>
        </p:nvSpPr>
        <p:spPr>
          <a:xfrm>
            <a:off x="1932712" y="707737"/>
            <a:ext cx="501402" cy="48036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5DE36840-14B2-68F9-E41A-037C7D4E99DF}"/>
              </a:ext>
            </a:extLst>
          </p:cNvPr>
          <p:cNvSpPr/>
          <p:nvPr/>
        </p:nvSpPr>
        <p:spPr>
          <a:xfrm>
            <a:off x="2559645" y="777712"/>
            <a:ext cx="323702" cy="31012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922B32E-08E3-5D62-E62C-98BA09B71B4F}"/>
              </a:ext>
            </a:extLst>
          </p:cNvPr>
          <p:cNvSpPr/>
          <p:nvPr/>
        </p:nvSpPr>
        <p:spPr>
          <a:xfrm>
            <a:off x="2263002" y="1188105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766AC5-A925-657F-9E5E-4DE29D7D67D9}"/>
              </a:ext>
            </a:extLst>
          </p:cNvPr>
          <p:cNvSpPr txBox="1"/>
          <p:nvPr/>
        </p:nvSpPr>
        <p:spPr>
          <a:xfrm>
            <a:off x="2613882" y="1479057"/>
            <a:ext cx="102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Events</a:t>
            </a:r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FDA8351-6E26-B839-6636-43B2B5054681}"/>
              </a:ext>
            </a:extLst>
          </p:cNvPr>
          <p:cNvSpPr/>
          <p:nvPr/>
        </p:nvSpPr>
        <p:spPr>
          <a:xfrm>
            <a:off x="1921797" y="3209501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F067161-C688-11E0-5A1A-14F3D07E79DD}"/>
              </a:ext>
            </a:extLst>
          </p:cNvPr>
          <p:cNvSpPr/>
          <p:nvPr/>
        </p:nvSpPr>
        <p:spPr>
          <a:xfrm>
            <a:off x="2163669" y="3503006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2EC7A63D-A0AD-9A22-311C-863F037B0CD2}"/>
              </a:ext>
            </a:extLst>
          </p:cNvPr>
          <p:cNvSpPr/>
          <p:nvPr/>
        </p:nvSpPr>
        <p:spPr>
          <a:xfrm>
            <a:off x="2612484" y="3503006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43C2D2FD-C030-8077-C94D-974B0CC1CB2B}"/>
              </a:ext>
            </a:extLst>
          </p:cNvPr>
          <p:cNvSpPr/>
          <p:nvPr/>
        </p:nvSpPr>
        <p:spPr>
          <a:xfrm>
            <a:off x="2810328" y="3188010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4E36D5A-E280-E2B8-C6C2-E9A158132F87}"/>
              </a:ext>
            </a:extLst>
          </p:cNvPr>
          <p:cNvSpPr/>
          <p:nvPr/>
        </p:nvSpPr>
        <p:spPr>
          <a:xfrm>
            <a:off x="2377716" y="3001107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위쪽 89">
            <a:extLst>
              <a:ext uri="{FF2B5EF4-FFF2-40B4-BE49-F238E27FC236}">
                <a16:creationId xmlns:a16="http://schemas.microsoft.com/office/drawing/2014/main" id="{FE1EE431-359E-76D7-9F58-AD1113D7CE0C}"/>
              </a:ext>
            </a:extLst>
          </p:cNvPr>
          <p:cNvSpPr/>
          <p:nvPr/>
        </p:nvSpPr>
        <p:spPr>
          <a:xfrm>
            <a:off x="2320318" y="1680958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F7DF099-5E39-E413-2108-539156D89C15}"/>
              </a:ext>
            </a:extLst>
          </p:cNvPr>
          <p:cNvSpPr/>
          <p:nvPr/>
        </p:nvSpPr>
        <p:spPr>
          <a:xfrm>
            <a:off x="2593713" y="915953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DF9745F7-A092-D569-EFC6-D7CBDF4B8BA6}"/>
              </a:ext>
            </a:extLst>
          </p:cNvPr>
          <p:cNvSpPr/>
          <p:nvPr/>
        </p:nvSpPr>
        <p:spPr>
          <a:xfrm>
            <a:off x="2733064" y="915953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983666E1-8203-72BB-A623-2D3606699A31}"/>
              </a:ext>
            </a:extLst>
          </p:cNvPr>
          <p:cNvSpPr/>
          <p:nvPr/>
        </p:nvSpPr>
        <p:spPr>
          <a:xfrm>
            <a:off x="2663528" y="798309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02426819-7CF5-4A99-E5EB-2C7CB7C55EAC}"/>
              </a:ext>
            </a:extLst>
          </p:cNvPr>
          <p:cNvSpPr/>
          <p:nvPr/>
        </p:nvSpPr>
        <p:spPr>
          <a:xfrm>
            <a:off x="6419131" y="3209501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5D7EE0B-BB43-BF00-83B1-17B20927F1DF}"/>
              </a:ext>
            </a:extLst>
          </p:cNvPr>
          <p:cNvSpPr/>
          <p:nvPr/>
        </p:nvSpPr>
        <p:spPr>
          <a:xfrm>
            <a:off x="6661003" y="3503006"/>
            <a:ext cx="181344" cy="1737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1F0EFEB7-511B-E5C8-3104-D94ABE058DAF}"/>
              </a:ext>
            </a:extLst>
          </p:cNvPr>
          <p:cNvSpPr/>
          <p:nvPr/>
        </p:nvSpPr>
        <p:spPr>
          <a:xfrm>
            <a:off x="7112994" y="3503006"/>
            <a:ext cx="79543" cy="762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1994EB39-E5CF-1990-3D9F-B1565F824A70}"/>
              </a:ext>
            </a:extLst>
          </p:cNvPr>
          <p:cNvSpPr/>
          <p:nvPr/>
        </p:nvSpPr>
        <p:spPr>
          <a:xfrm>
            <a:off x="7307662" y="3188011"/>
            <a:ext cx="92580" cy="8869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53AF7C-9572-B94B-AA5C-4301D96D251E}"/>
              </a:ext>
            </a:extLst>
          </p:cNvPr>
          <p:cNvSpPr/>
          <p:nvPr/>
        </p:nvSpPr>
        <p:spPr>
          <a:xfrm>
            <a:off x="6842347" y="2969777"/>
            <a:ext cx="234768" cy="22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9C78B53-8A57-B8FB-529F-84FC8B86BF59}"/>
              </a:ext>
            </a:extLst>
          </p:cNvPr>
          <p:cNvSpPr/>
          <p:nvPr/>
        </p:nvSpPr>
        <p:spPr>
          <a:xfrm>
            <a:off x="2042377" y="921875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1875E357-5939-89F6-66B4-C06380823EC2}"/>
              </a:ext>
            </a:extLst>
          </p:cNvPr>
          <p:cNvSpPr/>
          <p:nvPr/>
        </p:nvSpPr>
        <p:spPr>
          <a:xfrm>
            <a:off x="2181728" y="921875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352283C-5504-C55D-2D7B-5EA23FED53B0}"/>
              </a:ext>
            </a:extLst>
          </p:cNvPr>
          <p:cNvSpPr/>
          <p:nvPr/>
        </p:nvSpPr>
        <p:spPr>
          <a:xfrm>
            <a:off x="2112192" y="804231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5B81EA6F-5D4F-8382-3602-AA4DD35D7725}"/>
              </a:ext>
            </a:extLst>
          </p:cNvPr>
          <p:cNvSpPr/>
          <p:nvPr/>
        </p:nvSpPr>
        <p:spPr>
          <a:xfrm>
            <a:off x="2333782" y="1373504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F61B449-C519-2142-F552-3C068E60D1D3}"/>
              </a:ext>
            </a:extLst>
          </p:cNvPr>
          <p:cNvSpPr/>
          <p:nvPr/>
        </p:nvSpPr>
        <p:spPr>
          <a:xfrm>
            <a:off x="2473133" y="1373504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8371761-6E8D-3EF9-3046-BE268FB90822}"/>
              </a:ext>
            </a:extLst>
          </p:cNvPr>
          <p:cNvSpPr/>
          <p:nvPr/>
        </p:nvSpPr>
        <p:spPr>
          <a:xfrm>
            <a:off x="2403597" y="1255860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원호 108">
            <a:extLst>
              <a:ext uri="{FF2B5EF4-FFF2-40B4-BE49-F238E27FC236}">
                <a16:creationId xmlns:a16="http://schemas.microsoft.com/office/drawing/2014/main" id="{7B13077B-521A-9486-586B-C3553006ED4F}"/>
              </a:ext>
            </a:extLst>
          </p:cNvPr>
          <p:cNvSpPr/>
          <p:nvPr/>
        </p:nvSpPr>
        <p:spPr>
          <a:xfrm rot="16200000">
            <a:off x="4503455" y="1912946"/>
            <a:ext cx="2639898" cy="2348631"/>
          </a:xfrm>
          <a:prstGeom prst="arc">
            <a:avLst>
              <a:gd name="adj1" fmla="val 16200000"/>
              <a:gd name="adj2" fmla="val 281922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연결선: 구부러짐 110">
            <a:extLst>
              <a:ext uri="{FF2B5EF4-FFF2-40B4-BE49-F238E27FC236}">
                <a16:creationId xmlns:a16="http://schemas.microsoft.com/office/drawing/2014/main" id="{84806DFA-8FAC-10FD-1F10-C4714876CAEB}"/>
              </a:ext>
            </a:extLst>
          </p:cNvPr>
          <p:cNvCxnSpPr>
            <a:cxnSpLocks/>
            <a:stCxn id="48" idx="1"/>
            <a:endCxn id="75" idx="2"/>
          </p:cNvCxnSpPr>
          <p:nvPr/>
        </p:nvCxnSpPr>
        <p:spPr>
          <a:xfrm rot="10800000">
            <a:off x="4649090" y="3548565"/>
            <a:ext cx="1020613" cy="50049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화살표: 위쪽 113">
            <a:extLst>
              <a:ext uri="{FF2B5EF4-FFF2-40B4-BE49-F238E27FC236}">
                <a16:creationId xmlns:a16="http://schemas.microsoft.com/office/drawing/2014/main" id="{7142E4A9-CAF8-9F76-19FD-1C3B1575F6DA}"/>
              </a:ext>
            </a:extLst>
          </p:cNvPr>
          <p:cNvSpPr/>
          <p:nvPr/>
        </p:nvSpPr>
        <p:spPr>
          <a:xfrm rot="7200000">
            <a:off x="3373773" y="1135288"/>
            <a:ext cx="247222" cy="828364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0E132080-5691-9491-E4BE-FDFF3C067B9B}"/>
              </a:ext>
            </a:extLst>
          </p:cNvPr>
          <p:cNvSpPr/>
          <p:nvPr/>
        </p:nvSpPr>
        <p:spPr>
          <a:xfrm>
            <a:off x="5352317" y="2182046"/>
            <a:ext cx="359653" cy="344566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A6F7D513-7E8C-3DD0-EDDF-4090E4852DF0}"/>
              </a:ext>
            </a:extLst>
          </p:cNvPr>
          <p:cNvSpPr/>
          <p:nvPr/>
        </p:nvSpPr>
        <p:spPr>
          <a:xfrm>
            <a:off x="5838754" y="2134859"/>
            <a:ext cx="463007" cy="443584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847185A3-9CB1-4CA8-CD1D-8765E0486689}"/>
              </a:ext>
            </a:extLst>
          </p:cNvPr>
          <p:cNvSpPr/>
          <p:nvPr/>
        </p:nvSpPr>
        <p:spPr>
          <a:xfrm>
            <a:off x="5953007" y="2338735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E25F6966-8A19-EFD6-A235-BEAB40666E23}"/>
              </a:ext>
            </a:extLst>
          </p:cNvPr>
          <p:cNvSpPr/>
          <p:nvPr/>
        </p:nvSpPr>
        <p:spPr>
          <a:xfrm>
            <a:off x="6092358" y="2338735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AD8FF88E-1C7D-0F9F-5DF0-45E902227CBB}"/>
              </a:ext>
            </a:extLst>
          </p:cNvPr>
          <p:cNvSpPr/>
          <p:nvPr/>
        </p:nvSpPr>
        <p:spPr>
          <a:xfrm>
            <a:off x="6022822" y="2221091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FC340BD2-7A10-98F4-FB4C-CB37E2F893E9}"/>
              </a:ext>
            </a:extLst>
          </p:cNvPr>
          <p:cNvSpPr/>
          <p:nvPr/>
        </p:nvSpPr>
        <p:spPr>
          <a:xfrm>
            <a:off x="5401671" y="2344657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4D989561-528A-C8B2-3AFE-2CA2A681D9D8}"/>
              </a:ext>
            </a:extLst>
          </p:cNvPr>
          <p:cNvSpPr/>
          <p:nvPr/>
        </p:nvSpPr>
        <p:spPr>
          <a:xfrm>
            <a:off x="5541022" y="2344657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AA94FE50-9B9B-26DB-392F-BE25C4592834}"/>
              </a:ext>
            </a:extLst>
          </p:cNvPr>
          <p:cNvSpPr/>
          <p:nvPr/>
        </p:nvSpPr>
        <p:spPr>
          <a:xfrm>
            <a:off x="5471486" y="2227013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화살표: 위쪽 129">
            <a:extLst>
              <a:ext uri="{FF2B5EF4-FFF2-40B4-BE49-F238E27FC236}">
                <a16:creationId xmlns:a16="http://schemas.microsoft.com/office/drawing/2014/main" id="{0FA72858-8DB7-9531-6671-3EE42744B1BD}"/>
              </a:ext>
            </a:extLst>
          </p:cNvPr>
          <p:cNvSpPr/>
          <p:nvPr/>
        </p:nvSpPr>
        <p:spPr>
          <a:xfrm rot="7200000">
            <a:off x="4814616" y="2111163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610AB90-5838-D34A-0A9C-877EE22262D8}"/>
              </a:ext>
            </a:extLst>
          </p:cNvPr>
          <p:cNvSpPr txBox="1"/>
          <p:nvPr/>
        </p:nvSpPr>
        <p:spPr>
          <a:xfrm>
            <a:off x="3752465" y="1729565"/>
            <a:ext cx="1385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Relative magnitude</a:t>
            </a:r>
            <a:r>
              <a:rPr lang="ko-KR" altLang="en-US" sz="1000" dirty="0"/>
              <a:t> </a:t>
            </a:r>
            <a:r>
              <a:rPr lang="en-US" altLang="ko-KR" sz="1000" dirty="0"/>
              <a:t>of</a:t>
            </a:r>
            <a:r>
              <a:rPr lang="ko-KR" altLang="en-US" sz="1000" dirty="0"/>
              <a:t> </a:t>
            </a:r>
            <a:r>
              <a:rPr lang="en-US" altLang="ko-KR" sz="1000" dirty="0"/>
              <a:t>events for each comm.</a:t>
            </a:r>
            <a:endParaRPr lang="ko-KR" altLang="en-US" sz="1000" dirty="0"/>
          </a:p>
        </p:txBody>
      </p:sp>
      <p:cxnSp>
        <p:nvCxnSpPr>
          <p:cNvPr id="135" name="연결선: 구부러짐 134">
            <a:extLst>
              <a:ext uri="{FF2B5EF4-FFF2-40B4-BE49-F238E27FC236}">
                <a16:creationId xmlns:a16="http://schemas.microsoft.com/office/drawing/2014/main" id="{4CFCDE48-F384-3B97-A3DD-A2B4C648A970}"/>
              </a:ext>
            </a:extLst>
          </p:cNvPr>
          <p:cNvCxnSpPr>
            <a:cxnSpLocks/>
            <a:stCxn id="183" idx="6"/>
          </p:cNvCxnSpPr>
          <p:nvPr/>
        </p:nvCxnSpPr>
        <p:spPr>
          <a:xfrm>
            <a:off x="6462374" y="2505038"/>
            <a:ext cx="225121" cy="553830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DB41038D-3911-161C-DA14-E5CD13FFE713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6314683" y="2258089"/>
            <a:ext cx="1303395" cy="1329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EEBA084C-9164-7A3B-50FA-171C761F6F1E}"/>
              </a:ext>
            </a:extLst>
          </p:cNvPr>
          <p:cNvSpPr/>
          <p:nvPr/>
        </p:nvSpPr>
        <p:spPr>
          <a:xfrm>
            <a:off x="5757370" y="621093"/>
            <a:ext cx="2348630" cy="85177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2CBDFC-B8BD-4F83-569F-7AD27E3AF977}"/>
              </a:ext>
            </a:extLst>
          </p:cNvPr>
          <p:cNvSpPr txBox="1"/>
          <p:nvPr/>
        </p:nvSpPr>
        <p:spPr>
          <a:xfrm>
            <a:off x="6419131" y="170084"/>
            <a:ext cx="938618" cy="376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Activity</a:t>
            </a:r>
            <a:endParaRPr lang="ko-KR" altLang="en-US" dirty="0"/>
          </a:p>
        </p:txBody>
      </p:sp>
      <p:cxnSp>
        <p:nvCxnSpPr>
          <p:cNvPr id="143" name="연결선: 구부러짐 142">
            <a:extLst>
              <a:ext uri="{FF2B5EF4-FFF2-40B4-BE49-F238E27FC236}">
                <a16:creationId xmlns:a16="http://schemas.microsoft.com/office/drawing/2014/main" id="{5EC68208-783D-6465-12A4-87045E369E2D}"/>
              </a:ext>
            </a:extLst>
          </p:cNvPr>
          <p:cNvCxnSpPr>
            <a:cxnSpLocks/>
            <a:stCxn id="141" idx="6"/>
            <a:endCxn id="7" idx="6"/>
          </p:cNvCxnSpPr>
          <p:nvPr/>
        </p:nvCxnSpPr>
        <p:spPr>
          <a:xfrm>
            <a:off x="8106000" y="1046979"/>
            <a:ext cx="28046" cy="2295341"/>
          </a:xfrm>
          <a:prstGeom prst="curvedConnector3">
            <a:avLst>
              <a:gd name="adj1" fmla="val 244680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타원 147">
            <a:extLst>
              <a:ext uri="{FF2B5EF4-FFF2-40B4-BE49-F238E27FC236}">
                <a16:creationId xmlns:a16="http://schemas.microsoft.com/office/drawing/2014/main" id="{373D58FB-A53F-B90B-B23E-2E211BB73FB4}"/>
              </a:ext>
            </a:extLst>
          </p:cNvPr>
          <p:cNvSpPr/>
          <p:nvPr/>
        </p:nvSpPr>
        <p:spPr>
          <a:xfrm>
            <a:off x="6373637" y="815017"/>
            <a:ext cx="254926" cy="24423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F23A85D5-9E0A-0501-D290-0B87FDE2AA53}"/>
              </a:ext>
            </a:extLst>
          </p:cNvPr>
          <p:cNvSpPr/>
          <p:nvPr/>
        </p:nvSpPr>
        <p:spPr>
          <a:xfrm>
            <a:off x="6687495" y="1246583"/>
            <a:ext cx="101912" cy="9763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049F0D94-528D-4CE2-0CAE-5B6AA6C655DF}"/>
              </a:ext>
            </a:extLst>
          </p:cNvPr>
          <p:cNvSpPr/>
          <p:nvPr/>
        </p:nvSpPr>
        <p:spPr>
          <a:xfrm>
            <a:off x="7077116" y="1213974"/>
            <a:ext cx="146413" cy="1402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E5AC36E2-94B2-73D6-3AFD-DF76566A3866}"/>
              </a:ext>
            </a:extLst>
          </p:cNvPr>
          <p:cNvSpPr/>
          <p:nvPr/>
        </p:nvSpPr>
        <p:spPr>
          <a:xfrm>
            <a:off x="7257736" y="898978"/>
            <a:ext cx="154479" cy="148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DC5517EA-6A08-29CB-859F-AC332D96A8EB}"/>
              </a:ext>
            </a:extLst>
          </p:cNvPr>
          <p:cNvSpPr/>
          <p:nvPr/>
        </p:nvSpPr>
        <p:spPr>
          <a:xfrm>
            <a:off x="6806469" y="680746"/>
            <a:ext cx="181344" cy="173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6171346-F228-4978-7607-A260957DEB3B}"/>
              </a:ext>
            </a:extLst>
          </p:cNvPr>
          <p:cNvCxnSpPr>
            <a:cxnSpLocks/>
            <a:stCxn id="84" idx="2"/>
            <a:endCxn id="80" idx="7"/>
          </p:cNvCxnSpPr>
          <p:nvPr/>
        </p:nvCxnSpPr>
        <p:spPr>
          <a:xfrm flipH="1">
            <a:off x="2024718" y="3058868"/>
            <a:ext cx="352998" cy="167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B0BB905-7E51-0FA0-6F1D-4690E824E1A6}"/>
              </a:ext>
            </a:extLst>
          </p:cNvPr>
          <p:cNvCxnSpPr>
            <a:cxnSpLocks/>
            <a:stCxn id="83" idx="2"/>
            <a:endCxn id="80" idx="5"/>
          </p:cNvCxnSpPr>
          <p:nvPr/>
        </p:nvCxnSpPr>
        <p:spPr>
          <a:xfrm flipH="1">
            <a:off x="2024718" y="3245771"/>
            <a:ext cx="785610" cy="623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923842B-C2EA-2540-3F79-2D4D00091EDC}"/>
              </a:ext>
            </a:extLst>
          </p:cNvPr>
          <p:cNvCxnSpPr>
            <a:cxnSpLocks/>
            <a:stCxn id="82" idx="1"/>
            <a:endCxn id="84" idx="5"/>
          </p:cNvCxnSpPr>
          <p:nvPr/>
        </p:nvCxnSpPr>
        <p:spPr>
          <a:xfrm flipH="1" flipV="1">
            <a:off x="2480637" y="3099711"/>
            <a:ext cx="149506" cy="4202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A58CF3D-B152-6349-279E-2875CE0BBFA5}"/>
              </a:ext>
            </a:extLst>
          </p:cNvPr>
          <p:cNvCxnSpPr>
            <a:cxnSpLocks/>
            <a:stCxn id="83" idx="3"/>
            <a:endCxn id="81" idx="0"/>
          </p:cNvCxnSpPr>
          <p:nvPr/>
        </p:nvCxnSpPr>
        <p:spPr>
          <a:xfrm flipH="1">
            <a:off x="2223959" y="3286614"/>
            <a:ext cx="604028" cy="216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3081BD3-57A8-4E53-CCEE-221184D5E88A}"/>
              </a:ext>
            </a:extLst>
          </p:cNvPr>
          <p:cNvCxnSpPr>
            <a:cxnSpLocks/>
            <a:stCxn id="81" idx="0"/>
          </p:cNvCxnSpPr>
          <p:nvPr/>
        </p:nvCxnSpPr>
        <p:spPr>
          <a:xfrm flipV="1">
            <a:off x="2223959" y="3123887"/>
            <a:ext cx="207023" cy="379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53BD79F-D7BC-C1FB-3B54-75E529C3EA45}"/>
              </a:ext>
            </a:extLst>
          </p:cNvPr>
          <p:cNvCxnSpPr>
            <a:cxnSpLocks/>
            <a:stCxn id="102" idx="2"/>
            <a:endCxn id="98" idx="7"/>
          </p:cNvCxnSpPr>
          <p:nvPr/>
        </p:nvCxnSpPr>
        <p:spPr>
          <a:xfrm flipH="1">
            <a:off x="6522052" y="3082237"/>
            <a:ext cx="320295" cy="14418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E734A6C-FF4B-89A4-8342-F6D88ED42C23}"/>
              </a:ext>
            </a:extLst>
          </p:cNvPr>
          <p:cNvCxnSpPr>
            <a:cxnSpLocks/>
            <a:stCxn id="100" idx="1"/>
            <a:endCxn id="98" idx="5"/>
          </p:cNvCxnSpPr>
          <p:nvPr/>
        </p:nvCxnSpPr>
        <p:spPr>
          <a:xfrm flipH="1" flipV="1">
            <a:off x="6522052" y="3308105"/>
            <a:ext cx="602591" cy="2060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DF04A6-23B2-F3C6-51C2-0D9C063038D2}"/>
              </a:ext>
            </a:extLst>
          </p:cNvPr>
          <p:cNvCxnSpPr>
            <a:cxnSpLocks/>
            <a:stCxn id="100" idx="2"/>
            <a:endCxn id="99" idx="6"/>
          </p:cNvCxnSpPr>
          <p:nvPr/>
        </p:nvCxnSpPr>
        <p:spPr>
          <a:xfrm flipH="1">
            <a:off x="6842347" y="3541109"/>
            <a:ext cx="270647" cy="487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BD2C6C7-DF5E-762D-96F8-927A610D0174}"/>
              </a:ext>
            </a:extLst>
          </p:cNvPr>
          <p:cNvCxnSpPr>
            <a:cxnSpLocks/>
            <a:stCxn id="102" idx="4"/>
            <a:endCxn id="99" idx="7"/>
          </p:cNvCxnSpPr>
          <p:nvPr/>
        </p:nvCxnSpPr>
        <p:spPr>
          <a:xfrm flipH="1">
            <a:off x="6815790" y="3194697"/>
            <a:ext cx="143941" cy="3337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079B5DF-FE90-EBC6-F88D-AB009B032481}"/>
              </a:ext>
            </a:extLst>
          </p:cNvPr>
          <p:cNvCxnSpPr>
            <a:cxnSpLocks/>
            <a:stCxn id="101" idx="1"/>
            <a:endCxn id="102" idx="5"/>
          </p:cNvCxnSpPr>
          <p:nvPr/>
        </p:nvCxnSpPr>
        <p:spPr>
          <a:xfrm flipH="1" flipV="1">
            <a:off x="7042734" y="3161758"/>
            <a:ext cx="278486" cy="3924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A102F6E-D8D4-19B8-7619-5B1B8025BD0C}"/>
              </a:ext>
            </a:extLst>
          </p:cNvPr>
          <p:cNvCxnSpPr>
            <a:cxnSpLocks/>
            <a:stCxn id="99" idx="1"/>
            <a:endCxn id="98" idx="5"/>
          </p:cNvCxnSpPr>
          <p:nvPr/>
        </p:nvCxnSpPr>
        <p:spPr>
          <a:xfrm flipH="1" flipV="1">
            <a:off x="6522052" y="3308105"/>
            <a:ext cx="165508" cy="22034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A0970F2-8C6E-34C6-11A6-72DAF5E6C006}"/>
              </a:ext>
            </a:extLst>
          </p:cNvPr>
          <p:cNvCxnSpPr>
            <a:cxnSpLocks/>
            <a:stCxn id="151" idx="4"/>
            <a:endCxn id="150" idx="0"/>
          </p:cNvCxnSpPr>
          <p:nvPr/>
        </p:nvCxnSpPr>
        <p:spPr>
          <a:xfrm flipH="1">
            <a:off x="7150323" y="1046978"/>
            <a:ext cx="184653" cy="1669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C4B07B4D-DBFA-2039-E648-4200CC3EA759}"/>
              </a:ext>
            </a:extLst>
          </p:cNvPr>
          <p:cNvCxnSpPr>
            <a:cxnSpLocks/>
            <a:stCxn id="149" idx="7"/>
            <a:endCxn id="152" idx="4"/>
          </p:cNvCxnSpPr>
          <p:nvPr/>
        </p:nvCxnSpPr>
        <p:spPr>
          <a:xfrm flipV="1">
            <a:off x="6774482" y="854483"/>
            <a:ext cx="122659" cy="40639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F4CB89A-A8E7-2D7C-83B7-A3083808BC0F}"/>
              </a:ext>
            </a:extLst>
          </p:cNvPr>
          <p:cNvCxnSpPr>
            <a:cxnSpLocks/>
            <a:stCxn id="150" idx="1"/>
            <a:endCxn id="148" idx="5"/>
          </p:cNvCxnSpPr>
          <p:nvPr/>
        </p:nvCxnSpPr>
        <p:spPr>
          <a:xfrm flipH="1" flipV="1">
            <a:off x="6591230" y="1023483"/>
            <a:ext cx="507328" cy="21103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A5249615-5D08-8786-5E6E-BB02F4344EF6}"/>
              </a:ext>
            </a:extLst>
          </p:cNvPr>
          <p:cNvCxnSpPr>
            <a:cxnSpLocks/>
            <a:stCxn id="150" idx="1"/>
            <a:endCxn id="152" idx="5"/>
          </p:cNvCxnSpPr>
          <p:nvPr/>
        </p:nvCxnSpPr>
        <p:spPr>
          <a:xfrm flipH="1" flipV="1">
            <a:off x="6961256" y="829040"/>
            <a:ext cx="137302" cy="4054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ADFA1C-F1BF-CF9A-E449-D7B7C1FFB2FF}"/>
              </a:ext>
            </a:extLst>
          </p:cNvPr>
          <p:cNvSpPr txBox="1"/>
          <p:nvPr/>
        </p:nvSpPr>
        <p:spPr>
          <a:xfrm>
            <a:off x="5965147" y="1727190"/>
            <a:ext cx="335938" cy="368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①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A4F1F-FFB9-31FC-A312-2ECF9F523F0A}"/>
              </a:ext>
            </a:extLst>
          </p:cNvPr>
          <p:cNvSpPr txBox="1"/>
          <p:nvPr/>
        </p:nvSpPr>
        <p:spPr>
          <a:xfrm>
            <a:off x="4126573" y="2031781"/>
            <a:ext cx="675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②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FD1AC-A3F0-FC52-9C97-CF67B7184E17}"/>
              </a:ext>
            </a:extLst>
          </p:cNvPr>
          <p:cNvSpPr txBox="1"/>
          <p:nvPr/>
        </p:nvSpPr>
        <p:spPr>
          <a:xfrm>
            <a:off x="7108699" y="2510310"/>
            <a:ext cx="403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③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2059A-EB8A-E7C0-778A-717EEAB39638}"/>
              </a:ext>
            </a:extLst>
          </p:cNvPr>
          <p:cNvSpPr txBox="1"/>
          <p:nvPr/>
        </p:nvSpPr>
        <p:spPr>
          <a:xfrm>
            <a:off x="1249323" y="4352753"/>
            <a:ext cx="95279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circleNumDbPlain"/>
            </a:pPr>
            <a:r>
              <a:rPr lang="en-US" altLang="ko-KR" sz="1200" dirty="0"/>
              <a:t>Title topic frequency distribution</a:t>
            </a:r>
          </a:p>
          <a:p>
            <a:pPr marL="342900" indent="-342900">
              <a:buAutoNum type="circleNumDbPlain"/>
            </a:pPr>
            <a:r>
              <a:rPr lang="en-US" altLang="ko-KR" sz="1200" dirty="0"/>
              <a:t>Difference of title topic distribution for each comm.</a:t>
            </a:r>
          </a:p>
          <a:p>
            <a:pPr marL="342900" indent="-342900">
              <a:buAutoNum type="circleNumDbPlain"/>
            </a:pPr>
            <a:r>
              <a:rPr lang="en-US" altLang="ko-KR" sz="1200" dirty="0"/>
              <a:t>Initial comments topic distribution</a:t>
            </a:r>
          </a:p>
          <a:p>
            <a:r>
              <a:rPr lang="en-US" altLang="ko-KR" sz="1200" dirty="0"/>
              <a:t>	- Distribution of topic frequency / similarity distribution</a:t>
            </a:r>
          </a:p>
          <a:p>
            <a:r>
              <a:rPr lang="en-US" altLang="ko-KR" sz="1200" dirty="0"/>
              <a:t>	- Topic frequency / similarity correlation</a:t>
            </a:r>
          </a:p>
          <a:p>
            <a:pPr marL="228600" indent="-228600">
              <a:buAutoNum type="circleNumDbPlain" startAt="4"/>
            </a:pPr>
            <a:r>
              <a:rPr lang="en-US" altLang="ko-KR" sz="1200" dirty="0"/>
              <a:t>With random walk / walker placement / modifier / conversion, does individual article result match with the real title-article topic distribution?</a:t>
            </a:r>
          </a:p>
          <a:p>
            <a:pPr lvl="1"/>
            <a:r>
              <a:rPr lang="en-US" altLang="ko-KR" sz="1200" dirty="0"/>
              <a:t>- For each title topic, what is the comment topic distribution overall? (Stefan</a:t>
            </a:r>
            <a:r>
              <a:rPr lang="ko-KR" altLang="en-US" sz="1200" dirty="0"/>
              <a:t> </a:t>
            </a:r>
            <a:r>
              <a:rPr lang="en-US" altLang="ko-KR" sz="1200" dirty="0"/>
              <a:t>problem)</a:t>
            </a:r>
          </a:p>
          <a:p>
            <a:pPr lvl="1"/>
            <a:r>
              <a:rPr lang="en-US" altLang="ko-KR" sz="1200" dirty="0"/>
              <a:t>- Does article have</a:t>
            </a:r>
            <a:r>
              <a:rPr lang="ko-KR" altLang="en-US" sz="1200" dirty="0"/>
              <a:t> </a:t>
            </a:r>
            <a:r>
              <a:rPr lang="en-US" altLang="ko-KR" sz="1200" dirty="0"/>
              <a:t>more</a:t>
            </a:r>
            <a:r>
              <a:rPr lang="ko-KR" altLang="en-US" sz="1200" dirty="0"/>
              <a:t> </a:t>
            </a:r>
            <a:r>
              <a:rPr lang="en-US" altLang="ko-KR" sz="1200" dirty="0"/>
              <a:t>comments of its own title</a:t>
            </a:r>
            <a:r>
              <a:rPr lang="ko-KR" altLang="en-US" sz="1200" dirty="0"/>
              <a:t> </a:t>
            </a:r>
            <a:r>
              <a:rPr lang="en-US" altLang="ko-KR" sz="1200" dirty="0"/>
              <a:t>topic?</a:t>
            </a:r>
            <a:r>
              <a:rPr lang="ko-KR" altLang="en-US" sz="1200" dirty="0"/>
              <a:t> </a:t>
            </a:r>
            <a:r>
              <a:rPr lang="en-US" altLang="ko-KR" sz="1200" dirty="0"/>
              <a:t>(modifier)	</a:t>
            </a:r>
          </a:p>
          <a:p>
            <a:r>
              <a:rPr lang="ko-KR" altLang="en-US" sz="1200" dirty="0"/>
              <a:t>⑤ </a:t>
            </a:r>
            <a:r>
              <a:rPr lang="en-US" altLang="ko-KR" sz="1200" dirty="0"/>
              <a:t>With random walk / walker placement / modifier / conversion, does the cumulative result match with the data distribution / tendency?</a:t>
            </a:r>
          </a:p>
          <a:p>
            <a:r>
              <a:rPr lang="en-US" altLang="ko-KR" sz="1200" dirty="0"/>
              <a:t>	- How does topic frequency / edge weight distribution changes in time?</a:t>
            </a:r>
          </a:p>
          <a:p>
            <a:r>
              <a:rPr lang="en-US" altLang="ko-KR" sz="1200" dirty="0"/>
              <a:t>	 - Does positive feedback happen in edge? (topic similarity tendency of pair/triplets)</a:t>
            </a:r>
          </a:p>
          <a:p>
            <a:r>
              <a:rPr lang="en-US" altLang="ko-KR" sz="1200" dirty="0"/>
              <a:t>	 - Does positive feedback happen in filter? (topic selection tendency of pair/triplets)</a:t>
            </a:r>
          </a:p>
          <a:p>
            <a:r>
              <a:rPr lang="en-US" altLang="ko-KR" sz="1200" dirty="0"/>
              <a:t>         </a:t>
            </a:r>
          </a:p>
          <a:p>
            <a:r>
              <a:rPr lang="en-US" altLang="ko-KR" sz="1200" dirty="0"/>
              <a:t>Current findings / thoughts:</a:t>
            </a:r>
          </a:p>
          <a:p>
            <a:pPr marL="342900" indent="-342900">
              <a:buAutoNum type="arabicPeriod"/>
            </a:pPr>
            <a:r>
              <a:rPr lang="en-US" altLang="ko-KR" sz="1200" dirty="0"/>
              <a:t>Both title</a:t>
            </a:r>
            <a:r>
              <a:rPr lang="ko-KR" altLang="en-US" sz="1200" dirty="0"/>
              <a:t> </a:t>
            </a:r>
            <a:r>
              <a:rPr lang="en-US" altLang="ko-KR" sz="1200" dirty="0"/>
              <a:t>topic</a:t>
            </a:r>
            <a:r>
              <a:rPr lang="ko-KR" altLang="en-US" sz="1200" dirty="0"/>
              <a:t> </a:t>
            </a:r>
            <a:r>
              <a:rPr lang="en-US" altLang="ko-KR" sz="1200" dirty="0"/>
              <a:t>/</a:t>
            </a:r>
            <a:r>
              <a:rPr lang="ko-KR" altLang="en-US" sz="1200" dirty="0"/>
              <a:t> </a:t>
            </a:r>
            <a:r>
              <a:rPr lang="en-US" altLang="ko-KR" sz="1200" dirty="0"/>
              <a:t>comment topic distribution looks like exp(-ax) (exponential decay) , but topic distribution has longer tail (smaller a)</a:t>
            </a:r>
          </a:p>
          <a:p>
            <a:pPr marL="342900" indent="-342900">
              <a:buAutoNum type="arabicPeriod"/>
            </a:pPr>
            <a:r>
              <a:rPr lang="en-US" altLang="ko-KR" sz="1200" dirty="0"/>
              <a:t>Without super large modifier, model result gives almost normal-like, not .</a:t>
            </a:r>
          </a:p>
          <a:p>
            <a:pPr marL="800100" lvl="1" indent="-342900">
              <a:buAutoNum type="arabicPeriod"/>
            </a:pPr>
            <a:r>
              <a:rPr lang="en-US" altLang="ko-KR" sz="1200" dirty="0"/>
              <a:t>random walk with weight as a similarity score is not a good idea, or maybe we need to make some transition from similarity to weight? (since comment topic frequency are much concentrated?)</a:t>
            </a:r>
          </a:p>
          <a:p>
            <a:pPr marL="800100" lvl="1" indent="-342900">
              <a:buAutoNum type="arabicPeriod"/>
            </a:pPr>
            <a:r>
              <a:rPr lang="en-US" altLang="ko-KR" sz="1200" dirty="0"/>
              <a:t>Maybe modifiers are different for each community? (MJ : high modifier, AT : low modifier)</a:t>
            </a:r>
          </a:p>
          <a:p>
            <a:pPr marL="342900" indent="-342900">
              <a:buAutoNum type="arabicPeriod"/>
            </a:pPr>
            <a:r>
              <a:rPr lang="en-US" altLang="ko-KR" sz="1200" dirty="0"/>
              <a:t>How about a single topic event (</a:t>
            </a:r>
            <a:r>
              <a:rPr lang="en-US" altLang="ko-KR" sz="1200" dirty="0" err="1"/>
              <a:t>N_v</a:t>
            </a:r>
            <a:r>
              <a:rPr lang="en-US" altLang="ko-KR" sz="1200" dirty="0"/>
              <a:t> = 1) version? (and maybe multi-topic version as a supp.?)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780F4-7084-4E3F-2FCE-E938BA6FDBAD}"/>
              </a:ext>
            </a:extLst>
          </p:cNvPr>
          <p:cNvSpPr txBox="1"/>
          <p:nvPr/>
        </p:nvSpPr>
        <p:spPr>
          <a:xfrm>
            <a:off x="8116803" y="3318340"/>
            <a:ext cx="403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⑤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BC26F2F-2045-BA4C-2659-4611ECEC08D0}"/>
              </a:ext>
            </a:extLst>
          </p:cNvPr>
          <p:cNvSpPr/>
          <p:nvPr/>
        </p:nvSpPr>
        <p:spPr>
          <a:xfrm>
            <a:off x="5644347" y="2659149"/>
            <a:ext cx="283505" cy="27161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70974E3-A647-1B3D-201C-7B554A7BCD16}"/>
              </a:ext>
            </a:extLst>
          </p:cNvPr>
          <p:cNvSpPr/>
          <p:nvPr/>
        </p:nvSpPr>
        <p:spPr>
          <a:xfrm>
            <a:off x="5663503" y="2786679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4A32A85-FF2F-A7DA-28FF-37966FB6E43D}"/>
              </a:ext>
            </a:extLst>
          </p:cNvPr>
          <p:cNvSpPr/>
          <p:nvPr/>
        </p:nvSpPr>
        <p:spPr>
          <a:xfrm>
            <a:off x="5802854" y="2786679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9692975-696E-A7AF-717E-F4874D438E12}"/>
              </a:ext>
            </a:extLst>
          </p:cNvPr>
          <p:cNvSpPr/>
          <p:nvPr/>
        </p:nvSpPr>
        <p:spPr>
          <a:xfrm>
            <a:off x="5733318" y="2669035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39F89-489A-5D91-494A-892C3DA18AAE}"/>
              </a:ext>
            </a:extLst>
          </p:cNvPr>
          <p:cNvSpPr txBox="1"/>
          <p:nvPr/>
        </p:nvSpPr>
        <p:spPr>
          <a:xfrm>
            <a:off x="8811004" y="1984267"/>
            <a:ext cx="403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37213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16621</TotalTime>
  <Words>587</Words>
  <Application>Microsoft Office PowerPoint</Application>
  <PresentationFormat>사용자 지정</PresentationFormat>
  <Paragraphs>72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하 승웅</dc:creator>
  <cp:lastModifiedBy>승웅 하</cp:lastModifiedBy>
  <cp:revision>1</cp:revision>
  <dcterms:created xsi:type="dcterms:W3CDTF">2023-05-29T12:43:03Z</dcterms:created>
  <dcterms:modified xsi:type="dcterms:W3CDTF">2023-10-18T20:51:36Z</dcterms:modified>
</cp:coreProperties>
</file>